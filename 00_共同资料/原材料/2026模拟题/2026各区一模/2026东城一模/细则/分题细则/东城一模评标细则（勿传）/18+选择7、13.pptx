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  <p:sldMasterId id="2147483665" r:id="rId3"/>
  </p:sldMasterIdLst>
  <p:notesMasterIdLst>
    <p:notesMasterId r:id="rId20"/>
  </p:notesMasterIdLst>
  <p:sldIdLst>
    <p:sldId id="263" r:id="rId4"/>
    <p:sldId id="580" r:id="rId5"/>
    <p:sldId id="581" r:id="rId6"/>
    <p:sldId id="258" r:id="rId7"/>
    <p:sldId id="586" r:id="rId8"/>
    <p:sldId id="588" r:id="rId9"/>
    <p:sldId id="589" r:id="rId10"/>
    <p:sldId id="590" r:id="rId11"/>
    <p:sldId id="593" r:id="rId12"/>
    <p:sldId id="592" r:id="rId13"/>
    <p:sldId id="591" r:id="rId14"/>
    <p:sldId id="587" r:id="rId15"/>
    <p:sldId id="582" r:id="rId16"/>
    <p:sldId id="583" r:id="rId17"/>
    <p:sldId id="584" r:id="rId18"/>
    <p:sldId id="544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A9A3BF"/>
    <a:srgbClr val="0A8E8E"/>
    <a:srgbClr val="E7FFFF"/>
    <a:srgbClr val="66CCFF"/>
    <a:srgbClr val="CCFFFF"/>
    <a:srgbClr val="95A4DE"/>
    <a:srgbClr val="0B8899"/>
    <a:srgbClr val="075A65"/>
    <a:srgbClr val="F7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249" autoAdjust="0"/>
  </p:normalViewPr>
  <p:slideViewPr>
    <p:cSldViewPr snapToGrid="0">
      <p:cViewPr varScale="1">
        <p:scale>
          <a:sx n="75" d="100"/>
          <a:sy n="75" d="100"/>
        </p:scale>
        <p:origin x="3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4985B1-E424-424D-99CC-6A269406BF54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7954A4-3139-4AFF-A4D3-FE414C2AA0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E1C0E59-4556-41C7-AA11-55263971DAF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5538650"/>
            <a:ext cx="10058400" cy="1327789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4026" t="66827"/>
          <a:stretch>
            <a:fillRect/>
          </a:stretch>
        </p:blipFill>
        <p:spPr>
          <a:xfrm>
            <a:off x="7236823" y="5222691"/>
            <a:ext cx="4966138" cy="165734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5"/>
          <a:srcRect l="6847" t="12150" r="3418" b="7071"/>
          <a:stretch>
            <a:fillRect/>
          </a:stretch>
        </p:blipFill>
        <p:spPr>
          <a:xfrm>
            <a:off x="239810" y="199176"/>
            <a:ext cx="4403969" cy="7190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7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/>
          <p:cNvSpPr/>
          <p:nvPr userDrawn="1"/>
        </p:nvSpPr>
        <p:spPr>
          <a:xfrm rot="2586612">
            <a:off x="281030" y="316048"/>
            <a:ext cx="558898" cy="558898"/>
          </a:xfrm>
          <a:prstGeom prst="roundRect">
            <a:avLst>
              <a:gd name="adj" fmla="val 13705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6"/>
          <p:cNvSpPr/>
          <p:nvPr userDrawn="1"/>
        </p:nvSpPr>
        <p:spPr>
          <a:xfrm rot="7910967">
            <a:off x="671616" y="-307053"/>
            <a:ext cx="708147" cy="764307"/>
          </a:xfrm>
          <a:custGeom>
            <a:avLst/>
            <a:gdLst>
              <a:gd name="connsiteX0" fmla="*/ 0 w 716505"/>
              <a:gd name="connsiteY0" fmla="*/ 119420 h 764307"/>
              <a:gd name="connsiteX1" fmla="*/ 119420 w 716505"/>
              <a:gd name="connsiteY1" fmla="*/ 0 h 764307"/>
              <a:gd name="connsiteX2" fmla="*/ 597085 w 716505"/>
              <a:gd name="connsiteY2" fmla="*/ 0 h 764307"/>
              <a:gd name="connsiteX3" fmla="*/ 716505 w 716505"/>
              <a:gd name="connsiteY3" fmla="*/ 119420 h 764307"/>
              <a:gd name="connsiteX4" fmla="*/ 716505 w 716505"/>
              <a:gd name="connsiteY4" fmla="*/ 644887 h 764307"/>
              <a:gd name="connsiteX5" fmla="*/ 597085 w 716505"/>
              <a:gd name="connsiteY5" fmla="*/ 764307 h 764307"/>
              <a:gd name="connsiteX6" fmla="*/ 119420 w 716505"/>
              <a:gd name="connsiteY6" fmla="*/ 764307 h 764307"/>
              <a:gd name="connsiteX7" fmla="*/ 0 w 716505"/>
              <a:gd name="connsiteY7" fmla="*/ 644887 h 764307"/>
              <a:gd name="connsiteX8" fmla="*/ 0 w 716505"/>
              <a:gd name="connsiteY8" fmla="*/ 119420 h 764307"/>
              <a:gd name="connsiteX0-1" fmla="*/ 0 w 716505"/>
              <a:gd name="connsiteY0-2" fmla="*/ 119420 h 764307"/>
              <a:gd name="connsiteX1-3" fmla="*/ 119420 w 716505"/>
              <a:gd name="connsiteY1-4" fmla="*/ 0 h 764307"/>
              <a:gd name="connsiteX2-5" fmla="*/ 597085 w 716505"/>
              <a:gd name="connsiteY2-6" fmla="*/ 0 h 764307"/>
              <a:gd name="connsiteX3-7" fmla="*/ 716505 w 716505"/>
              <a:gd name="connsiteY3-8" fmla="*/ 119420 h 764307"/>
              <a:gd name="connsiteX4-9" fmla="*/ 716505 w 716505"/>
              <a:gd name="connsiteY4-10" fmla="*/ 644887 h 764307"/>
              <a:gd name="connsiteX5-11" fmla="*/ 597085 w 716505"/>
              <a:gd name="connsiteY5-12" fmla="*/ 764307 h 764307"/>
              <a:gd name="connsiteX6-13" fmla="*/ 119420 w 716505"/>
              <a:gd name="connsiteY6-14" fmla="*/ 764307 h 764307"/>
              <a:gd name="connsiteX7-15" fmla="*/ 0 w 716505"/>
              <a:gd name="connsiteY7-16" fmla="*/ 119420 h 764307"/>
              <a:gd name="connsiteX0-17" fmla="*/ 0 w 716505"/>
              <a:gd name="connsiteY0-18" fmla="*/ 119420 h 764307"/>
              <a:gd name="connsiteX1-19" fmla="*/ 119420 w 716505"/>
              <a:gd name="connsiteY1-20" fmla="*/ 0 h 764307"/>
              <a:gd name="connsiteX2-21" fmla="*/ 597085 w 716505"/>
              <a:gd name="connsiteY2-22" fmla="*/ 0 h 764307"/>
              <a:gd name="connsiteX3-23" fmla="*/ 716505 w 716505"/>
              <a:gd name="connsiteY3-24" fmla="*/ 119420 h 764307"/>
              <a:gd name="connsiteX4-25" fmla="*/ 716505 w 716505"/>
              <a:gd name="connsiteY4-26" fmla="*/ 644887 h 764307"/>
              <a:gd name="connsiteX5-27" fmla="*/ 597085 w 716505"/>
              <a:gd name="connsiteY5-28" fmla="*/ 764307 h 764307"/>
              <a:gd name="connsiteX6-29" fmla="*/ 0 w 716505"/>
              <a:gd name="connsiteY6-30" fmla="*/ 119420 h 764307"/>
              <a:gd name="connsiteX0-31" fmla="*/ 0 w 708147"/>
              <a:gd name="connsiteY0-32" fmla="*/ 111935 h 764307"/>
              <a:gd name="connsiteX1-33" fmla="*/ 111062 w 708147"/>
              <a:gd name="connsiteY1-34" fmla="*/ 0 h 764307"/>
              <a:gd name="connsiteX2-35" fmla="*/ 588727 w 708147"/>
              <a:gd name="connsiteY2-36" fmla="*/ 0 h 764307"/>
              <a:gd name="connsiteX3-37" fmla="*/ 708147 w 708147"/>
              <a:gd name="connsiteY3-38" fmla="*/ 119420 h 764307"/>
              <a:gd name="connsiteX4-39" fmla="*/ 708147 w 708147"/>
              <a:gd name="connsiteY4-40" fmla="*/ 644887 h 764307"/>
              <a:gd name="connsiteX5-41" fmla="*/ 588727 w 708147"/>
              <a:gd name="connsiteY5-42" fmla="*/ 764307 h 764307"/>
              <a:gd name="connsiteX6-43" fmla="*/ 0 w 708147"/>
              <a:gd name="connsiteY6-44" fmla="*/ 111935 h 764307"/>
              <a:gd name="connsiteX0-45" fmla="*/ 0 w 708147"/>
              <a:gd name="connsiteY0-46" fmla="*/ 111935 h 764307"/>
              <a:gd name="connsiteX1-47" fmla="*/ 111062 w 708147"/>
              <a:gd name="connsiteY1-48" fmla="*/ 0 h 764307"/>
              <a:gd name="connsiteX2-49" fmla="*/ 588727 w 708147"/>
              <a:gd name="connsiteY2-50" fmla="*/ 0 h 764307"/>
              <a:gd name="connsiteX3-51" fmla="*/ 708147 w 708147"/>
              <a:gd name="connsiteY3-52" fmla="*/ 119420 h 764307"/>
              <a:gd name="connsiteX4-53" fmla="*/ 708147 w 708147"/>
              <a:gd name="connsiteY4-54" fmla="*/ 644887 h 764307"/>
              <a:gd name="connsiteX5-55" fmla="*/ 588727 w 708147"/>
              <a:gd name="connsiteY5-56" fmla="*/ 764307 h 764307"/>
              <a:gd name="connsiteX6-57" fmla="*/ 0 w 708147"/>
              <a:gd name="connsiteY6-58" fmla="*/ 111935 h 764307"/>
              <a:gd name="connsiteX0-59" fmla="*/ 0 w 708147"/>
              <a:gd name="connsiteY0-60" fmla="*/ 111935 h 764307"/>
              <a:gd name="connsiteX1-61" fmla="*/ 111062 w 708147"/>
              <a:gd name="connsiteY1-62" fmla="*/ 0 h 764307"/>
              <a:gd name="connsiteX2-63" fmla="*/ 588727 w 708147"/>
              <a:gd name="connsiteY2-64" fmla="*/ 0 h 764307"/>
              <a:gd name="connsiteX3-65" fmla="*/ 708147 w 708147"/>
              <a:gd name="connsiteY3-66" fmla="*/ 119420 h 764307"/>
              <a:gd name="connsiteX4-67" fmla="*/ 708147 w 708147"/>
              <a:gd name="connsiteY4-68" fmla="*/ 644887 h 764307"/>
              <a:gd name="connsiteX5-69" fmla="*/ 588727 w 708147"/>
              <a:gd name="connsiteY5-70" fmla="*/ 764307 h 764307"/>
              <a:gd name="connsiteX6-71" fmla="*/ 0 w 708147"/>
              <a:gd name="connsiteY6-72" fmla="*/ 111935 h 76430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708147" h="764307">
                <a:moveTo>
                  <a:pt x="0" y="111935"/>
                </a:moveTo>
                <a:cubicBezTo>
                  <a:pt x="0" y="45981"/>
                  <a:pt x="45108" y="0"/>
                  <a:pt x="111062" y="0"/>
                </a:cubicBezTo>
                <a:lnTo>
                  <a:pt x="588727" y="0"/>
                </a:lnTo>
                <a:cubicBezTo>
                  <a:pt x="654681" y="0"/>
                  <a:pt x="708147" y="53466"/>
                  <a:pt x="708147" y="119420"/>
                </a:cubicBezTo>
                <a:lnTo>
                  <a:pt x="708147" y="644887"/>
                </a:lnTo>
                <a:cubicBezTo>
                  <a:pt x="708147" y="710841"/>
                  <a:pt x="654681" y="764307"/>
                  <a:pt x="588727" y="764307"/>
                </a:cubicBezTo>
                <a:cubicBezTo>
                  <a:pt x="386871" y="540582"/>
                  <a:pt x="478818" y="644888"/>
                  <a:pt x="0" y="111935"/>
                </a:cubicBezTo>
                <a:close/>
              </a:path>
            </a:pathLst>
          </a:custGeom>
          <a:solidFill>
            <a:srgbClr val="5DCEAF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矩形: 圆角 8"/>
          <p:cNvSpPr/>
          <p:nvPr userDrawn="1"/>
        </p:nvSpPr>
        <p:spPr>
          <a:xfrm rot="2711003">
            <a:off x="-173387" y="-31420"/>
            <a:ext cx="469451" cy="590074"/>
          </a:xfrm>
          <a:custGeom>
            <a:avLst/>
            <a:gdLst>
              <a:gd name="connsiteX0" fmla="*/ 0 w 597488"/>
              <a:gd name="connsiteY0" fmla="*/ 99583 h 597488"/>
              <a:gd name="connsiteX1" fmla="*/ 99583 w 597488"/>
              <a:gd name="connsiteY1" fmla="*/ 0 h 597488"/>
              <a:gd name="connsiteX2" fmla="*/ 497905 w 597488"/>
              <a:gd name="connsiteY2" fmla="*/ 0 h 597488"/>
              <a:gd name="connsiteX3" fmla="*/ 597488 w 597488"/>
              <a:gd name="connsiteY3" fmla="*/ 99583 h 597488"/>
              <a:gd name="connsiteX4" fmla="*/ 597488 w 597488"/>
              <a:gd name="connsiteY4" fmla="*/ 497905 h 597488"/>
              <a:gd name="connsiteX5" fmla="*/ 497905 w 597488"/>
              <a:gd name="connsiteY5" fmla="*/ 597488 h 597488"/>
              <a:gd name="connsiteX6" fmla="*/ 99583 w 597488"/>
              <a:gd name="connsiteY6" fmla="*/ 597488 h 597488"/>
              <a:gd name="connsiteX7" fmla="*/ 0 w 597488"/>
              <a:gd name="connsiteY7" fmla="*/ 497905 h 597488"/>
              <a:gd name="connsiteX8" fmla="*/ 0 w 597488"/>
              <a:gd name="connsiteY8" fmla="*/ 99583 h 597488"/>
              <a:gd name="connsiteX0-1" fmla="*/ 0 w 597488"/>
              <a:gd name="connsiteY0-2" fmla="*/ 99583 h 597488"/>
              <a:gd name="connsiteX1-3" fmla="*/ 99583 w 597488"/>
              <a:gd name="connsiteY1-4" fmla="*/ 0 h 597488"/>
              <a:gd name="connsiteX2-5" fmla="*/ 497905 w 597488"/>
              <a:gd name="connsiteY2-6" fmla="*/ 0 h 597488"/>
              <a:gd name="connsiteX3-7" fmla="*/ 597488 w 597488"/>
              <a:gd name="connsiteY3-8" fmla="*/ 99583 h 597488"/>
              <a:gd name="connsiteX4-9" fmla="*/ 597488 w 597488"/>
              <a:gd name="connsiteY4-10" fmla="*/ 497905 h 597488"/>
              <a:gd name="connsiteX5-11" fmla="*/ 563225 w 597488"/>
              <a:gd name="connsiteY5-12" fmla="*/ 577132 h 597488"/>
              <a:gd name="connsiteX6-13" fmla="*/ 497905 w 597488"/>
              <a:gd name="connsiteY6-14" fmla="*/ 597488 h 597488"/>
              <a:gd name="connsiteX7-15" fmla="*/ 99583 w 597488"/>
              <a:gd name="connsiteY7-16" fmla="*/ 597488 h 597488"/>
              <a:gd name="connsiteX8-17" fmla="*/ 0 w 597488"/>
              <a:gd name="connsiteY8-18" fmla="*/ 497905 h 597488"/>
              <a:gd name="connsiteX9" fmla="*/ 0 w 597488"/>
              <a:gd name="connsiteY9" fmla="*/ 99583 h 597488"/>
              <a:gd name="connsiteX0-19" fmla="*/ 0 w 597488"/>
              <a:gd name="connsiteY0-20" fmla="*/ 99583 h 597488"/>
              <a:gd name="connsiteX1-21" fmla="*/ 99583 w 597488"/>
              <a:gd name="connsiteY1-22" fmla="*/ 0 h 597488"/>
              <a:gd name="connsiteX2-23" fmla="*/ 266879 w 597488"/>
              <a:gd name="connsiteY2-24" fmla="*/ 1152 h 597488"/>
              <a:gd name="connsiteX3-25" fmla="*/ 497905 w 597488"/>
              <a:gd name="connsiteY3-26" fmla="*/ 0 h 597488"/>
              <a:gd name="connsiteX4-27" fmla="*/ 597488 w 597488"/>
              <a:gd name="connsiteY4-28" fmla="*/ 99583 h 597488"/>
              <a:gd name="connsiteX5-29" fmla="*/ 597488 w 597488"/>
              <a:gd name="connsiteY5-30" fmla="*/ 497905 h 597488"/>
              <a:gd name="connsiteX6-31" fmla="*/ 563225 w 597488"/>
              <a:gd name="connsiteY6-32" fmla="*/ 577132 h 597488"/>
              <a:gd name="connsiteX7-33" fmla="*/ 497905 w 597488"/>
              <a:gd name="connsiteY7-34" fmla="*/ 597488 h 597488"/>
              <a:gd name="connsiteX8-35" fmla="*/ 99583 w 597488"/>
              <a:gd name="connsiteY8-36" fmla="*/ 597488 h 597488"/>
              <a:gd name="connsiteX9-37" fmla="*/ 0 w 597488"/>
              <a:gd name="connsiteY9-38" fmla="*/ 497905 h 597488"/>
              <a:gd name="connsiteX10" fmla="*/ 0 w 597488"/>
              <a:gd name="connsiteY10" fmla="*/ 99583 h 597488"/>
              <a:gd name="connsiteX0-39" fmla="*/ 0 w 597488"/>
              <a:gd name="connsiteY0-40" fmla="*/ 99583 h 597488"/>
              <a:gd name="connsiteX1-41" fmla="*/ 99583 w 597488"/>
              <a:gd name="connsiteY1-42" fmla="*/ 0 h 597488"/>
              <a:gd name="connsiteX2-43" fmla="*/ 266879 w 597488"/>
              <a:gd name="connsiteY2-44" fmla="*/ 1152 h 597488"/>
              <a:gd name="connsiteX3-45" fmla="*/ 497905 w 597488"/>
              <a:gd name="connsiteY3-46" fmla="*/ 0 h 597488"/>
              <a:gd name="connsiteX4-47" fmla="*/ 597488 w 597488"/>
              <a:gd name="connsiteY4-48" fmla="*/ 99583 h 597488"/>
              <a:gd name="connsiteX5-49" fmla="*/ 597488 w 597488"/>
              <a:gd name="connsiteY5-50" fmla="*/ 497905 h 597488"/>
              <a:gd name="connsiteX6-51" fmla="*/ 563225 w 597488"/>
              <a:gd name="connsiteY6-52" fmla="*/ 577132 h 597488"/>
              <a:gd name="connsiteX7-53" fmla="*/ 497905 w 597488"/>
              <a:gd name="connsiteY7-54" fmla="*/ 597488 h 597488"/>
              <a:gd name="connsiteX8-55" fmla="*/ 99583 w 597488"/>
              <a:gd name="connsiteY8-56" fmla="*/ 597488 h 597488"/>
              <a:gd name="connsiteX9-57" fmla="*/ 0 w 597488"/>
              <a:gd name="connsiteY9-58" fmla="*/ 497905 h 597488"/>
              <a:gd name="connsiteX10-59" fmla="*/ 2747 w 597488"/>
              <a:gd name="connsiteY10-60" fmla="*/ 303216 h 597488"/>
              <a:gd name="connsiteX11" fmla="*/ 0 w 597488"/>
              <a:gd name="connsiteY11" fmla="*/ 99583 h 597488"/>
              <a:gd name="connsiteX0-61" fmla="*/ 2747 w 597488"/>
              <a:gd name="connsiteY0-62" fmla="*/ 303216 h 597488"/>
              <a:gd name="connsiteX1-63" fmla="*/ 99583 w 597488"/>
              <a:gd name="connsiteY1-64" fmla="*/ 0 h 597488"/>
              <a:gd name="connsiteX2-65" fmla="*/ 266879 w 597488"/>
              <a:gd name="connsiteY2-66" fmla="*/ 1152 h 597488"/>
              <a:gd name="connsiteX3-67" fmla="*/ 497905 w 597488"/>
              <a:gd name="connsiteY3-68" fmla="*/ 0 h 597488"/>
              <a:gd name="connsiteX4-69" fmla="*/ 597488 w 597488"/>
              <a:gd name="connsiteY4-70" fmla="*/ 99583 h 597488"/>
              <a:gd name="connsiteX5-71" fmla="*/ 597488 w 597488"/>
              <a:gd name="connsiteY5-72" fmla="*/ 497905 h 597488"/>
              <a:gd name="connsiteX6-73" fmla="*/ 563225 w 597488"/>
              <a:gd name="connsiteY6-74" fmla="*/ 577132 h 597488"/>
              <a:gd name="connsiteX7-75" fmla="*/ 497905 w 597488"/>
              <a:gd name="connsiteY7-76" fmla="*/ 597488 h 597488"/>
              <a:gd name="connsiteX8-77" fmla="*/ 99583 w 597488"/>
              <a:gd name="connsiteY8-78" fmla="*/ 597488 h 597488"/>
              <a:gd name="connsiteX9-79" fmla="*/ 0 w 597488"/>
              <a:gd name="connsiteY9-80" fmla="*/ 497905 h 597488"/>
              <a:gd name="connsiteX10-81" fmla="*/ 2747 w 597488"/>
              <a:gd name="connsiteY10-82" fmla="*/ 303216 h 597488"/>
              <a:gd name="connsiteX0-83" fmla="*/ 2747 w 597488"/>
              <a:gd name="connsiteY0-84" fmla="*/ 303216 h 597488"/>
              <a:gd name="connsiteX1-85" fmla="*/ 266879 w 597488"/>
              <a:gd name="connsiteY1-86" fmla="*/ 1152 h 597488"/>
              <a:gd name="connsiteX2-87" fmla="*/ 497905 w 597488"/>
              <a:gd name="connsiteY2-88" fmla="*/ 0 h 597488"/>
              <a:gd name="connsiteX3-89" fmla="*/ 597488 w 597488"/>
              <a:gd name="connsiteY3-90" fmla="*/ 99583 h 597488"/>
              <a:gd name="connsiteX4-91" fmla="*/ 597488 w 597488"/>
              <a:gd name="connsiteY4-92" fmla="*/ 497905 h 597488"/>
              <a:gd name="connsiteX5-93" fmla="*/ 563225 w 597488"/>
              <a:gd name="connsiteY5-94" fmla="*/ 577132 h 597488"/>
              <a:gd name="connsiteX6-95" fmla="*/ 497905 w 597488"/>
              <a:gd name="connsiteY6-96" fmla="*/ 597488 h 597488"/>
              <a:gd name="connsiteX7-97" fmla="*/ 99583 w 597488"/>
              <a:gd name="connsiteY7-98" fmla="*/ 597488 h 597488"/>
              <a:gd name="connsiteX8-99" fmla="*/ 0 w 597488"/>
              <a:gd name="connsiteY8-100" fmla="*/ 497905 h 597488"/>
              <a:gd name="connsiteX9-101" fmla="*/ 2747 w 597488"/>
              <a:gd name="connsiteY9-102" fmla="*/ 303216 h 597488"/>
              <a:gd name="connsiteX0-103" fmla="*/ 2747 w 597488"/>
              <a:gd name="connsiteY0-104" fmla="*/ 303216 h 597488"/>
              <a:gd name="connsiteX1-105" fmla="*/ 266879 w 597488"/>
              <a:gd name="connsiteY1-106" fmla="*/ 1152 h 597488"/>
              <a:gd name="connsiteX2-107" fmla="*/ 497905 w 597488"/>
              <a:gd name="connsiteY2-108" fmla="*/ 0 h 597488"/>
              <a:gd name="connsiteX3-109" fmla="*/ 597488 w 597488"/>
              <a:gd name="connsiteY3-110" fmla="*/ 99583 h 597488"/>
              <a:gd name="connsiteX4-111" fmla="*/ 597488 w 597488"/>
              <a:gd name="connsiteY4-112" fmla="*/ 497905 h 597488"/>
              <a:gd name="connsiteX5-113" fmla="*/ 563225 w 597488"/>
              <a:gd name="connsiteY5-114" fmla="*/ 577132 h 597488"/>
              <a:gd name="connsiteX6-115" fmla="*/ 497905 w 597488"/>
              <a:gd name="connsiteY6-116" fmla="*/ 597488 h 597488"/>
              <a:gd name="connsiteX7-117" fmla="*/ 99583 w 597488"/>
              <a:gd name="connsiteY7-118" fmla="*/ 597488 h 597488"/>
              <a:gd name="connsiteX8-119" fmla="*/ 0 w 597488"/>
              <a:gd name="connsiteY8-120" fmla="*/ 497905 h 597488"/>
              <a:gd name="connsiteX9-121" fmla="*/ 2747 w 597488"/>
              <a:gd name="connsiteY9-122" fmla="*/ 303216 h 597488"/>
              <a:gd name="connsiteX0-123" fmla="*/ 2747 w 597488"/>
              <a:gd name="connsiteY0-124" fmla="*/ 303216 h 597488"/>
              <a:gd name="connsiteX1-125" fmla="*/ 266879 w 597488"/>
              <a:gd name="connsiteY1-126" fmla="*/ 1152 h 597488"/>
              <a:gd name="connsiteX2-127" fmla="*/ 497905 w 597488"/>
              <a:gd name="connsiteY2-128" fmla="*/ 0 h 597488"/>
              <a:gd name="connsiteX3-129" fmla="*/ 597488 w 597488"/>
              <a:gd name="connsiteY3-130" fmla="*/ 99583 h 597488"/>
              <a:gd name="connsiteX4-131" fmla="*/ 597488 w 597488"/>
              <a:gd name="connsiteY4-132" fmla="*/ 497905 h 597488"/>
              <a:gd name="connsiteX5-133" fmla="*/ 563225 w 597488"/>
              <a:gd name="connsiteY5-134" fmla="*/ 577132 h 597488"/>
              <a:gd name="connsiteX6-135" fmla="*/ 497905 w 597488"/>
              <a:gd name="connsiteY6-136" fmla="*/ 597488 h 597488"/>
              <a:gd name="connsiteX7-137" fmla="*/ 99583 w 597488"/>
              <a:gd name="connsiteY7-138" fmla="*/ 597488 h 597488"/>
              <a:gd name="connsiteX8-139" fmla="*/ 0 w 597488"/>
              <a:gd name="connsiteY8-140" fmla="*/ 497905 h 597488"/>
              <a:gd name="connsiteX9-141" fmla="*/ 2747 w 597488"/>
              <a:gd name="connsiteY9-142" fmla="*/ 303216 h 597488"/>
              <a:gd name="connsiteX0-143" fmla="*/ 2747 w 597488"/>
              <a:gd name="connsiteY0-144" fmla="*/ 303216 h 597488"/>
              <a:gd name="connsiteX1-145" fmla="*/ 108791 w 597488"/>
              <a:gd name="connsiteY1-146" fmla="*/ 172053 h 597488"/>
              <a:gd name="connsiteX2-147" fmla="*/ 266879 w 597488"/>
              <a:gd name="connsiteY2-148" fmla="*/ 1152 h 597488"/>
              <a:gd name="connsiteX3-149" fmla="*/ 497905 w 597488"/>
              <a:gd name="connsiteY3-150" fmla="*/ 0 h 597488"/>
              <a:gd name="connsiteX4-151" fmla="*/ 597488 w 597488"/>
              <a:gd name="connsiteY4-152" fmla="*/ 99583 h 597488"/>
              <a:gd name="connsiteX5-153" fmla="*/ 597488 w 597488"/>
              <a:gd name="connsiteY5-154" fmla="*/ 497905 h 597488"/>
              <a:gd name="connsiteX6-155" fmla="*/ 563225 w 597488"/>
              <a:gd name="connsiteY6-156" fmla="*/ 577132 h 597488"/>
              <a:gd name="connsiteX7-157" fmla="*/ 497905 w 597488"/>
              <a:gd name="connsiteY7-158" fmla="*/ 597488 h 597488"/>
              <a:gd name="connsiteX8-159" fmla="*/ 99583 w 597488"/>
              <a:gd name="connsiteY8-160" fmla="*/ 597488 h 597488"/>
              <a:gd name="connsiteX9-161" fmla="*/ 0 w 597488"/>
              <a:gd name="connsiteY9-162" fmla="*/ 497905 h 597488"/>
              <a:gd name="connsiteX10-163" fmla="*/ 2747 w 597488"/>
              <a:gd name="connsiteY10-164" fmla="*/ 303216 h 597488"/>
              <a:gd name="connsiteX0-165" fmla="*/ 0 w 597488"/>
              <a:gd name="connsiteY0-166" fmla="*/ 497905 h 597488"/>
              <a:gd name="connsiteX1-167" fmla="*/ 108791 w 597488"/>
              <a:gd name="connsiteY1-168" fmla="*/ 172053 h 597488"/>
              <a:gd name="connsiteX2-169" fmla="*/ 266879 w 597488"/>
              <a:gd name="connsiteY2-170" fmla="*/ 1152 h 597488"/>
              <a:gd name="connsiteX3-171" fmla="*/ 497905 w 597488"/>
              <a:gd name="connsiteY3-172" fmla="*/ 0 h 597488"/>
              <a:gd name="connsiteX4-173" fmla="*/ 597488 w 597488"/>
              <a:gd name="connsiteY4-174" fmla="*/ 99583 h 597488"/>
              <a:gd name="connsiteX5-175" fmla="*/ 597488 w 597488"/>
              <a:gd name="connsiteY5-176" fmla="*/ 497905 h 597488"/>
              <a:gd name="connsiteX6-177" fmla="*/ 563225 w 597488"/>
              <a:gd name="connsiteY6-178" fmla="*/ 577132 h 597488"/>
              <a:gd name="connsiteX7-179" fmla="*/ 497905 w 597488"/>
              <a:gd name="connsiteY7-180" fmla="*/ 597488 h 597488"/>
              <a:gd name="connsiteX8-181" fmla="*/ 99583 w 597488"/>
              <a:gd name="connsiteY8-182" fmla="*/ 597488 h 597488"/>
              <a:gd name="connsiteX9-183" fmla="*/ 0 w 597488"/>
              <a:gd name="connsiteY9-184" fmla="*/ 497905 h 597488"/>
              <a:gd name="connsiteX0-185" fmla="*/ 32939 w 530844"/>
              <a:gd name="connsiteY0-186" fmla="*/ 597488 h 597488"/>
              <a:gd name="connsiteX1-187" fmla="*/ 42147 w 530844"/>
              <a:gd name="connsiteY1-188" fmla="*/ 172053 h 597488"/>
              <a:gd name="connsiteX2-189" fmla="*/ 200235 w 530844"/>
              <a:gd name="connsiteY2-190" fmla="*/ 1152 h 597488"/>
              <a:gd name="connsiteX3-191" fmla="*/ 431261 w 530844"/>
              <a:gd name="connsiteY3-192" fmla="*/ 0 h 597488"/>
              <a:gd name="connsiteX4-193" fmla="*/ 530844 w 530844"/>
              <a:gd name="connsiteY4-194" fmla="*/ 99583 h 597488"/>
              <a:gd name="connsiteX5-195" fmla="*/ 530844 w 530844"/>
              <a:gd name="connsiteY5-196" fmla="*/ 497905 h 597488"/>
              <a:gd name="connsiteX6-197" fmla="*/ 496581 w 530844"/>
              <a:gd name="connsiteY6-198" fmla="*/ 577132 h 597488"/>
              <a:gd name="connsiteX7-199" fmla="*/ 431261 w 530844"/>
              <a:gd name="connsiteY7-200" fmla="*/ 597488 h 597488"/>
              <a:gd name="connsiteX8-201" fmla="*/ 32939 w 530844"/>
              <a:gd name="connsiteY8-202" fmla="*/ 597488 h 597488"/>
              <a:gd name="connsiteX0-203" fmla="*/ 389114 w 488697"/>
              <a:gd name="connsiteY0-204" fmla="*/ 597488 h 597488"/>
              <a:gd name="connsiteX1-205" fmla="*/ 0 w 488697"/>
              <a:gd name="connsiteY1-206" fmla="*/ 172053 h 597488"/>
              <a:gd name="connsiteX2-207" fmla="*/ 158088 w 488697"/>
              <a:gd name="connsiteY2-208" fmla="*/ 1152 h 597488"/>
              <a:gd name="connsiteX3-209" fmla="*/ 389114 w 488697"/>
              <a:gd name="connsiteY3-210" fmla="*/ 0 h 597488"/>
              <a:gd name="connsiteX4-211" fmla="*/ 488697 w 488697"/>
              <a:gd name="connsiteY4-212" fmla="*/ 99583 h 597488"/>
              <a:gd name="connsiteX5-213" fmla="*/ 488697 w 488697"/>
              <a:gd name="connsiteY5-214" fmla="*/ 497905 h 597488"/>
              <a:gd name="connsiteX6-215" fmla="*/ 454434 w 488697"/>
              <a:gd name="connsiteY6-216" fmla="*/ 577132 h 597488"/>
              <a:gd name="connsiteX7-217" fmla="*/ 389114 w 488697"/>
              <a:gd name="connsiteY7-218" fmla="*/ 597488 h 597488"/>
              <a:gd name="connsiteX0-219" fmla="*/ 454434 w 500360"/>
              <a:gd name="connsiteY0-220" fmla="*/ 577132 h 599103"/>
              <a:gd name="connsiteX1-221" fmla="*/ 0 w 500360"/>
              <a:gd name="connsiteY1-222" fmla="*/ 172053 h 599103"/>
              <a:gd name="connsiteX2-223" fmla="*/ 158088 w 500360"/>
              <a:gd name="connsiteY2-224" fmla="*/ 1152 h 599103"/>
              <a:gd name="connsiteX3-225" fmla="*/ 389114 w 500360"/>
              <a:gd name="connsiteY3-226" fmla="*/ 0 h 599103"/>
              <a:gd name="connsiteX4-227" fmla="*/ 488697 w 500360"/>
              <a:gd name="connsiteY4-228" fmla="*/ 99583 h 599103"/>
              <a:gd name="connsiteX5-229" fmla="*/ 488697 w 500360"/>
              <a:gd name="connsiteY5-230" fmla="*/ 497905 h 599103"/>
              <a:gd name="connsiteX6-231" fmla="*/ 454434 w 500360"/>
              <a:gd name="connsiteY6-232" fmla="*/ 577132 h 599103"/>
              <a:gd name="connsiteX0-233" fmla="*/ 454434 w 500360"/>
              <a:gd name="connsiteY0-234" fmla="*/ 577132 h 599103"/>
              <a:gd name="connsiteX1-235" fmla="*/ 0 w 500360"/>
              <a:gd name="connsiteY1-236" fmla="*/ 172053 h 599103"/>
              <a:gd name="connsiteX2-237" fmla="*/ 158088 w 500360"/>
              <a:gd name="connsiteY2-238" fmla="*/ 1152 h 599103"/>
              <a:gd name="connsiteX3-239" fmla="*/ 389114 w 500360"/>
              <a:gd name="connsiteY3-240" fmla="*/ 0 h 599103"/>
              <a:gd name="connsiteX4-241" fmla="*/ 488697 w 500360"/>
              <a:gd name="connsiteY4-242" fmla="*/ 99583 h 599103"/>
              <a:gd name="connsiteX5-243" fmla="*/ 488697 w 500360"/>
              <a:gd name="connsiteY5-244" fmla="*/ 497905 h 599103"/>
              <a:gd name="connsiteX6-245" fmla="*/ 454434 w 500360"/>
              <a:gd name="connsiteY6-246" fmla="*/ 577132 h 599103"/>
              <a:gd name="connsiteX0-247" fmla="*/ 454434 w 500360"/>
              <a:gd name="connsiteY0-248" fmla="*/ 577132 h 599103"/>
              <a:gd name="connsiteX1-249" fmla="*/ 0 w 500360"/>
              <a:gd name="connsiteY1-250" fmla="*/ 172053 h 599103"/>
              <a:gd name="connsiteX2-251" fmla="*/ 158088 w 500360"/>
              <a:gd name="connsiteY2-252" fmla="*/ 1152 h 599103"/>
              <a:gd name="connsiteX3-253" fmla="*/ 389114 w 500360"/>
              <a:gd name="connsiteY3-254" fmla="*/ 0 h 599103"/>
              <a:gd name="connsiteX4-255" fmla="*/ 488697 w 500360"/>
              <a:gd name="connsiteY4-256" fmla="*/ 99583 h 599103"/>
              <a:gd name="connsiteX5-257" fmla="*/ 488697 w 500360"/>
              <a:gd name="connsiteY5-258" fmla="*/ 497905 h 599103"/>
              <a:gd name="connsiteX6-259" fmla="*/ 454434 w 500360"/>
              <a:gd name="connsiteY6-260" fmla="*/ 577132 h 599103"/>
              <a:gd name="connsiteX0-261" fmla="*/ 454434 w 500360"/>
              <a:gd name="connsiteY0-262" fmla="*/ 577132 h 599103"/>
              <a:gd name="connsiteX1-263" fmla="*/ 0 w 500360"/>
              <a:gd name="connsiteY1-264" fmla="*/ 172053 h 599103"/>
              <a:gd name="connsiteX2-265" fmla="*/ 158088 w 500360"/>
              <a:gd name="connsiteY2-266" fmla="*/ 1152 h 599103"/>
              <a:gd name="connsiteX3-267" fmla="*/ 389114 w 500360"/>
              <a:gd name="connsiteY3-268" fmla="*/ 0 h 599103"/>
              <a:gd name="connsiteX4-269" fmla="*/ 488697 w 500360"/>
              <a:gd name="connsiteY4-270" fmla="*/ 99583 h 599103"/>
              <a:gd name="connsiteX5-271" fmla="*/ 488697 w 500360"/>
              <a:gd name="connsiteY5-272" fmla="*/ 497905 h 599103"/>
              <a:gd name="connsiteX6-273" fmla="*/ 454434 w 500360"/>
              <a:gd name="connsiteY6-274" fmla="*/ 577132 h 599103"/>
              <a:gd name="connsiteX0-275" fmla="*/ 454434 w 500360"/>
              <a:gd name="connsiteY0-276" fmla="*/ 577132 h 599103"/>
              <a:gd name="connsiteX1-277" fmla="*/ 0 w 500360"/>
              <a:gd name="connsiteY1-278" fmla="*/ 172053 h 599103"/>
              <a:gd name="connsiteX2-279" fmla="*/ 158088 w 500360"/>
              <a:gd name="connsiteY2-280" fmla="*/ 1152 h 599103"/>
              <a:gd name="connsiteX3-281" fmla="*/ 389114 w 500360"/>
              <a:gd name="connsiteY3-282" fmla="*/ 0 h 599103"/>
              <a:gd name="connsiteX4-283" fmla="*/ 488697 w 500360"/>
              <a:gd name="connsiteY4-284" fmla="*/ 99583 h 599103"/>
              <a:gd name="connsiteX5-285" fmla="*/ 488697 w 500360"/>
              <a:gd name="connsiteY5-286" fmla="*/ 497905 h 599103"/>
              <a:gd name="connsiteX6-287" fmla="*/ 454434 w 500360"/>
              <a:gd name="connsiteY6-288" fmla="*/ 577132 h 599103"/>
              <a:gd name="connsiteX0-289" fmla="*/ 454434 w 488697"/>
              <a:gd name="connsiteY0-290" fmla="*/ 577132 h 579017"/>
              <a:gd name="connsiteX1-291" fmla="*/ 0 w 488697"/>
              <a:gd name="connsiteY1-292" fmla="*/ 172053 h 579017"/>
              <a:gd name="connsiteX2-293" fmla="*/ 158088 w 488697"/>
              <a:gd name="connsiteY2-294" fmla="*/ 1152 h 579017"/>
              <a:gd name="connsiteX3-295" fmla="*/ 389114 w 488697"/>
              <a:gd name="connsiteY3-296" fmla="*/ 0 h 579017"/>
              <a:gd name="connsiteX4-297" fmla="*/ 488697 w 488697"/>
              <a:gd name="connsiteY4-298" fmla="*/ 99583 h 579017"/>
              <a:gd name="connsiteX5-299" fmla="*/ 488697 w 488697"/>
              <a:gd name="connsiteY5-300" fmla="*/ 497905 h 579017"/>
              <a:gd name="connsiteX6-301" fmla="*/ 454434 w 488697"/>
              <a:gd name="connsiteY6-302" fmla="*/ 577132 h 579017"/>
              <a:gd name="connsiteX0-303" fmla="*/ 454434 w 488697"/>
              <a:gd name="connsiteY0-304" fmla="*/ 577132 h 579017"/>
              <a:gd name="connsiteX1-305" fmla="*/ 0 w 488697"/>
              <a:gd name="connsiteY1-306" fmla="*/ 172053 h 579017"/>
              <a:gd name="connsiteX2-307" fmla="*/ 158088 w 488697"/>
              <a:gd name="connsiteY2-308" fmla="*/ 1152 h 579017"/>
              <a:gd name="connsiteX3-309" fmla="*/ 389114 w 488697"/>
              <a:gd name="connsiteY3-310" fmla="*/ 0 h 579017"/>
              <a:gd name="connsiteX4-311" fmla="*/ 488697 w 488697"/>
              <a:gd name="connsiteY4-312" fmla="*/ 99583 h 579017"/>
              <a:gd name="connsiteX5-313" fmla="*/ 488697 w 488697"/>
              <a:gd name="connsiteY5-314" fmla="*/ 497905 h 579017"/>
              <a:gd name="connsiteX6-315" fmla="*/ 454434 w 488697"/>
              <a:gd name="connsiteY6-316" fmla="*/ 577132 h 579017"/>
              <a:gd name="connsiteX0-317" fmla="*/ 454434 w 488697"/>
              <a:gd name="connsiteY0-318" fmla="*/ 577132 h 579017"/>
              <a:gd name="connsiteX1-319" fmla="*/ 0 w 488697"/>
              <a:gd name="connsiteY1-320" fmla="*/ 172053 h 579017"/>
              <a:gd name="connsiteX2-321" fmla="*/ 158088 w 488697"/>
              <a:gd name="connsiteY2-322" fmla="*/ 1152 h 579017"/>
              <a:gd name="connsiteX3-323" fmla="*/ 389114 w 488697"/>
              <a:gd name="connsiteY3-324" fmla="*/ 0 h 579017"/>
              <a:gd name="connsiteX4-325" fmla="*/ 488697 w 488697"/>
              <a:gd name="connsiteY4-326" fmla="*/ 99583 h 579017"/>
              <a:gd name="connsiteX5-327" fmla="*/ 488697 w 488697"/>
              <a:gd name="connsiteY5-328" fmla="*/ 497905 h 579017"/>
              <a:gd name="connsiteX6-329" fmla="*/ 454434 w 488697"/>
              <a:gd name="connsiteY6-330" fmla="*/ 577132 h 579017"/>
              <a:gd name="connsiteX0-331" fmla="*/ 437370 w 471633"/>
              <a:gd name="connsiteY0-332" fmla="*/ 577132 h 579017"/>
              <a:gd name="connsiteX1-333" fmla="*/ 0 w 471633"/>
              <a:gd name="connsiteY1-334" fmla="*/ 165531 h 579017"/>
              <a:gd name="connsiteX2-335" fmla="*/ 141024 w 471633"/>
              <a:gd name="connsiteY2-336" fmla="*/ 1152 h 579017"/>
              <a:gd name="connsiteX3-337" fmla="*/ 372050 w 471633"/>
              <a:gd name="connsiteY3-338" fmla="*/ 0 h 579017"/>
              <a:gd name="connsiteX4-339" fmla="*/ 471633 w 471633"/>
              <a:gd name="connsiteY4-340" fmla="*/ 99583 h 579017"/>
              <a:gd name="connsiteX5-341" fmla="*/ 471633 w 471633"/>
              <a:gd name="connsiteY5-342" fmla="*/ 497905 h 579017"/>
              <a:gd name="connsiteX6-343" fmla="*/ 437370 w 471633"/>
              <a:gd name="connsiteY6-344" fmla="*/ 577132 h 579017"/>
              <a:gd name="connsiteX0-345" fmla="*/ 437370 w 471633"/>
              <a:gd name="connsiteY0-346" fmla="*/ 577132 h 579017"/>
              <a:gd name="connsiteX1-347" fmla="*/ 0 w 471633"/>
              <a:gd name="connsiteY1-348" fmla="*/ 165531 h 579017"/>
              <a:gd name="connsiteX2-349" fmla="*/ 141024 w 471633"/>
              <a:gd name="connsiteY2-350" fmla="*/ 1152 h 579017"/>
              <a:gd name="connsiteX3-351" fmla="*/ 372050 w 471633"/>
              <a:gd name="connsiteY3-352" fmla="*/ 0 h 579017"/>
              <a:gd name="connsiteX4-353" fmla="*/ 471633 w 471633"/>
              <a:gd name="connsiteY4-354" fmla="*/ 99583 h 579017"/>
              <a:gd name="connsiteX5-355" fmla="*/ 471633 w 471633"/>
              <a:gd name="connsiteY5-356" fmla="*/ 497905 h 579017"/>
              <a:gd name="connsiteX6-357" fmla="*/ 437370 w 471633"/>
              <a:gd name="connsiteY6-358" fmla="*/ 577132 h 579017"/>
              <a:gd name="connsiteX0-359" fmla="*/ 437370 w 471633"/>
              <a:gd name="connsiteY0-360" fmla="*/ 577132 h 579017"/>
              <a:gd name="connsiteX1-361" fmla="*/ 0 w 471633"/>
              <a:gd name="connsiteY1-362" fmla="*/ 165531 h 579017"/>
              <a:gd name="connsiteX2-363" fmla="*/ 141024 w 471633"/>
              <a:gd name="connsiteY2-364" fmla="*/ 1152 h 579017"/>
              <a:gd name="connsiteX3-365" fmla="*/ 372050 w 471633"/>
              <a:gd name="connsiteY3-366" fmla="*/ 0 h 579017"/>
              <a:gd name="connsiteX4-367" fmla="*/ 471633 w 471633"/>
              <a:gd name="connsiteY4-368" fmla="*/ 99583 h 579017"/>
              <a:gd name="connsiteX5-369" fmla="*/ 471633 w 471633"/>
              <a:gd name="connsiteY5-370" fmla="*/ 497905 h 579017"/>
              <a:gd name="connsiteX6-371" fmla="*/ 437370 w 471633"/>
              <a:gd name="connsiteY6-372" fmla="*/ 577132 h 579017"/>
              <a:gd name="connsiteX0-373" fmla="*/ 437370 w 471633"/>
              <a:gd name="connsiteY0-374" fmla="*/ 577132 h 579017"/>
              <a:gd name="connsiteX1-375" fmla="*/ 0 w 471633"/>
              <a:gd name="connsiteY1-376" fmla="*/ 165531 h 579017"/>
              <a:gd name="connsiteX2-377" fmla="*/ 141024 w 471633"/>
              <a:gd name="connsiteY2-378" fmla="*/ 1152 h 579017"/>
              <a:gd name="connsiteX3-379" fmla="*/ 372050 w 471633"/>
              <a:gd name="connsiteY3-380" fmla="*/ 0 h 579017"/>
              <a:gd name="connsiteX4-381" fmla="*/ 471633 w 471633"/>
              <a:gd name="connsiteY4-382" fmla="*/ 99583 h 579017"/>
              <a:gd name="connsiteX5-383" fmla="*/ 471633 w 471633"/>
              <a:gd name="connsiteY5-384" fmla="*/ 497905 h 579017"/>
              <a:gd name="connsiteX6-385" fmla="*/ 437370 w 471633"/>
              <a:gd name="connsiteY6-386" fmla="*/ 577132 h 579017"/>
              <a:gd name="connsiteX0-387" fmla="*/ 445204 w 479467"/>
              <a:gd name="connsiteY0-388" fmla="*/ 577132 h 579017"/>
              <a:gd name="connsiteX1-389" fmla="*/ 0 w 479467"/>
              <a:gd name="connsiteY1-390" fmla="*/ 161940 h 579017"/>
              <a:gd name="connsiteX2-391" fmla="*/ 148858 w 479467"/>
              <a:gd name="connsiteY2-392" fmla="*/ 1152 h 579017"/>
              <a:gd name="connsiteX3-393" fmla="*/ 379884 w 479467"/>
              <a:gd name="connsiteY3-394" fmla="*/ 0 h 579017"/>
              <a:gd name="connsiteX4-395" fmla="*/ 479467 w 479467"/>
              <a:gd name="connsiteY4-396" fmla="*/ 99583 h 579017"/>
              <a:gd name="connsiteX5-397" fmla="*/ 479467 w 479467"/>
              <a:gd name="connsiteY5-398" fmla="*/ 497905 h 579017"/>
              <a:gd name="connsiteX6-399" fmla="*/ 445204 w 479467"/>
              <a:gd name="connsiteY6-400" fmla="*/ 577132 h 579017"/>
              <a:gd name="connsiteX0-401" fmla="*/ 445204 w 479467"/>
              <a:gd name="connsiteY0-402" fmla="*/ 577132 h 579017"/>
              <a:gd name="connsiteX1-403" fmla="*/ 0 w 479467"/>
              <a:gd name="connsiteY1-404" fmla="*/ 161940 h 579017"/>
              <a:gd name="connsiteX2-405" fmla="*/ 148858 w 479467"/>
              <a:gd name="connsiteY2-406" fmla="*/ 1152 h 579017"/>
              <a:gd name="connsiteX3-407" fmla="*/ 379884 w 479467"/>
              <a:gd name="connsiteY3-408" fmla="*/ 0 h 579017"/>
              <a:gd name="connsiteX4-409" fmla="*/ 479467 w 479467"/>
              <a:gd name="connsiteY4-410" fmla="*/ 99583 h 579017"/>
              <a:gd name="connsiteX5-411" fmla="*/ 479467 w 479467"/>
              <a:gd name="connsiteY5-412" fmla="*/ 497905 h 579017"/>
              <a:gd name="connsiteX6-413" fmla="*/ 445204 w 479467"/>
              <a:gd name="connsiteY6-414" fmla="*/ 577132 h 579017"/>
              <a:gd name="connsiteX0-415" fmla="*/ 445204 w 479467"/>
              <a:gd name="connsiteY0-416" fmla="*/ 577132 h 579017"/>
              <a:gd name="connsiteX1-417" fmla="*/ 0 w 479467"/>
              <a:gd name="connsiteY1-418" fmla="*/ 161940 h 579017"/>
              <a:gd name="connsiteX2-419" fmla="*/ 148858 w 479467"/>
              <a:gd name="connsiteY2-420" fmla="*/ 1152 h 579017"/>
              <a:gd name="connsiteX3-421" fmla="*/ 379884 w 479467"/>
              <a:gd name="connsiteY3-422" fmla="*/ 0 h 579017"/>
              <a:gd name="connsiteX4-423" fmla="*/ 479467 w 479467"/>
              <a:gd name="connsiteY4-424" fmla="*/ 99583 h 579017"/>
              <a:gd name="connsiteX5-425" fmla="*/ 479467 w 479467"/>
              <a:gd name="connsiteY5-426" fmla="*/ 497905 h 579017"/>
              <a:gd name="connsiteX6-427" fmla="*/ 445204 w 479467"/>
              <a:gd name="connsiteY6-428" fmla="*/ 577132 h 579017"/>
              <a:gd name="connsiteX0-429" fmla="*/ 445204 w 479467"/>
              <a:gd name="connsiteY0-430" fmla="*/ 577702 h 579587"/>
              <a:gd name="connsiteX1-431" fmla="*/ 0 w 479467"/>
              <a:gd name="connsiteY1-432" fmla="*/ 162510 h 579587"/>
              <a:gd name="connsiteX2-433" fmla="*/ 170070 w 479467"/>
              <a:gd name="connsiteY2-434" fmla="*/ 0 h 579587"/>
              <a:gd name="connsiteX3-435" fmla="*/ 379884 w 479467"/>
              <a:gd name="connsiteY3-436" fmla="*/ 570 h 579587"/>
              <a:gd name="connsiteX4-437" fmla="*/ 479467 w 479467"/>
              <a:gd name="connsiteY4-438" fmla="*/ 100153 h 579587"/>
              <a:gd name="connsiteX5-439" fmla="*/ 479467 w 479467"/>
              <a:gd name="connsiteY5-440" fmla="*/ 498475 h 579587"/>
              <a:gd name="connsiteX6-441" fmla="*/ 445204 w 479467"/>
              <a:gd name="connsiteY6-442" fmla="*/ 577702 h 579587"/>
              <a:gd name="connsiteX0-443" fmla="*/ 428863 w 463126"/>
              <a:gd name="connsiteY0-444" fmla="*/ 577702 h 579587"/>
              <a:gd name="connsiteX1-445" fmla="*/ 0 w 463126"/>
              <a:gd name="connsiteY1-446" fmla="*/ 169073 h 579587"/>
              <a:gd name="connsiteX2-447" fmla="*/ 153729 w 463126"/>
              <a:gd name="connsiteY2-448" fmla="*/ 0 h 579587"/>
              <a:gd name="connsiteX3-449" fmla="*/ 363543 w 463126"/>
              <a:gd name="connsiteY3-450" fmla="*/ 570 h 579587"/>
              <a:gd name="connsiteX4-451" fmla="*/ 463126 w 463126"/>
              <a:gd name="connsiteY4-452" fmla="*/ 100153 h 579587"/>
              <a:gd name="connsiteX5-453" fmla="*/ 463126 w 463126"/>
              <a:gd name="connsiteY5-454" fmla="*/ 498475 h 579587"/>
              <a:gd name="connsiteX6-455" fmla="*/ 428863 w 463126"/>
              <a:gd name="connsiteY6-456" fmla="*/ 577702 h 579587"/>
              <a:gd name="connsiteX0-457" fmla="*/ 428863 w 463126"/>
              <a:gd name="connsiteY0-458" fmla="*/ 577702 h 579587"/>
              <a:gd name="connsiteX1-459" fmla="*/ 0 w 463126"/>
              <a:gd name="connsiteY1-460" fmla="*/ 169073 h 579587"/>
              <a:gd name="connsiteX2-461" fmla="*/ 153729 w 463126"/>
              <a:gd name="connsiteY2-462" fmla="*/ 0 h 579587"/>
              <a:gd name="connsiteX3-463" fmla="*/ 363543 w 463126"/>
              <a:gd name="connsiteY3-464" fmla="*/ 570 h 579587"/>
              <a:gd name="connsiteX4-465" fmla="*/ 463126 w 463126"/>
              <a:gd name="connsiteY4-466" fmla="*/ 100153 h 579587"/>
              <a:gd name="connsiteX5-467" fmla="*/ 463126 w 463126"/>
              <a:gd name="connsiteY5-468" fmla="*/ 498475 h 579587"/>
              <a:gd name="connsiteX6-469" fmla="*/ 428863 w 463126"/>
              <a:gd name="connsiteY6-470" fmla="*/ 577702 h 579587"/>
              <a:gd name="connsiteX0-471" fmla="*/ 420729 w 454992"/>
              <a:gd name="connsiteY0-472" fmla="*/ 577702 h 579587"/>
              <a:gd name="connsiteX1-473" fmla="*/ 0 w 454992"/>
              <a:gd name="connsiteY1-474" fmla="*/ 160777 h 579587"/>
              <a:gd name="connsiteX2-475" fmla="*/ 145595 w 454992"/>
              <a:gd name="connsiteY2-476" fmla="*/ 0 h 579587"/>
              <a:gd name="connsiteX3-477" fmla="*/ 355409 w 454992"/>
              <a:gd name="connsiteY3-478" fmla="*/ 570 h 579587"/>
              <a:gd name="connsiteX4-479" fmla="*/ 454992 w 454992"/>
              <a:gd name="connsiteY4-480" fmla="*/ 100153 h 579587"/>
              <a:gd name="connsiteX5-481" fmla="*/ 454992 w 454992"/>
              <a:gd name="connsiteY5-482" fmla="*/ 498475 h 579587"/>
              <a:gd name="connsiteX6-483" fmla="*/ 420729 w 454992"/>
              <a:gd name="connsiteY6-484" fmla="*/ 577702 h 579587"/>
              <a:gd name="connsiteX0-485" fmla="*/ 414232 w 448495"/>
              <a:gd name="connsiteY0-486" fmla="*/ 577702 h 579587"/>
              <a:gd name="connsiteX1-487" fmla="*/ 0 w 448495"/>
              <a:gd name="connsiteY1-488" fmla="*/ 150830 h 579587"/>
              <a:gd name="connsiteX2-489" fmla="*/ 139098 w 448495"/>
              <a:gd name="connsiteY2-490" fmla="*/ 0 h 579587"/>
              <a:gd name="connsiteX3-491" fmla="*/ 348912 w 448495"/>
              <a:gd name="connsiteY3-492" fmla="*/ 570 h 579587"/>
              <a:gd name="connsiteX4-493" fmla="*/ 448495 w 448495"/>
              <a:gd name="connsiteY4-494" fmla="*/ 100153 h 579587"/>
              <a:gd name="connsiteX5-495" fmla="*/ 448495 w 448495"/>
              <a:gd name="connsiteY5-496" fmla="*/ 498475 h 579587"/>
              <a:gd name="connsiteX6-497" fmla="*/ 414232 w 448495"/>
              <a:gd name="connsiteY6-498" fmla="*/ 577702 h 579587"/>
              <a:gd name="connsiteX0-499" fmla="*/ 419112 w 453375"/>
              <a:gd name="connsiteY0-500" fmla="*/ 577702 h 579587"/>
              <a:gd name="connsiteX1-501" fmla="*/ 0 w 453375"/>
              <a:gd name="connsiteY1-502" fmla="*/ 155807 h 579587"/>
              <a:gd name="connsiteX2-503" fmla="*/ 143978 w 453375"/>
              <a:gd name="connsiteY2-504" fmla="*/ 0 h 579587"/>
              <a:gd name="connsiteX3-505" fmla="*/ 353792 w 453375"/>
              <a:gd name="connsiteY3-506" fmla="*/ 570 h 579587"/>
              <a:gd name="connsiteX4-507" fmla="*/ 453375 w 453375"/>
              <a:gd name="connsiteY4-508" fmla="*/ 100153 h 579587"/>
              <a:gd name="connsiteX5-509" fmla="*/ 453375 w 453375"/>
              <a:gd name="connsiteY5-510" fmla="*/ 498475 h 579587"/>
              <a:gd name="connsiteX6-511" fmla="*/ 419112 w 453375"/>
              <a:gd name="connsiteY6-512" fmla="*/ 577702 h 579587"/>
              <a:gd name="connsiteX0-513" fmla="*/ 419112 w 453375"/>
              <a:gd name="connsiteY0-514" fmla="*/ 577132 h 579017"/>
              <a:gd name="connsiteX1-515" fmla="*/ 0 w 453375"/>
              <a:gd name="connsiteY1-516" fmla="*/ 155237 h 579017"/>
              <a:gd name="connsiteX2-517" fmla="*/ 152144 w 453375"/>
              <a:gd name="connsiteY2-518" fmla="*/ 1058 h 579017"/>
              <a:gd name="connsiteX3-519" fmla="*/ 353792 w 453375"/>
              <a:gd name="connsiteY3-520" fmla="*/ 0 h 579017"/>
              <a:gd name="connsiteX4-521" fmla="*/ 453375 w 453375"/>
              <a:gd name="connsiteY4-522" fmla="*/ 99583 h 579017"/>
              <a:gd name="connsiteX5-523" fmla="*/ 453375 w 453375"/>
              <a:gd name="connsiteY5-524" fmla="*/ 497905 h 579017"/>
              <a:gd name="connsiteX6-525" fmla="*/ 419112 w 453375"/>
              <a:gd name="connsiteY6-526" fmla="*/ 577132 h 579017"/>
              <a:gd name="connsiteX0-527" fmla="*/ 419112 w 453375"/>
              <a:gd name="connsiteY0-528" fmla="*/ 577132 h 579017"/>
              <a:gd name="connsiteX1-529" fmla="*/ 0 w 453375"/>
              <a:gd name="connsiteY1-530" fmla="*/ 155237 h 579017"/>
              <a:gd name="connsiteX2-531" fmla="*/ 152144 w 453375"/>
              <a:gd name="connsiteY2-532" fmla="*/ 1058 h 579017"/>
              <a:gd name="connsiteX3-533" fmla="*/ 353792 w 453375"/>
              <a:gd name="connsiteY3-534" fmla="*/ 0 h 579017"/>
              <a:gd name="connsiteX4-535" fmla="*/ 453375 w 453375"/>
              <a:gd name="connsiteY4-536" fmla="*/ 99583 h 579017"/>
              <a:gd name="connsiteX5-537" fmla="*/ 453375 w 453375"/>
              <a:gd name="connsiteY5-538" fmla="*/ 497905 h 579017"/>
              <a:gd name="connsiteX6-539" fmla="*/ 419112 w 453375"/>
              <a:gd name="connsiteY6-540" fmla="*/ 577132 h 579017"/>
              <a:gd name="connsiteX0-541" fmla="*/ 420749 w 455012"/>
              <a:gd name="connsiteY0-542" fmla="*/ 577132 h 579017"/>
              <a:gd name="connsiteX1-543" fmla="*/ 0 w 455012"/>
              <a:gd name="connsiteY1-544" fmla="*/ 153587 h 579017"/>
              <a:gd name="connsiteX2-545" fmla="*/ 153781 w 455012"/>
              <a:gd name="connsiteY2-546" fmla="*/ 1058 h 579017"/>
              <a:gd name="connsiteX3-547" fmla="*/ 355429 w 455012"/>
              <a:gd name="connsiteY3-548" fmla="*/ 0 h 579017"/>
              <a:gd name="connsiteX4-549" fmla="*/ 455012 w 455012"/>
              <a:gd name="connsiteY4-550" fmla="*/ 99583 h 579017"/>
              <a:gd name="connsiteX5-551" fmla="*/ 455012 w 455012"/>
              <a:gd name="connsiteY5-552" fmla="*/ 497905 h 579017"/>
              <a:gd name="connsiteX6-553" fmla="*/ 420749 w 455012"/>
              <a:gd name="connsiteY6-554" fmla="*/ 577132 h 579017"/>
              <a:gd name="connsiteX0-555" fmla="*/ 420749 w 455012"/>
              <a:gd name="connsiteY0-556" fmla="*/ 577723 h 579608"/>
              <a:gd name="connsiteX1-557" fmla="*/ 0 w 455012"/>
              <a:gd name="connsiteY1-558" fmla="*/ 154178 h 579608"/>
              <a:gd name="connsiteX2-559" fmla="*/ 152144 w 455012"/>
              <a:gd name="connsiteY2-560" fmla="*/ 0 h 579608"/>
              <a:gd name="connsiteX3-561" fmla="*/ 355429 w 455012"/>
              <a:gd name="connsiteY3-562" fmla="*/ 591 h 579608"/>
              <a:gd name="connsiteX4-563" fmla="*/ 455012 w 455012"/>
              <a:gd name="connsiteY4-564" fmla="*/ 100174 h 579608"/>
              <a:gd name="connsiteX5-565" fmla="*/ 455012 w 455012"/>
              <a:gd name="connsiteY5-566" fmla="*/ 498496 h 579608"/>
              <a:gd name="connsiteX6-567" fmla="*/ 420749 w 455012"/>
              <a:gd name="connsiteY6-568" fmla="*/ 577723 h 579608"/>
              <a:gd name="connsiteX0-569" fmla="*/ 420749 w 455012"/>
              <a:gd name="connsiteY0-570" fmla="*/ 577723 h 579608"/>
              <a:gd name="connsiteX1-571" fmla="*/ 0 w 455012"/>
              <a:gd name="connsiteY1-572" fmla="*/ 154178 h 579608"/>
              <a:gd name="connsiteX2-573" fmla="*/ 152144 w 455012"/>
              <a:gd name="connsiteY2-574" fmla="*/ 0 h 579608"/>
              <a:gd name="connsiteX3-575" fmla="*/ 355429 w 455012"/>
              <a:gd name="connsiteY3-576" fmla="*/ 591 h 579608"/>
              <a:gd name="connsiteX4-577" fmla="*/ 455012 w 455012"/>
              <a:gd name="connsiteY4-578" fmla="*/ 100174 h 579608"/>
              <a:gd name="connsiteX5-579" fmla="*/ 455012 w 455012"/>
              <a:gd name="connsiteY5-580" fmla="*/ 498496 h 579608"/>
              <a:gd name="connsiteX6-581" fmla="*/ 420749 w 455012"/>
              <a:gd name="connsiteY6-582" fmla="*/ 577723 h 579608"/>
              <a:gd name="connsiteX0-583" fmla="*/ 420749 w 455012"/>
              <a:gd name="connsiteY0-584" fmla="*/ 577723 h 579608"/>
              <a:gd name="connsiteX1-585" fmla="*/ 0 w 455012"/>
              <a:gd name="connsiteY1-586" fmla="*/ 154178 h 579608"/>
              <a:gd name="connsiteX2-587" fmla="*/ 152144 w 455012"/>
              <a:gd name="connsiteY2-588" fmla="*/ 0 h 579608"/>
              <a:gd name="connsiteX3-589" fmla="*/ 355429 w 455012"/>
              <a:gd name="connsiteY3-590" fmla="*/ 591 h 579608"/>
              <a:gd name="connsiteX4-591" fmla="*/ 455012 w 455012"/>
              <a:gd name="connsiteY4-592" fmla="*/ 100174 h 579608"/>
              <a:gd name="connsiteX5-593" fmla="*/ 455012 w 455012"/>
              <a:gd name="connsiteY5-594" fmla="*/ 498496 h 579608"/>
              <a:gd name="connsiteX6-595" fmla="*/ 420749 w 455012"/>
              <a:gd name="connsiteY6-596" fmla="*/ 577723 h 579608"/>
              <a:gd name="connsiteX0-597" fmla="*/ 420749 w 455012"/>
              <a:gd name="connsiteY0-598" fmla="*/ 577714 h 579599"/>
              <a:gd name="connsiteX1-599" fmla="*/ 0 w 455012"/>
              <a:gd name="connsiteY1-600" fmla="*/ 154169 h 579599"/>
              <a:gd name="connsiteX2-601" fmla="*/ 148881 w 455012"/>
              <a:gd name="connsiteY2-602" fmla="*/ 0 h 579599"/>
              <a:gd name="connsiteX3-603" fmla="*/ 355429 w 455012"/>
              <a:gd name="connsiteY3-604" fmla="*/ 582 h 579599"/>
              <a:gd name="connsiteX4-605" fmla="*/ 455012 w 455012"/>
              <a:gd name="connsiteY4-606" fmla="*/ 100165 h 579599"/>
              <a:gd name="connsiteX5-607" fmla="*/ 455012 w 455012"/>
              <a:gd name="connsiteY5-608" fmla="*/ 498487 h 579599"/>
              <a:gd name="connsiteX6-609" fmla="*/ 420749 w 455012"/>
              <a:gd name="connsiteY6-610" fmla="*/ 577714 h 579599"/>
              <a:gd name="connsiteX0-611" fmla="*/ 424023 w 458286"/>
              <a:gd name="connsiteY0-612" fmla="*/ 577714 h 579599"/>
              <a:gd name="connsiteX1-613" fmla="*/ 0 w 458286"/>
              <a:gd name="connsiteY1-614" fmla="*/ 150872 h 579599"/>
              <a:gd name="connsiteX2-615" fmla="*/ 152155 w 458286"/>
              <a:gd name="connsiteY2-616" fmla="*/ 0 h 579599"/>
              <a:gd name="connsiteX3-617" fmla="*/ 358703 w 458286"/>
              <a:gd name="connsiteY3-618" fmla="*/ 582 h 579599"/>
              <a:gd name="connsiteX4-619" fmla="*/ 458286 w 458286"/>
              <a:gd name="connsiteY4-620" fmla="*/ 100165 h 579599"/>
              <a:gd name="connsiteX5-621" fmla="*/ 458286 w 458286"/>
              <a:gd name="connsiteY5-622" fmla="*/ 498487 h 579599"/>
              <a:gd name="connsiteX6-623" fmla="*/ 424023 w 458286"/>
              <a:gd name="connsiteY6-624" fmla="*/ 577714 h 579599"/>
              <a:gd name="connsiteX0-625" fmla="*/ 424023 w 458286"/>
              <a:gd name="connsiteY0-626" fmla="*/ 577714 h 579599"/>
              <a:gd name="connsiteX1-627" fmla="*/ 0 w 458286"/>
              <a:gd name="connsiteY1-628" fmla="*/ 150873 h 579599"/>
              <a:gd name="connsiteX2-629" fmla="*/ 152155 w 458286"/>
              <a:gd name="connsiteY2-630" fmla="*/ 0 h 579599"/>
              <a:gd name="connsiteX3-631" fmla="*/ 358703 w 458286"/>
              <a:gd name="connsiteY3-632" fmla="*/ 582 h 579599"/>
              <a:gd name="connsiteX4-633" fmla="*/ 458286 w 458286"/>
              <a:gd name="connsiteY4-634" fmla="*/ 100165 h 579599"/>
              <a:gd name="connsiteX5-635" fmla="*/ 458286 w 458286"/>
              <a:gd name="connsiteY5-636" fmla="*/ 498487 h 579599"/>
              <a:gd name="connsiteX6-637" fmla="*/ 424023 w 458286"/>
              <a:gd name="connsiteY6-638" fmla="*/ 577714 h 579599"/>
              <a:gd name="connsiteX0-639" fmla="*/ 420758 w 455021"/>
              <a:gd name="connsiteY0-640" fmla="*/ 577714 h 579599"/>
              <a:gd name="connsiteX1-641" fmla="*/ 0 w 455021"/>
              <a:gd name="connsiteY1-642" fmla="*/ 150861 h 579599"/>
              <a:gd name="connsiteX2-643" fmla="*/ 148890 w 455021"/>
              <a:gd name="connsiteY2-644" fmla="*/ 0 h 579599"/>
              <a:gd name="connsiteX3-645" fmla="*/ 355438 w 455021"/>
              <a:gd name="connsiteY3-646" fmla="*/ 582 h 579599"/>
              <a:gd name="connsiteX4-647" fmla="*/ 455021 w 455021"/>
              <a:gd name="connsiteY4-648" fmla="*/ 100165 h 579599"/>
              <a:gd name="connsiteX5-649" fmla="*/ 455021 w 455021"/>
              <a:gd name="connsiteY5-650" fmla="*/ 498487 h 579599"/>
              <a:gd name="connsiteX6-651" fmla="*/ 420758 w 455021"/>
              <a:gd name="connsiteY6-652" fmla="*/ 577714 h 579599"/>
              <a:gd name="connsiteX0-653" fmla="*/ 420758 w 455021"/>
              <a:gd name="connsiteY0-654" fmla="*/ 577714 h 579599"/>
              <a:gd name="connsiteX1-655" fmla="*/ 0 w 455021"/>
              <a:gd name="connsiteY1-656" fmla="*/ 150861 h 579599"/>
              <a:gd name="connsiteX2-657" fmla="*/ 148890 w 455021"/>
              <a:gd name="connsiteY2-658" fmla="*/ 0 h 579599"/>
              <a:gd name="connsiteX3-659" fmla="*/ 355438 w 455021"/>
              <a:gd name="connsiteY3-660" fmla="*/ 582 h 579599"/>
              <a:gd name="connsiteX4-661" fmla="*/ 455021 w 455021"/>
              <a:gd name="connsiteY4-662" fmla="*/ 100165 h 579599"/>
              <a:gd name="connsiteX5-663" fmla="*/ 455021 w 455021"/>
              <a:gd name="connsiteY5-664" fmla="*/ 498487 h 579599"/>
              <a:gd name="connsiteX6-665" fmla="*/ 420758 w 455021"/>
              <a:gd name="connsiteY6-666" fmla="*/ 577714 h 5795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55021" h="579599">
                <a:moveTo>
                  <a:pt x="420758" y="577714"/>
                </a:moveTo>
                <a:lnTo>
                  <a:pt x="0" y="150861"/>
                </a:lnTo>
                <a:cubicBezTo>
                  <a:pt x="106333" y="44964"/>
                  <a:pt x="25853" y="126431"/>
                  <a:pt x="148890" y="0"/>
                </a:cubicBezTo>
                <a:lnTo>
                  <a:pt x="355438" y="582"/>
                </a:lnTo>
                <a:cubicBezTo>
                  <a:pt x="410436" y="582"/>
                  <a:pt x="455021" y="45167"/>
                  <a:pt x="455021" y="100165"/>
                </a:cubicBezTo>
                <a:lnTo>
                  <a:pt x="455021" y="498487"/>
                </a:lnTo>
                <a:cubicBezTo>
                  <a:pt x="449311" y="578078"/>
                  <a:pt x="458659" y="584098"/>
                  <a:pt x="420758" y="577714"/>
                </a:cubicBezTo>
                <a:close/>
              </a:path>
            </a:pathLst>
          </a:custGeom>
          <a:solidFill>
            <a:srgbClr val="4E67C8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bg>
      <p:bgPr>
        <a:solidFill>
          <a:srgbClr val="F7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/>
          <a:srcRect l="6847" t="12150" r="3418" b="7071"/>
          <a:stretch>
            <a:fillRect/>
          </a:stretch>
        </p:blipFill>
        <p:spPr>
          <a:xfrm>
            <a:off x="239810" y="199176"/>
            <a:ext cx="4403969" cy="71901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4023" y="5378867"/>
            <a:ext cx="4490485" cy="150116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35637"/>
            <a:ext cx="10028465" cy="113291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16C88-1DBC-4A6F-B7E7-3EF051E8B71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16C88-1DBC-4A6F-B7E7-3EF051E8B71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16C88-1DBC-4A6F-B7E7-3EF051E8B71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16C88-1DBC-4A6F-B7E7-3EF051E8B71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16C88-1DBC-4A6F-B7E7-3EF051E8B71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16C88-1DBC-4A6F-B7E7-3EF051E8B71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16C88-1DBC-4A6F-B7E7-3EF051E8B71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16C88-1DBC-4A6F-B7E7-3EF051E8B71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16C88-1DBC-4A6F-B7E7-3EF051E8B71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16C88-1DBC-4A6F-B7E7-3EF051E8B71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B8A7E-8CFB-4EE6-B02F-58142BF95AC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">
        <p:fade/>
      </p:transition>
    </mc:Choice>
    <mc:Fallback xmlns="">
      <p:transition spd="med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F6A2AD-7F4A-9E64-5021-F9AEF27A8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734A23D-F60C-2789-8E03-72C275B663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6D10D6-5027-AEA7-908C-817186409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D0B2B-00B7-4C92-B54F-A8F2229FC1FB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E9124D-EB4C-DB04-21FE-9FED01267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FCF702-26F6-72C4-681F-3C6F5C5A5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D5954-FD52-430C-AA5B-11D02365A5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0807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0EE124-22F3-46D8-7528-27D7C6035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E19695-C3DC-8AFE-8567-58A1088AE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2DBCD9-9EC0-4F7C-855C-5045ED8FA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D0B2B-00B7-4C92-B54F-A8F2229FC1FB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CA2109-8B2F-3841-23C7-AC7544208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31F3EE-46AA-F049-2E19-BC23E74DB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D5954-FD52-430C-AA5B-11D02365A5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6805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68CC71-7058-7781-F1EF-3418457BD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CC61F7-F370-A669-4AA5-95243B607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4E7302-5F0E-62BC-F0C2-2640497CC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D0B2B-00B7-4C92-B54F-A8F2229FC1FB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1B2EF4-2316-2689-EF12-A6A9C0813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1AB6A7-65F9-A8FB-C0D2-50BACB2AF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D5954-FD52-430C-AA5B-11D02365A5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4740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55D4C6-383E-3698-4B3E-2317C6990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5E81C6-AC10-C4B8-0DF2-2371AF7A65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5D4B82-DEB7-5949-3737-F3A1A09B95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2F8EE2-83B6-1AB2-AA96-9B93E8B10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D0B2B-00B7-4C92-B54F-A8F2229FC1FB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D35F03-6AC2-48C7-01CA-130C5327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CEFCA2-D33F-E1EF-4C29-AECD1F08B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D5954-FD52-430C-AA5B-11D02365A5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0103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3B51B2-4B83-9172-0668-4004C9E66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7F1830-17A5-003B-61A3-1D8FBC3A4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A69F60-F976-5C8C-540F-8EE9833294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8AE248D-FFE2-6DB0-3613-34B5CFBAFC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FBAC0B9-3600-FF3D-3A5E-682D14235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9A665BC-92D6-2739-4B46-3C92AE94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D0B2B-00B7-4C92-B54F-A8F2229FC1FB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44F6551-05D9-83F5-656A-806714230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C2A68DC-4ADD-51A2-B039-D5AA3213E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D5954-FD52-430C-AA5B-11D02365A5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2532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6B7DAA-2265-093C-1203-B5BDD64D1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26E8A80-7D6B-ACFF-2160-F80057A95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D0B2B-00B7-4C92-B54F-A8F2229FC1FB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2108773-85F1-4C31-6430-61AF15710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2630B2D-22F5-7D0F-E16E-6F1FBE945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D5954-FD52-430C-AA5B-11D02365A5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5297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2107363-1100-44A4-975B-0906F3E9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D0B2B-00B7-4C92-B54F-A8F2229FC1FB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15677CC-F786-3AAE-3010-85FFFBC2E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C9F89F-35C9-10DD-D7AA-1098F04E5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D5954-FD52-430C-AA5B-11D02365A5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53565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196538-4FD8-62F3-701A-FB024DD30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7B6DED-F35F-B99D-FFCE-6A6A7158B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357BC31-3184-2C4C-D80F-C74F041B68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14BDCF-3558-6B58-7C8E-96E70046A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D0B2B-00B7-4C92-B54F-A8F2229FC1FB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B07D2C-4E52-1708-7E34-4029F6B08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845461-8291-5DE8-D6E4-8F533FB87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D5954-FD52-430C-AA5B-11D02365A5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5792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984DDD-55F1-AABE-61CF-16FB80120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B8D8CC3-1F47-7CF7-FCA7-BF452AC930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FE953B-7958-0CE3-4B26-27FF9B728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9304AF-390E-6682-5608-AC0A5C194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D0B2B-00B7-4C92-B54F-A8F2229FC1FB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7A2570-AB7D-4A1C-871B-85A12A61C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1D2639-01E8-CE38-B362-33990E251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D5954-FD52-430C-AA5B-11D02365A5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06607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2AFC13-EA33-1BD0-E8D4-80BA5B0E7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734A9C8-20CB-F430-544D-C41330518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FA2101-C919-2238-198E-8AA98BE28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D0B2B-00B7-4C92-B54F-A8F2229FC1FB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9B7D18-21F6-C8D9-19E5-37B732F3C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6616AD-92B9-F56E-69B2-306D78602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D5954-FD52-430C-AA5B-11D02365A5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676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971D5E1-841C-B1B2-416F-79E0A4377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0E8CA9-072A-0826-E590-1BA506BA6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1E174A-EFBF-DCE2-2DC6-A0A5584F3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D0B2B-00B7-4C92-B54F-A8F2229FC1FB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A92651-066F-2B9A-AA46-1038D6E29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0C0C84-C4C8-547C-33B1-8EB7744FB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D5954-FD52-430C-AA5B-11D02365A5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5415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16C88-1DBC-4A6F-B7E7-3EF051E8B715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BB8A7E-8CFB-4EE6-B02F-58142BF95AC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2FFDE54-E21C-82F8-5747-A0AEEA5A1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D4C3E7-C116-8C8C-A968-7F5667A74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34F593-3F93-4DD6-8FB9-3145A24DE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FD0B2B-00B7-4C92-B54F-A8F2229FC1FB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1B2B6C-7010-3FB4-D00B-1452793592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BBA6C8-524A-F4D1-EACF-B323CA40FA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FD5954-FD52-430C-AA5B-11D02365A5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972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45880" y="1464101"/>
            <a:ext cx="1027708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2025-2026B</a:t>
            </a:r>
            <a:r>
              <a:rPr lang="zh-CN" altLang="en-US" sz="4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东城高三政治综合练习（一）</a:t>
            </a:r>
            <a:endParaRPr lang="en-US" altLang="zh-CN" sz="4000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4000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4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主观题细则</a:t>
            </a:r>
            <a:endParaRPr lang="en-US" altLang="zh-CN" sz="4000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4000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8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2026.4</a:t>
            </a:r>
          </a:p>
          <a:p>
            <a:pPr algn="ctr"/>
            <a:endParaRPr lang="en-US" altLang="zh-CN" sz="2800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15D8DAF-5271-082C-FCEA-4D2CBBAE3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160" y="81648"/>
            <a:ext cx="9667680" cy="669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538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7CE4E09-0D8A-8985-AC1D-FA1DC00E6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160" y="81648"/>
            <a:ext cx="9667680" cy="6694703"/>
          </a:xfrm>
          <a:prstGeom prst="rect">
            <a:avLst/>
          </a:prstGeom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88E1D10-3C1E-69DD-D97E-58A5F2BF2044}"/>
              </a:ext>
            </a:extLst>
          </p:cNvPr>
          <p:cNvCxnSpPr/>
          <p:nvPr/>
        </p:nvCxnSpPr>
        <p:spPr>
          <a:xfrm>
            <a:off x="3996267" y="1566333"/>
            <a:ext cx="572346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B4C5092F-F571-639E-0E8F-7A1CF2294EC9}"/>
              </a:ext>
            </a:extLst>
          </p:cNvPr>
          <p:cNvSpPr txBox="1"/>
          <p:nvPr/>
        </p:nvSpPr>
        <p:spPr>
          <a:xfrm>
            <a:off x="7272867" y="635932"/>
            <a:ext cx="4157133" cy="132802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诉讼调解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→ 推动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纠纷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实质性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化解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以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为贵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效率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或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节约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司法资源 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7DDD24E-F944-111F-6612-81F9D471A27C}"/>
              </a:ext>
            </a:extLst>
          </p:cNvPr>
          <p:cNvCxnSpPr>
            <a:cxnSpLocks/>
          </p:cNvCxnSpPr>
          <p:nvPr/>
        </p:nvCxnSpPr>
        <p:spPr>
          <a:xfrm>
            <a:off x="7645400" y="3310466"/>
            <a:ext cx="152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CECA8FCC-8650-8104-D57E-AF1128598112}"/>
              </a:ext>
            </a:extLst>
          </p:cNvPr>
          <p:cNvSpPr txBox="1"/>
          <p:nvPr/>
        </p:nvSpPr>
        <p:spPr>
          <a:xfrm>
            <a:off x="1363133" y="2298751"/>
            <a:ext cx="6282267" cy="173664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严惩（主观恶性和社会危害性大）的知识产权侵权，贯彻了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公平原则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加大侵权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成本 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分）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→ 警示规范，保护当事人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合法权益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，有利于维护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市场秩序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公平竞争（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分）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4ED229C7-3C99-61E6-584B-7D6916C1A33F}"/>
              </a:ext>
            </a:extLst>
          </p:cNvPr>
          <p:cNvCxnSpPr>
            <a:cxnSpLocks/>
          </p:cNvCxnSpPr>
          <p:nvPr/>
        </p:nvCxnSpPr>
        <p:spPr>
          <a:xfrm>
            <a:off x="5410200" y="5596466"/>
            <a:ext cx="1524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C784B945-3C75-3F97-2541-E44162550B97}"/>
              </a:ext>
            </a:extLst>
          </p:cNvPr>
          <p:cNvSpPr txBox="1"/>
          <p:nvPr/>
        </p:nvSpPr>
        <p:spPr>
          <a:xfrm>
            <a:off x="6400800" y="4370193"/>
            <a:ext cx="5410201" cy="214526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驳回并谴责恶意诉讼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法院惩治滥用程序权利的行为（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分）→ 贯彻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诚信原则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，明确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权利行使界限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权利义务统一，维护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诉讼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司法秩序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，节约司法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资源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（与案例一不重复给）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180A2A1-C6C8-1045-5718-7912BBF17020}"/>
              </a:ext>
            </a:extLst>
          </p:cNvPr>
          <p:cNvSpPr txBox="1"/>
          <p:nvPr/>
        </p:nvSpPr>
        <p:spPr>
          <a:xfrm>
            <a:off x="380999" y="4728143"/>
            <a:ext cx="5300133" cy="173664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总：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公正司法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以事实为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依据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，以法律为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准绳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司法裁判导向作用（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分）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保护知识产权就是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保护创新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创新活力（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分）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7394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8A92A1D-DDA6-7ED3-EBB0-4358B8ABF410}"/>
              </a:ext>
            </a:extLst>
          </p:cNvPr>
          <p:cNvSpPr txBox="1"/>
          <p:nvPr/>
        </p:nvSpPr>
        <p:spPr>
          <a:xfrm>
            <a:off x="406398" y="117201"/>
            <a:ext cx="42926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案例一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诉讼调解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分）替：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调解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1D4B4D6-8014-E62F-01C4-E053ED2CC19F}"/>
              </a:ext>
            </a:extLst>
          </p:cNvPr>
          <p:cNvSpPr txBox="1"/>
          <p:nvPr/>
        </p:nvSpPr>
        <p:spPr>
          <a:xfrm>
            <a:off x="5689602" y="18019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推动纠纷实质性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化解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（表达出“解决问题”）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以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为贵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和谐价值观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法德结合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效率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节约司法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资源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      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分）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B0B4A8CC-4B20-E136-9D46-6DD6838C6DD2}"/>
              </a:ext>
            </a:extLst>
          </p:cNvPr>
          <p:cNvSpPr/>
          <p:nvPr/>
        </p:nvSpPr>
        <p:spPr>
          <a:xfrm>
            <a:off x="4944533" y="516566"/>
            <a:ext cx="499534" cy="38243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1C66D01-CAD8-6848-1506-17B6372D023F}"/>
              </a:ext>
            </a:extLst>
          </p:cNvPr>
          <p:cNvSpPr txBox="1"/>
          <p:nvPr/>
        </p:nvSpPr>
        <p:spPr>
          <a:xfrm>
            <a:off x="406397" y="1336215"/>
            <a:ext cx="567690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案例二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惩罚性赔偿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严惩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（主观恶性强，社会危害大）知产侵权，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增加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侵权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成本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分）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替：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不正当竞争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消费者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知情权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注意：不是混淆行为“搭便车”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1240FC-7BB8-E0C0-8F6C-B377EE26ADEC}"/>
              </a:ext>
            </a:extLst>
          </p:cNvPr>
          <p:cNvSpPr txBox="1"/>
          <p:nvPr/>
        </p:nvSpPr>
        <p:spPr>
          <a:xfrm>
            <a:off x="6614589" y="1859340"/>
            <a:ext cx="52472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警示规范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作用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保护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当事人合法权益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市场秩序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诚信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原则（与案例三不重复给），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公平竞争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公平正义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分）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7CFF875A-82AA-6997-EA72-5884AAECDA38}"/>
              </a:ext>
            </a:extLst>
          </p:cNvPr>
          <p:cNvSpPr/>
          <p:nvPr/>
        </p:nvSpPr>
        <p:spPr>
          <a:xfrm>
            <a:off x="5833536" y="2563423"/>
            <a:ext cx="499534" cy="38243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34F3103-75D0-24AB-00B0-3B8746B12B4F}"/>
              </a:ext>
            </a:extLst>
          </p:cNvPr>
          <p:cNvSpPr txBox="1"/>
          <p:nvPr/>
        </p:nvSpPr>
        <p:spPr>
          <a:xfrm>
            <a:off x="406397" y="3806464"/>
            <a:ext cx="493607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案例三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驳回并谴责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恶意诉讼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滥用诉讼权利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的行为   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分）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注意：不是商业诋毁，不正当竞争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7F3FAE1-396A-B975-D960-41112A540914}"/>
              </a:ext>
            </a:extLst>
          </p:cNvPr>
          <p:cNvSpPr txBox="1"/>
          <p:nvPr/>
        </p:nvSpPr>
        <p:spPr>
          <a:xfrm>
            <a:off x="6223002" y="4119246"/>
            <a:ext cx="57996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诚信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原则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权利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行使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界限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权利义务统一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维护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诉讼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司法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秩序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（社会秩序不给）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节约司法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资源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（与案例一不重复给）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BE7B5E41-CE23-AFCA-5EB4-EC8C12B78A72}"/>
              </a:ext>
            </a:extLst>
          </p:cNvPr>
          <p:cNvSpPr/>
          <p:nvPr/>
        </p:nvSpPr>
        <p:spPr>
          <a:xfrm>
            <a:off x="5469466" y="4528195"/>
            <a:ext cx="499534" cy="38243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A94D42D-2AF9-36AA-2974-FDB216446DDA}"/>
              </a:ext>
            </a:extLst>
          </p:cNvPr>
          <p:cNvSpPr txBox="1"/>
          <p:nvPr/>
        </p:nvSpPr>
        <p:spPr>
          <a:xfrm>
            <a:off x="406397" y="5538049"/>
            <a:ext cx="116162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总说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可以混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进其他段落里）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【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法院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公正司法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以事实为依据，法律为准绳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发挥司法裁判导向作用（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分）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【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创新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保护知识产权就是保护创新，提升创新活力（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分）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7210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0807EE7-2AA3-3CD5-014D-D256FD7DD3EE}"/>
              </a:ext>
            </a:extLst>
          </p:cNvPr>
          <p:cNvSpPr txBox="1"/>
          <p:nvPr/>
        </p:nvSpPr>
        <p:spPr>
          <a:xfrm>
            <a:off x="2129365" y="1431715"/>
            <a:ext cx="7933269" cy="2935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教学建议：</a:t>
            </a:r>
            <a:endParaRPr lang="en-US" altLang="zh-CN" sz="2400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答题要规范（如何类问题的解答）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知识落实落细，明确核心知识的内涵和外延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有逻辑的回答问题</a:t>
            </a:r>
          </a:p>
        </p:txBody>
      </p:sp>
    </p:spTree>
    <p:extLst>
      <p:ext uri="{BB962C8B-B14F-4D97-AF65-F5344CB8AC3E}">
        <p14:creationId xmlns:p14="http://schemas.microsoft.com/office/powerpoint/2010/main" val="2359028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7F68616-8030-455C-DDA3-54A8D180D0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3" t="18149" r="7401" b="19136"/>
          <a:stretch>
            <a:fillRect/>
          </a:stretch>
        </p:blipFill>
        <p:spPr>
          <a:xfrm>
            <a:off x="1118083" y="795867"/>
            <a:ext cx="9955834" cy="550333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358E413-60EF-57AD-A4F2-3D79ED03D021}"/>
              </a:ext>
            </a:extLst>
          </p:cNvPr>
          <p:cNvSpPr txBox="1"/>
          <p:nvPr/>
        </p:nvSpPr>
        <p:spPr>
          <a:xfrm>
            <a:off x="1380864" y="224135"/>
            <a:ext cx="11676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满分卷</a:t>
            </a:r>
            <a:endParaRPr lang="zh-CN" altLang="en-US" sz="2400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0919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7F05F9C-5928-9610-E577-BFB9A0DCC079}"/>
              </a:ext>
            </a:extLst>
          </p:cNvPr>
          <p:cNvSpPr txBox="1"/>
          <p:nvPr/>
        </p:nvSpPr>
        <p:spPr>
          <a:xfrm>
            <a:off x="1380864" y="224135"/>
            <a:ext cx="11676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满分卷</a:t>
            </a:r>
            <a:endParaRPr lang="zh-CN" altLang="en-US" sz="2400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800941B-D664-BC7D-D966-F9862A634F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70" t="22716" r="21204" b="22469"/>
          <a:stretch>
            <a:fillRect/>
          </a:stretch>
        </p:blipFill>
        <p:spPr>
          <a:xfrm>
            <a:off x="1964665" y="892117"/>
            <a:ext cx="8698504" cy="5226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485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A4A5EC4-D694-3108-5FDD-9B0481946963}"/>
              </a:ext>
            </a:extLst>
          </p:cNvPr>
          <p:cNvSpPr txBox="1"/>
          <p:nvPr/>
        </p:nvSpPr>
        <p:spPr>
          <a:xfrm>
            <a:off x="1380864" y="224135"/>
            <a:ext cx="11676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满分卷</a:t>
            </a:r>
            <a:endParaRPr lang="zh-CN" altLang="en-US" sz="2400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1255FD3-0587-F358-9CCF-240EA7ABC1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92" t="27407" r="23241" b="19630"/>
          <a:stretch>
            <a:fillRect/>
          </a:stretch>
        </p:blipFill>
        <p:spPr>
          <a:xfrm>
            <a:off x="1888065" y="855133"/>
            <a:ext cx="8903678" cy="551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494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A9F8164-0CF9-698F-F3D6-8A89F77DBC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95" t="26173" r="23056" b="13457"/>
          <a:stretch>
            <a:fillRect/>
          </a:stretch>
        </p:blipFill>
        <p:spPr>
          <a:xfrm>
            <a:off x="1635729" y="1159932"/>
            <a:ext cx="8920542" cy="515620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9C18972-3979-A814-AAF8-5936EBDAAF37}"/>
              </a:ext>
            </a:extLst>
          </p:cNvPr>
          <p:cNvSpPr txBox="1"/>
          <p:nvPr/>
        </p:nvSpPr>
        <p:spPr>
          <a:xfrm>
            <a:off x="1380864" y="224135"/>
            <a:ext cx="49945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分卷，缺一个总结（法院角度）</a:t>
            </a:r>
            <a:endParaRPr lang="zh-CN" altLang="en-US" sz="2400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82664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04CF012-66FF-8104-6416-3A60D61DBC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36" t="14445" r="21180" b="25803"/>
          <a:stretch>
            <a:fillRect/>
          </a:stretch>
        </p:blipFill>
        <p:spPr>
          <a:xfrm>
            <a:off x="1159933" y="1244600"/>
            <a:ext cx="9711722" cy="52578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C54235B-F28B-4DB8-FA2D-E75827D157E0}"/>
              </a:ext>
            </a:extLst>
          </p:cNvPr>
          <p:cNvSpPr txBox="1"/>
          <p:nvPr/>
        </p:nvSpPr>
        <p:spPr>
          <a:xfrm>
            <a:off x="1397798" y="355600"/>
            <a:ext cx="11676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分卷</a:t>
            </a:r>
            <a:endParaRPr lang="zh-CN" altLang="en-US" sz="2400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7327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FE29E35-73D9-B47C-6F6F-39BF34E530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83" t="21976" r="22603" b="23086"/>
          <a:stretch>
            <a:fillRect/>
          </a:stretch>
        </p:blipFill>
        <p:spPr>
          <a:xfrm>
            <a:off x="1519765" y="1016001"/>
            <a:ext cx="8567640" cy="517313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1602718-E535-5495-FFD3-2382A800A38B}"/>
              </a:ext>
            </a:extLst>
          </p:cNvPr>
          <p:cNvSpPr txBox="1"/>
          <p:nvPr/>
        </p:nvSpPr>
        <p:spPr>
          <a:xfrm>
            <a:off x="1519765" y="410402"/>
            <a:ext cx="45762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分卷 </a:t>
            </a:r>
            <a:r>
              <a:rPr kumimoji="0" lang="zh-CN" altLang="en-US" sz="2400" i="0" u="none" strike="noStrike" kern="1200" cap="none" spc="0" normalizeH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案例分析不准确</a:t>
            </a:r>
            <a:endParaRPr lang="zh-CN" altLang="en-US" sz="2400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3639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94C9D8B-DE50-50B9-E6E7-73964C693D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42" t="24938" r="36389" b="34568"/>
          <a:stretch>
            <a:fillRect/>
          </a:stretch>
        </p:blipFill>
        <p:spPr>
          <a:xfrm>
            <a:off x="1644132" y="1388912"/>
            <a:ext cx="8642867" cy="436804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AB2A344-1D01-9DDF-1089-B678BB505DFC}"/>
              </a:ext>
            </a:extLst>
          </p:cNvPr>
          <p:cNvSpPr txBox="1"/>
          <p:nvPr/>
        </p:nvSpPr>
        <p:spPr>
          <a:xfrm>
            <a:off x="1389331" y="503535"/>
            <a:ext cx="45762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分卷 只有总结，没有案例分析</a:t>
            </a:r>
            <a:endParaRPr lang="zh-CN" altLang="en-US" sz="2400" dirty="0">
              <a:solidFill>
                <a:srgbClr val="22222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93367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4C1FF-62CE-5404-2C78-ABF5D9673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A166E9E-AD4E-D5B0-6016-3181928B8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45" y="555510"/>
            <a:ext cx="11612645" cy="596711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3082084-B41D-4EFC-0E6B-8CE49F32FDC2}"/>
              </a:ext>
            </a:extLst>
          </p:cNvPr>
          <p:cNvSpPr txBox="1"/>
          <p:nvPr/>
        </p:nvSpPr>
        <p:spPr>
          <a:xfrm>
            <a:off x="6646336" y="1625818"/>
            <a:ext cx="1303866" cy="51077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←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-B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DF75E2-C27E-0EC7-606B-3E350E0BCB78}"/>
              </a:ext>
            </a:extLst>
          </p:cNvPr>
          <p:cNvSpPr txBox="1"/>
          <p:nvPr/>
        </p:nvSpPr>
        <p:spPr>
          <a:xfrm>
            <a:off x="6604003" y="2607951"/>
            <a:ext cx="1549399" cy="51077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-B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∪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-C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3325B3A-7570-293E-340E-FEB9C9D31D75}"/>
              </a:ext>
            </a:extLst>
          </p:cNvPr>
          <p:cNvSpPr txBox="1"/>
          <p:nvPr/>
        </p:nvSpPr>
        <p:spPr>
          <a:xfrm>
            <a:off x="7175502" y="3678259"/>
            <a:ext cx="1485900" cy="51077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→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-B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5239381-FFCC-B83B-8658-515731F35B28}"/>
              </a:ext>
            </a:extLst>
          </p:cNvPr>
          <p:cNvSpPr txBox="1"/>
          <p:nvPr/>
        </p:nvSpPr>
        <p:spPr>
          <a:xfrm>
            <a:off x="8915402" y="1625818"/>
            <a:ext cx="1676398" cy="51077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假：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-B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F64AC14-2CE6-3B93-14A4-109DB7B7E5F8}"/>
              </a:ext>
            </a:extLst>
          </p:cNvPr>
          <p:cNvSpPr txBox="1"/>
          <p:nvPr/>
        </p:nvSpPr>
        <p:spPr>
          <a:xfrm>
            <a:off x="9152469" y="2607951"/>
            <a:ext cx="1557863" cy="51077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假：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FC92CB0-90D4-6672-0ACE-ACDBDC0A0E06}"/>
              </a:ext>
            </a:extLst>
          </p:cNvPr>
          <p:cNvSpPr txBox="1"/>
          <p:nvPr/>
        </p:nvSpPr>
        <p:spPr>
          <a:xfrm>
            <a:off x="9279468" y="3678259"/>
            <a:ext cx="1642531" cy="51077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假：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-C  B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47FC9AB-9E49-AF6A-17E4-FE8F40EABD05}"/>
              </a:ext>
            </a:extLst>
          </p:cNvPr>
          <p:cNvSpPr txBox="1"/>
          <p:nvPr/>
        </p:nvSpPr>
        <p:spPr>
          <a:xfrm>
            <a:off x="7636933" y="5196803"/>
            <a:ext cx="2714235" cy="510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-B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C/-C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√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E2BB0B6-0716-8EB6-89F9-C83BD3B3EF0F}"/>
              </a:ext>
            </a:extLst>
          </p:cNvPr>
          <p:cNvSpPr txBox="1"/>
          <p:nvPr/>
        </p:nvSpPr>
        <p:spPr>
          <a:xfrm>
            <a:off x="5405267" y="4282170"/>
            <a:ext cx="60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75D7E61-0B2B-F4FC-A69D-616485A4D9AC}"/>
              </a:ext>
            </a:extLst>
          </p:cNvPr>
          <p:cNvSpPr txBox="1"/>
          <p:nvPr/>
        </p:nvSpPr>
        <p:spPr>
          <a:xfrm>
            <a:off x="5675849" y="4922135"/>
            <a:ext cx="860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-C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73573BA-6EA5-5A19-10AB-FF828EA7920A}"/>
              </a:ext>
            </a:extLst>
          </p:cNvPr>
          <p:cNvSpPr txBox="1"/>
          <p:nvPr/>
        </p:nvSpPr>
        <p:spPr>
          <a:xfrm>
            <a:off x="4849647" y="5448963"/>
            <a:ext cx="860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47984FB-3017-3507-799D-373AE3E46BAC}"/>
              </a:ext>
            </a:extLst>
          </p:cNvPr>
          <p:cNvSpPr txBox="1"/>
          <p:nvPr/>
        </p:nvSpPr>
        <p:spPr>
          <a:xfrm>
            <a:off x="5245639" y="6037078"/>
            <a:ext cx="860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3C34700-36C2-7405-D716-82EEEAE0B7D9}"/>
              </a:ext>
            </a:extLst>
          </p:cNvPr>
          <p:cNvSpPr txBox="1"/>
          <p:nvPr/>
        </p:nvSpPr>
        <p:spPr>
          <a:xfrm>
            <a:off x="7825829" y="5228982"/>
            <a:ext cx="6265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8AACFB9A-DD48-6652-197A-58A4F2AFB3F5}"/>
              </a:ext>
            </a:extLst>
          </p:cNvPr>
          <p:cNvSpPr/>
          <p:nvPr/>
        </p:nvSpPr>
        <p:spPr>
          <a:xfrm>
            <a:off x="7738535" y="5054600"/>
            <a:ext cx="999067" cy="80433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F1F56BC-DACA-2D1A-176F-D55EDA56E5F6}"/>
              </a:ext>
            </a:extLst>
          </p:cNvPr>
          <p:cNvSpPr txBox="1"/>
          <p:nvPr/>
        </p:nvSpPr>
        <p:spPr>
          <a:xfrm>
            <a:off x="489345" y="275417"/>
            <a:ext cx="2973522" cy="510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太阳风带电粒子：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122C786-29D2-250C-68EE-A53B0BECC875}"/>
              </a:ext>
            </a:extLst>
          </p:cNvPr>
          <p:cNvSpPr txBox="1"/>
          <p:nvPr/>
        </p:nvSpPr>
        <p:spPr>
          <a:xfrm>
            <a:off x="3979365" y="275417"/>
            <a:ext cx="2683904" cy="510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星际中性粒子：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735445E-F1C7-C126-D657-3B0959B9EB40}"/>
              </a:ext>
            </a:extLst>
          </p:cNvPr>
          <p:cNvSpPr txBox="1"/>
          <p:nvPr/>
        </p:nvSpPr>
        <p:spPr>
          <a:xfrm>
            <a:off x="7302501" y="262447"/>
            <a:ext cx="3407831" cy="510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外日球层衍生例子：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2F5D8F1-12AE-78C5-4CEE-F76F307F5819}"/>
              </a:ext>
            </a:extLst>
          </p:cNvPr>
          <p:cNvSpPr txBox="1"/>
          <p:nvPr/>
        </p:nvSpPr>
        <p:spPr>
          <a:xfrm>
            <a:off x="6011706" y="6037078"/>
            <a:ext cx="860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√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6441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4" grpId="0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20" grpId="0"/>
      <p:bldP spid="21" grpId="0"/>
      <p:bldP spid="22" grpId="0"/>
      <p:bldP spid="23" grpId="0"/>
      <p:bldP spid="24" grpId="0"/>
      <p:bldP spid="25" grpId="0" animBg="1"/>
      <p:bldP spid="26" grpId="0" animBg="1"/>
      <p:bldP spid="27" grpId="0" animBg="1"/>
      <p:bldP spid="28" grpId="0" animBg="1"/>
      <p:bldP spid="2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6EDEB-B197-8A1D-6AF5-8B92E8304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0D0100D-10C3-505C-1601-E4EF9CCE9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45" y="555510"/>
            <a:ext cx="11612645" cy="596711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7771CB7-7733-0C72-9926-2C31500AC7F3}"/>
              </a:ext>
            </a:extLst>
          </p:cNvPr>
          <p:cNvSpPr txBox="1"/>
          <p:nvPr/>
        </p:nvSpPr>
        <p:spPr>
          <a:xfrm>
            <a:off x="489345" y="275417"/>
            <a:ext cx="2973522" cy="510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太阳风带电粒子：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F321026-1E36-D498-C347-01B8CC7035CA}"/>
              </a:ext>
            </a:extLst>
          </p:cNvPr>
          <p:cNvSpPr txBox="1"/>
          <p:nvPr/>
        </p:nvSpPr>
        <p:spPr>
          <a:xfrm>
            <a:off x="3979365" y="275417"/>
            <a:ext cx="2683904" cy="510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星际中性粒子：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5977EED-057E-A576-0851-9667BEAE893B}"/>
              </a:ext>
            </a:extLst>
          </p:cNvPr>
          <p:cNvSpPr txBox="1"/>
          <p:nvPr/>
        </p:nvSpPr>
        <p:spPr>
          <a:xfrm>
            <a:off x="7302501" y="262447"/>
            <a:ext cx="3407831" cy="510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外日球层衍生例子：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02EBA3-A56B-007A-C64C-0C4ABFD38159}"/>
              </a:ext>
            </a:extLst>
          </p:cNvPr>
          <p:cNvSpPr txBox="1"/>
          <p:nvPr/>
        </p:nvSpPr>
        <p:spPr>
          <a:xfrm>
            <a:off x="3852336" y="2008423"/>
            <a:ext cx="1303866" cy="51077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←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-B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2C1DFED-B072-9749-AEA4-412F4C93EC39}"/>
              </a:ext>
            </a:extLst>
          </p:cNvPr>
          <p:cNvSpPr txBox="1"/>
          <p:nvPr/>
        </p:nvSpPr>
        <p:spPr>
          <a:xfrm>
            <a:off x="3852336" y="2591017"/>
            <a:ext cx="1549399" cy="51077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-B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∪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-C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AF2433-1507-5EDB-530C-183337C15488}"/>
              </a:ext>
            </a:extLst>
          </p:cNvPr>
          <p:cNvSpPr txBox="1"/>
          <p:nvPr/>
        </p:nvSpPr>
        <p:spPr>
          <a:xfrm>
            <a:off x="3852336" y="3245428"/>
            <a:ext cx="1485900" cy="51077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→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-B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338307F-AC5D-5A9B-6248-62B7C8840F7F}"/>
              </a:ext>
            </a:extLst>
          </p:cNvPr>
          <p:cNvSpPr txBox="1"/>
          <p:nvPr/>
        </p:nvSpPr>
        <p:spPr>
          <a:xfrm>
            <a:off x="6417733" y="2008423"/>
            <a:ext cx="3615267" cy="51077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真：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 –B    -A B     A  B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9BFB02B-9D84-4F2C-2318-21859B1794AA}"/>
              </a:ext>
            </a:extLst>
          </p:cNvPr>
          <p:cNvSpPr txBox="1"/>
          <p:nvPr/>
        </p:nvSpPr>
        <p:spPr>
          <a:xfrm>
            <a:off x="6417733" y="2591017"/>
            <a:ext cx="3615267" cy="51077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真：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-B –C    -B C    B -C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2223ED7-35A6-C201-5FFF-C71F22643609}"/>
              </a:ext>
            </a:extLst>
          </p:cNvPr>
          <p:cNvSpPr txBox="1"/>
          <p:nvPr/>
        </p:nvSpPr>
        <p:spPr>
          <a:xfrm>
            <a:off x="6417733" y="3218639"/>
            <a:ext cx="3615267" cy="51077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真：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-B –C    -B C    B  C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18403E2-99EE-9EFB-0DAF-6C15BEE04367}"/>
              </a:ext>
            </a:extLst>
          </p:cNvPr>
          <p:cNvSpPr/>
          <p:nvPr/>
        </p:nvSpPr>
        <p:spPr>
          <a:xfrm>
            <a:off x="7078133" y="2591017"/>
            <a:ext cx="2048934" cy="115041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B7CE93A-8A1E-444C-6B03-B112337BD492}"/>
              </a:ext>
            </a:extLst>
          </p:cNvPr>
          <p:cNvSpPr txBox="1"/>
          <p:nvPr/>
        </p:nvSpPr>
        <p:spPr>
          <a:xfrm>
            <a:off x="7078133" y="4083411"/>
            <a:ext cx="2714235" cy="510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-B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C/-C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√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42EF5BF-0E0D-9238-D64F-C068585BC78B}"/>
              </a:ext>
            </a:extLst>
          </p:cNvPr>
          <p:cNvSpPr/>
          <p:nvPr/>
        </p:nvSpPr>
        <p:spPr>
          <a:xfrm>
            <a:off x="7078133" y="2008423"/>
            <a:ext cx="787400" cy="50339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671B89D-66ED-54A0-9157-A9F46D9C9221}"/>
              </a:ext>
            </a:extLst>
          </p:cNvPr>
          <p:cNvSpPr txBox="1"/>
          <p:nvPr/>
        </p:nvSpPr>
        <p:spPr>
          <a:xfrm>
            <a:off x="7267029" y="4139108"/>
            <a:ext cx="6265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A2D7F21C-4586-D0AD-9F3C-2C60890BA901}"/>
              </a:ext>
            </a:extLst>
          </p:cNvPr>
          <p:cNvSpPr/>
          <p:nvPr/>
        </p:nvSpPr>
        <p:spPr>
          <a:xfrm>
            <a:off x="7179735" y="3964726"/>
            <a:ext cx="999067" cy="804334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852E66B-422A-EAC9-89BE-D18E3B4133C1}"/>
              </a:ext>
            </a:extLst>
          </p:cNvPr>
          <p:cNvSpPr txBox="1"/>
          <p:nvPr/>
        </p:nvSpPr>
        <p:spPr>
          <a:xfrm>
            <a:off x="5405267" y="4282170"/>
            <a:ext cx="60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B2826E3-713F-251B-4C94-089F05A65949}"/>
              </a:ext>
            </a:extLst>
          </p:cNvPr>
          <p:cNvSpPr txBox="1"/>
          <p:nvPr/>
        </p:nvSpPr>
        <p:spPr>
          <a:xfrm>
            <a:off x="5675849" y="4922135"/>
            <a:ext cx="860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-C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1C15F94-7DCE-8162-8902-47810194A34D}"/>
              </a:ext>
            </a:extLst>
          </p:cNvPr>
          <p:cNvSpPr txBox="1"/>
          <p:nvPr/>
        </p:nvSpPr>
        <p:spPr>
          <a:xfrm>
            <a:off x="4849647" y="5448963"/>
            <a:ext cx="860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60CC339-B96E-EC12-CAC4-51FE9AAE4E8B}"/>
              </a:ext>
            </a:extLst>
          </p:cNvPr>
          <p:cNvSpPr txBox="1"/>
          <p:nvPr/>
        </p:nvSpPr>
        <p:spPr>
          <a:xfrm>
            <a:off x="5245639" y="6037078"/>
            <a:ext cx="860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CA10D97-48AD-58B0-22F6-3F1D4FDC98E1}"/>
              </a:ext>
            </a:extLst>
          </p:cNvPr>
          <p:cNvSpPr txBox="1"/>
          <p:nvPr/>
        </p:nvSpPr>
        <p:spPr>
          <a:xfrm>
            <a:off x="6011706" y="6037078"/>
            <a:ext cx="8604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√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3542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 animBg="1"/>
      <p:bldP spid="2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F42F2-E029-BE62-7EA2-A5766CD29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0C2A964-7305-7FDA-E48C-C1763A32A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20" y="1014628"/>
            <a:ext cx="11707758" cy="4454839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2E3EE18-006B-B99A-79B0-DC63806CBE7C}"/>
              </a:ext>
            </a:extLst>
          </p:cNvPr>
          <p:cNvCxnSpPr/>
          <p:nvPr/>
        </p:nvCxnSpPr>
        <p:spPr>
          <a:xfrm>
            <a:off x="9829799" y="1583266"/>
            <a:ext cx="175260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C132E18-D44D-9439-0E84-4BF7160BAE97}"/>
              </a:ext>
            </a:extLst>
          </p:cNvPr>
          <p:cNvCxnSpPr>
            <a:cxnSpLocks/>
          </p:cNvCxnSpPr>
          <p:nvPr/>
        </p:nvCxnSpPr>
        <p:spPr>
          <a:xfrm>
            <a:off x="880532" y="2125133"/>
            <a:ext cx="880534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E01BBF9A-71AF-3D46-5A1F-8FA0EEBA1A12}"/>
              </a:ext>
            </a:extLst>
          </p:cNvPr>
          <p:cNvCxnSpPr>
            <a:cxnSpLocks/>
          </p:cNvCxnSpPr>
          <p:nvPr/>
        </p:nvCxnSpPr>
        <p:spPr>
          <a:xfrm>
            <a:off x="1938866" y="2125133"/>
            <a:ext cx="1346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54A535A-141D-70D0-97E1-C30EE6903897}"/>
              </a:ext>
            </a:extLst>
          </p:cNvPr>
          <p:cNvSpPr txBox="1"/>
          <p:nvPr/>
        </p:nvSpPr>
        <p:spPr>
          <a:xfrm>
            <a:off x="7577667" y="521862"/>
            <a:ext cx="4089399" cy="51077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数量型工具   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FBC96BF-01AF-7593-7277-B0726FD8C249}"/>
              </a:ext>
            </a:extLst>
          </p:cNvPr>
          <p:cNvSpPr txBox="1"/>
          <p:nvPr/>
        </p:nvSpPr>
        <p:spPr>
          <a:xfrm>
            <a:off x="2557343" y="776406"/>
            <a:ext cx="1871133" cy="91940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价格型工具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B306DFD-77EF-B167-9ED8-00A16622386F}"/>
              </a:ext>
            </a:extLst>
          </p:cNvPr>
          <p:cNvSpPr txBox="1"/>
          <p:nvPr/>
        </p:nvSpPr>
        <p:spPr>
          <a:xfrm>
            <a:off x="9245601" y="547263"/>
            <a:ext cx="24214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→可贷资金增减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5762BB8-CFEF-376E-839F-5D7F387C47A6}"/>
              </a:ext>
            </a:extLst>
          </p:cNvPr>
          <p:cNvSpPr txBox="1"/>
          <p:nvPr/>
        </p:nvSpPr>
        <p:spPr>
          <a:xfrm>
            <a:off x="2683933" y="1236106"/>
            <a:ext cx="18711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→融资成本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52ABCB7B-5AF7-50B6-21D6-8FD76345C376}"/>
              </a:ext>
            </a:extLst>
          </p:cNvPr>
          <p:cNvSpPr/>
          <p:nvPr/>
        </p:nvSpPr>
        <p:spPr>
          <a:xfrm>
            <a:off x="9829799" y="1695807"/>
            <a:ext cx="1261534" cy="461663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63B2346-55EE-2C5C-B116-7426BCA62897}"/>
              </a:ext>
            </a:extLst>
          </p:cNvPr>
          <p:cNvSpPr txBox="1"/>
          <p:nvPr/>
        </p:nvSpPr>
        <p:spPr>
          <a:xfrm>
            <a:off x="9298105" y="2270010"/>
            <a:ext cx="2451921" cy="510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分别讲传导路径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8A721A87-50F4-D063-9906-2E0292976253}"/>
              </a:ext>
            </a:extLst>
          </p:cNvPr>
          <p:cNvSpPr/>
          <p:nvPr/>
        </p:nvSpPr>
        <p:spPr>
          <a:xfrm>
            <a:off x="880532" y="2797722"/>
            <a:ext cx="2836334" cy="46166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E2286CBD-A597-E533-1D7E-05F0A36FBCCF}"/>
              </a:ext>
            </a:extLst>
          </p:cNvPr>
          <p:cNvSpPr/>
          <p:nvPr/>
        </p:nvSpPr>
        <p:spPr>
          <a:xfrm>
            <a:off x="880532" y="3342356"/>
            <a:ext cx="3420534" cy="461664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箭头: 下 24">
            <a:extLst>
              <a:ext uri="{FF2B5EF4-FFF2-40B4-BE49-F238E27FC236}">
                <a16:creationId xmlns:a16="http://schemas.microsoft.com/office/drawing/2014/main" id="{A907D9C1-BE24-C7A4-CE33-0B6AD81F9D59}"/>
              </a:ext>
            </a:extLst>
          </p:cNvPr>
          <p:cNvSpPr/>
          <p:nvPr/>
        </p:nvSpPr>
        <p:spPr>
          <a:xfrm>
            <a:off x="2565604" y="2190537"/>
            <a:ext cx="236657" cy="557276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6" name="箭头: 下 25">
            <a:extLst>
              <a:ext uri="{FF2B5EF4-FFF2-40B4-BE49-F238E27FC236}">
                <a16:creationId xmlns:a16="http://schemas.microsoft.com/office/drawing/2014/main" id="{4AE99C31-7130-5998-760A-E8A5270A4272}"/>
              </a:ext>
            </a:extLst>
          </p:cNvPr>
          <p:cNvSpPr/>
          <p:nvPr/>
        </p:nvSpPr>
        <p:spPr>
          <a:xfrm>
            <a:off x="1202470" y="2223511"/>
            <a:ext cx="236657" cy="1035873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07E6991-7A14-AD72-E351-76E602058C32}"/>
              </a:ext>
            </a:extLst>
          </p:cNvPr>
          <p:cNvCxnSpPr>
            <a:cxnSpLocks/>
          </p:cNvCxnSpPr>
          <p:nvPr/>
        </p:nvCxnSpPr>
        <p:spPr>
          <a:xfrm>
            <a:off x="1219403" y="4885266"/>
            <a:ext cx="9988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17FB178B-EBE5-D6E2-01C6-FAB3AE7D0423}"/>
              </a:ext>
            </a:extLst>
          </p:cNvPr>
          <p:cNvSpPr txBox="1"/>
          <p:nvPr/>
        </p:nvSpPr>
        <p:spPr>
          <a:xfrm>
            <a:off x="2338165" y="4376270"/>
            <a:ext cx="3420535" cy="51077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微观企业→宏观流动性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F8DF6072-C31A-4BFB-4234-DDA23568127A}"/>
              </a:ext>
            </a:extLst>
          </p:cNvPr>
          <p:cNvCxnSpPr>
            <a:cxnSpLocks/>
          </p:cNvCxnSpPr>
          <p:nvPr/>
        </p:nvCxnSpPr>
        <p:spPr>
          <a:xfrm>
            <a:off x="7577667" y="4885266"/>
            <a:ext cx="9988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F371C618-89E8-CA14-FD3C-60040B6C27CE}"/>
              </a:ext>
            </a:extLst>
          </p:cNvPr>
          <p:cNvSpPr txBox="1"/>
          <p:nvPr/>
        </p:nvSpPr>
        <p:spPr>
          <a:xfrm>
            <a:off x="8311536" y="3965158"/>
            <a:ext cx="3084597" cy="51077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企业投资→宏观消费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6645D7F-00BE-8AA0-D9CD-75028E92D19C}"/>
              </a:ext>
            </a:extLst>
          </p:cNvPr>
          <p:cNvCxnSpPr>
            <a:cxnSpLocks/>
          </p:cNvCxnSpPr>
          <p:nvPr/>
        </p:nvCxnSpPr>
        <p:spPr>
          <a:xfrm>
            <a:off x="8246738" y="5469467"/>
            <a:ext cx="9988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1624BE12-C207-55FC-AAAE-2CA327B9C3B1}"/>
              </a:ext>
            </a:extLst>
          </p:cNvPr>
          <p:cNvSpPr txBox="1"/>
          <p:nvPr/>
        </p:nvSpPr>
        <p:spPr>
          <a:xfrm>
            <a:off x="8224749" y="5565066"/>
            <a:ext cx="3084596" cy="51077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企业投资→宏观消费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93D9D6D0-76AD-F2FB-24E0-D59854EA0FED}"/>
              </a:ext>
            </a:extLst>
          </p:cNvPr>
          <p:cNvCxnSpPr>
            <a:cxnSpLocks/>
          </p:cNvCxnSpPr>
          <p:nvPr/>
        </p:nvCxnSpPr>
        <p:spPr>
          <a:xfrm>
            <a:off x="1261634" y="5452533"/>
            <a:ext cx="998863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ECE7532A-ADC1-B830-D4EE-8D7B9EEF9F0C}"/>
              </a:ext>
            </a:extLst>
          </p:cNvPr>
          <p:cNvSpPr txBox="1"/>
          <p:nvPr/>
        </p:nvSpPr>
        <p:spPr>
          <a:xfrm>
            <a:off x="1320798" y="5567844"/>
            <a:ext cx="4250268" cy="51077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钱供给↑ 需求不变 → 钱价格↓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289A044-D044-6305-A388-261648A9C040}"/>
              </a:ext>
            </a:extLst>
          </p:cNvPr>
          <p:cNvSpPr txBox="1"/>
          <p:nvPr/>
        </p:nvSpPr>
        <p:spPr>
          <a:xfrm>
            <a:off x="4700636" y="2223511"/>
            <a:ext cx="6679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916602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6" grpId="0"/>
      <p:bldP spid="17" grpId="0"/>
      <p:bldP spid="18" grpId="0" animBg="1"/>
      <p:bldP spid="19" grpId="0" animBg="1"/>
      <p:bldP spid="20" grpId="0" animBg="1"/>
      <p:bldP spid="21" grpId="0" animBg="1"/>
      <p:bldP spid="25" grpId="0" animBg="1"/>
      <p:bldP spid="26" grpId="0" animBg="1"/>
      <p:bldP spid="31" grpId="0" animBg="1"/>
      <p:bldP spid="33" grpId="0" animBg="1"/>
      <p:bldP spid="35" grpId="0" animBg="1"/>
      <p:bldP spid="37" grpId="0" animBg="1"/>
      <p:bldP spid="3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4149" y="804802"/>
            <a:ext cx="2857500" cy="1190625"/>
          </a:xfrm>
          <a:prstGeom prst="rect">
            <a:avLst/>
          </a:prstGeom>
        </p:spPr>
      </p:pic>
      <p:sp>
        <p:nvSpPr>
          <p:cNvPr id="36" name="矩形 35"/>
          <p:cNvSpPr/>
          <p:nvPr/>
        </p:nvSpPr>
        <p:spPr>
          <a:xfrm>
            <a:off x="1509622" y="3013501"/>
            <a:ext cx="90362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BE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自定义 3">
      <a:dk1>
        <a:sysClr val="windowText" lastClr="000000"/>
      </a:dk1>
      <a:lt1>
        <a:sysClr val="window" lastClr="FFFFFF"/>
      </a:lt1>
      <a:dk2>
        <a:srgbClr val="BE0000"/>
      </a:dk2>
      <a:lt2>
        <a:srgbClr val="E7E6E6"/>
      </a:lt2>
      <a:accent1>
        <a:srgbClr val="BE0000"/>
      </a:accent1>
      <a:accent2>
        <a:srgbClr val="ED7D31"/>
      </a:accent2>
      <a:accent3>
        <a:srgbClr val="D20000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633</Words>
  <Application>Microsoft Office PowerPoint</Application>
  <PresentationFormat>宽屏</PresentationFormat>
  <Paragraphs>87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等线</vt:lpstr>
      <vt:lpstr>等线 Light</vt:lpstr>
      <vt:lpstr>微软雅黑</vt:lpstr>
      <vt:lpstr>Arial</vt:lpstr>
      <vt:lpstr>Calibri</vt:lpstr>
      <vt:lpstr>Calibri Light</vt:lpstr>
      <vt:lpstr>Office 主题​​</vt:lpstr>
      <vt:lpstr>1_Office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文茜 沙</cp:lastModifiedBy>
  <cp:revision>517</cp:revision>
  <dcterms:created xsi:type="dcterms:W3CDTF">2024-01-19T12:22:30Z</dcterms:created>
  <dcterms:modified xsi:type="dcterms:W3CDTF">2026-04-10T14:09:04Z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0F4B809D4694851E24E4A9658B180F20</vt:lpwstr>
  </property>
  <property fmtid="{D5CDD505-2E9C-101B-9397-08002B2CF9AE}" pid="3" name="KSOProductBuildVer">
    <vt:lpwstr>2052-11.8.2.1130</vt:lpwstr>
  </property>
</Properties>
</file>