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40080" y="1430020"/>
            <a:ext cx="11462385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19(1)3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方法：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调查研究法。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（替代：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问卷</a:t>
            </a:r>
            <a:r>
              <a:rPr lang="en-US" altLang="zh-CN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/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访谈</a:t>
            </a:r>
            <a:r>
              <a:rPr lang="en-US" altLang="zh-CN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/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实地调研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</a:t>
            </a:r>
            <a:endParaRPr lang="zh-CN" altLang="en-US" sz="20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0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理由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获取一手资料。（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替代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知识：实践是认识的基础</a:t>
            </a:r>
            <a:r>
              <a:rPr lang="en-US" altLang="zh-CN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获取感性材料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等）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1分</a:t>
            </a:r>
            <a:endParaRPr lang="en-US" altLang="zh-CN" sz="20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0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弥补文献研究局限，增强研究针对性。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（替代知识：多种研究方法综合运用</a:t>
            </a:r>
            <a:r>
              <a:rPr lang="en-US" altLang="zh-CN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分析与综合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统一）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1分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225" y="347980"/>
            <a:ext cx="6660515" cy="23717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435" y="2988310"/>
            <a:ext cx="8462645" cy="33508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86180" y="1586865"/>
            <a:ext cx="8915400" cy="3093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230" y="199390"/>
            <a:ext cx="9480550" cy="32296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385" y="3000375"/>
            <a:ext cx="7983220" cy="34963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WPS 演示</Application>
  <PresentationFormat>宽屏</PresentationFormat>
  <Paragraphs>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张Andy</dc:creator>
  <cp:lastModifiedBy>焦࿐立࿐</cp:lastModifiedBy>
  <cp:revision>16</cp:revision>
  <dcterms:created xsi:type="dcterms:W3CDTF">2023-08-09T12:44:00Z</dcterms:created>
  <dcterms:modified xsi:type="dcterms:W3CDTF">2026-04-10T13:52:25Z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B137C5F3464F4BBC819C5C461872A1B7_12</vt:lpwstr>
  </property>
</Properties>
</file>