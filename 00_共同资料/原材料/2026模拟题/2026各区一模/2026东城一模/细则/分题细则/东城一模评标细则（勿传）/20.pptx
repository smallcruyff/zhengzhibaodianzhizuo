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582" r:id="rId2"/>
    <p:sldId id="581" r:id="rId3"/>
    <p:sldId id="585" r:id="rId4"/>
    <p:sldId id="586" r:id="rId5"/>
    <p:sldId id="587" r:id="rId6"/>
    <p:sldId id="588" r:id="rId7"/>
    <p:sldId id="590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9A3BF"/>
    <a:srgbClr val="0A8E8E"/>
    <a:srgbClr val="E7FFFF"/>
    <a:srgbClr val="66CCFF"/>
    <a:srgbClr val="CCFFFF"/>
    <a:srgbClr val="95A4DE"/>
    <a:srgbClr val="0B8899"/>
    <a:srgbClr val="075A65"/>
    <a:srgbClr val="F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 snapToGrid="0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985B1-E424-424D-99CC-6A269406BF54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954A4-3139-4AFF-A4D3-FE414C2AA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538650"/>
            <a:ext cx="10058400" cy="13277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26" t="66827"/>
          <a:stretch>
            <a:fillRect/>
          </a:stretch>
        </p:blipFill>
        <p:spPr>
          <a:xfrm>
            <a:off x="7236823" y="5222691"/>
            <a:ext cx="4966138" cy="1657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 userDrawn="1"/>
        </p:nvSpPr>
        <p:spPr>
          <a:xfrm rot="2586612">
            <a:off x="281030" y="316048"/>
            <a:ext cx="558898" cy="558898"/>
          </a:xfrm>
          <a:prstGeom prst="roundRect">
            <a:avLst>
              <a:gd name="adj" fmla="val 137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6"/>
          <p:cNvSpPr/>
          <p:nvPr userDrawn="1"/>
        </p:nvSpPr>
        <p:spPr>
          <a:xfrm rot="7910967">
            <a:off x="671616" y="-307053"/>
            <a:ext cx="708147" cy="764307"/>
          </a:xfrm>
          <a:custGeom>
            <a:avLst/>
            <a:gdLst>
              <a:gd name="connsiteX0" fmla="*/ 0 w 716505"/>
              <a:gd name="connsiteY0" fmla="*/ 119420 h 764307"/>
              <a:gd name="connsiteX1" fmla="*/ 119420 w 716505"/>
              <a:gd name="connsiteY1" fmla="*/ 0 h 764307"/>
              <a:gd name="connsiteX2" fmla="*/ 597085 w 716505"/>
              <a:gd name="connsiteY2" fmla="*/ 0 h 764307"/>
              <a:gd name="connsiteX3" fmla="*/ 716505 w 716505"/>
              <a:gd name="connsiteY3" fmla="*/ 119420 h 764307"/>
              <a:gd name="connsiteX4" fmla="*/ 716505 w 716505"/>
              <a:gd name="connsiteY4" fmla="*/ 644887 h 764307"/>
              <a:gd name="connsiteX5" fmla="*/ 597085 w 716505"/>
              <a:gd name="connsiteY5" fmla="*/ 764307 h 764307"/>
              <a:gd name="connsiteX6" fmla="*/ 119420 w 716505"/>
              <a:gd name="connsiteY6" fmla="*/ 764307 h 764307"/>
              <a:gd name="connsiteX7" fmla="*/ 0 w 716505"/>
              <a:gd name="connsiteY7" fmla="*/ 644887 h 764307"/>
              <a:gd name="connsiteX8" fmla="*/ 0 w 716505"/>
              <a:gd name="connsiteY8" fmla="*/ 119420 h 764307"/>
              <a:gd name="connsiteX0-1" fmla="*/ 0 w 716505"/>
              <a:gd name="connsiteY0-2" fmla="*/ 119420 h 764307"/>
              <a:gd name="connsiteX1-3" fmla="*/ 119420 w 716505"/>
              <a:gd name="connsiteY1-4" fmla="*/ 0 h 764307"/>
              <a:gd name="connsiteX2-5" fmla="*/ 597085 w 716505"/>
              <a:gd name="connsiteY2-6" fmla="*/ 0 h 764307"/>
              <a:gd name="connsiteX3-7" fmla="*/ 716505 w 716505"/>
              <a:gd name="connsiteY3-8" fmla="*/ 119420 h 764307"/>
              <a:gd name="connsiteX4-9" fmla="*/ 716505 w 716505"/>
              <a:gd name="connsiteY4-10" fmla="*/ 644887 h 764307"/>
              <a:gd name="connsiteX5-11" fmla="*/ 597085 w 716505"/>
              <a:gd name="connsiteY5-12" fmla="*/ 764307 h 764307"/>
              <a:gd name="connsiteX6-13" fmla="*/ 119420 w 716505"/>
              <a:gd name="connsiteY6-14" fmla="*/ 764307 h 764307"/>
              <a:gd name="connsiteX7-15" fmla="*/ 0 w 716505"/>
              <a:gd name="connsiteY7-16" fmla="*/ 119420 h 764307"/>
              <a:gd name="connsiteX0-17" fmla="*/ 0 w 716505"/>
              <a:gd name="connsiteY0-18" fmla="*/ 119420 h 764307"/>
              <a:gd name="connsiteX1-19" fmla="*/ 119420 w 716505"/>
              <a:gd name="connsiteY1-20" fmla="*/ 0 h 764307"/>
              <a:gd name="connsiteX2-21" fmla="*/ 597085 w 716505"/>
              <a:gd name="connsiteY2-22" fmla="*/ 0 h 764307"/>
              <a:gd name="connsiteX3-23" fmla="*/ 716505 w 716505"/>
              <a:gd name="connsiteY3-24" fmla="*/ 119420 h 764307"/>
              <a:gd name="connsiteX4-25" fmla="*/ 716505 w 716505"/>
              <a:gd name="connsiteY4-26" fmla="*/ 644887 h 764307"/>
              <a:gd name="connsiteX5-27" fmla="*/ 597085 w 716505"/>
              <a:gd name="connsiteY5-28" fmla="*/ 764307 h 764307"/>
              <a:gd name="connsiteX6-29" fmla="*/ 0 w 716505"/>
              <a:gd name="connsiteY6-30" fmla="*/ 119420 h 764307"/>
              <a:gd name="connsiteX0-31" fmla="*/ 0 w 708147"/>
              <a:gd name="connsiteY0-32" fmla="*/ 111935 h 764307"/>
              <a:gd name="connsiteX1-33" fmla="*/ 111062 w 708147"/>
              <a:gd name="connsiteY1-34" fmla="*/ 0 h 764307"/>
              <a:gd name="connsiteX2-35" fmla="*/ 588727 w 708147"/>
              <a:gd name="connsiteY2-36" fmla="*/ 0 h 764307"/>
              <a:gd name="connsiteX3-37" fmla="*/ 708147 w 708147"/>
              <a:gd name="connsiteY3-38" fmla="*/ 119420 h 764307"/>
              <a:gd name="connsiteX4-39" fmla="*/ 708147 w 708147"/>
              <a:gd name="connsiteY4-40" fmla="*/ 644887 h 764307"/>
              <a:gd name="connsiteX5-41" fmla="*/ 588727 w 708147"/>
              <a:gd name="connsiteY5-42" fmla="*/ 764307 h 764307"/>
              <a:gd name="connsiteX6-43" fmla="*/ 0 w 708147"/>
              <a:gd name="connsiteY6-44" fmla="*/ 111935 h 764307"/>
              <a:gd name="connsiteX0-45" fmla="*/ 0 w 708147"/>
              <a:gd name="connsiteY0-46" fmla="*/ 111935 h 764307"/>
              <a:gd name="connsiteX1-47" fmla="*/ 111062 w 708147"/>
              <a:gd name="connsiteY1-48" fmla="*/ 0 h 764307"/>
              <a:gd name="connsiteX2-49" fmla="*/ 588727 w 708147"/>
              <a:gd name="connsiteY2-50" fmla="*/ 0 h 764307"/>
              <a:gd name="connsiteX3-51" fmla="*/ 708147 w 708147"/>
              <a:gd name="connsiteY3-52" fmla="*/ 119420 h 764307"/>
              <a:gd name="connsiteX4-53" fmla="*/ 708147 w 708147"/>
              <a:gd name="connsiteY4-54" fmla="*/ 644887 h 764307"/>
              <a:gd name="connsiteX5-55" fmla="*/ 588727 w 708147"/>
              <a:gd name="connsiteY5-56" fmla="*/ 764307 h 764307"/>
              <a:gd name="connsiteX6-57" fmla="*/ 0 w 708147"/>
              <a:gd name="connsiteY6-58" fmla="*/ 111935 h 764307"/>
              <a:gd name="connsiteX0-59" fmla="*/ 0 w 708147"/>
              <a:gd name="connsiteY0-60" fmla="*/ 111935 h 764307"/>
              <a:gd name="connsiteX1-61" fmla="*/ 111062 w 708147"/>
              <a:gd name="connsiteY1-62" fmla="*/ 0 h 764307"/>
              <a:gd name="connsiteX2-63" fmla="*/ 588727 w 708147"/>
              <a:gd name="connsiteY2-64" fmla="*/ 0 h 764307"/>
              <a:gd name="connsiteX3-65" fmla="*/ 708147 w 708147"/>
              <a:gd name="connsiteY3-66" fmla="*/ 119420 h 764307"/>
              <a:gd name="connsiteX4-67" fmla="*/ 708147 w 708147"/>
              <a:gd name="connsiteY4-68" fmla="*/ 644887 h 764307"/>
              <a:gd name="connsiteX5-69" fmla="*/ 588727 w 708147"/>
              <a:gd name="connsiteY5-70" fmla="*/ 764307 h 764307"/>
              <a:gd name="connsiteX6-71" fmla="*/ 0 w 708147"/>
              <a:gd name="connsiteY6-72" fmla="*/ 111935 h 764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708147" h="764307">
                <a:moveTo>
                  <a:pt x="0" y="111935"/>
                </a:moveTo>
                <a:cubicBezTo>
                  <a:pt x="0" y="45981"/>
                  <a:pt x="45108" y="0"/>
                  <a:pt x="111062" y="0"/>
                </a:cubicBezTo>
                <a:lnTo>
                  <a:pt x="588727" y="0"/>
                </a:lnTo>
                <a:cubicBezTo>
                  <a:pt x="654681" y="0"/>
                  <a:pt x="708147" y="53466"/>
                  <a:pt x="708147" y="119420"/>
                </a:cubicBezTo>
                <a:lnTo>
                  <a:pt x="708147" y="644887"/>
                </a:lnTo>
                <a:cubicBezTo>
                  <a:pt x="708147" y="710841"/>
                  <a:pt x="654681" y="764307"/>
                  <a:pt x="588727" y="764307"/>
                </a:cubicBezTo>
                <a:cubicBezTo>
                  <a:pt x="386871" y="540582"/>
                  <a:pt x="478818" y="644888"/>
                  <a:pt x="0" y="111935"/>
                </a:cubicBezTo>
                <a:close/>
              </a:path>
            </a:pathLst>
          </a:cu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: 圆角 8"/>
          <p:cNvSpPr/>
          <p:nvPr userDrawn="1"/>
        </p:nvSpPr>
        <p:spPr>
          <a:xfrm rot="2711003">
            <a:off x="-173387" y="-31420"/>
            <a:ext cx="469451" cy="590074"/>
          </a:xfrm>
          <a:custGeom>
            <a:avLst/>
            <a:gdLst>
              <a:gd name="connsiteX0" fmla="*/ 0 w 597488"/>
              <a:gd name="connsiteY0" fmla="*/ 99583 h 597488"/>
              <a:gd name="connsiteX1" fmla="*/ 99583 w 597488"/>
              <a:gd name="connsiteY1" fmla="*/ 0 h 597488"/>
              <a:gd name="connsiteX2" fmla="*/ 497905 w 597488"/>
              <a:gd name="connsiteY2" fmla="*/ 0 h 597488"/>
              <a:gd name="connsiteX3" fmla="*/ 597488 w 597488"/>
              <a:gd name="connsiteY3" fmla="*/ 99583 h 597488"/>
              <a:gd name="connsiteX4" fmla="*/ 597488 w 597488"/>
              <a:gd name="connsiteY4" fmla="*/ 497905 h 597488"/>
              <a:gd name="connsiteX5" fmla="*/ 497905 w 597488"/>
              <a:gd name="connsiteY5" fmla="*/ 597488 h 597488"/>
              <a:gd name="connsiteX6" fmla="*/ 99583 w 597488"/>
              <a:gd name="connsiteY6" fmla="*/ 597488 h 597488"/>
              <a:gd name="connsiteX7" fmla="*/ 0 w 597488"/>
              <a:gd name="connsiteY7" fmla="*/ 497905 h 597488"/>
              <a:gd name="connsiteX8" fmla="*/ 0 w 597488"/>
              <a:gd name="connsiteY8" fmla="*/ 99583 h 597488"/>
              <a:gd name="connsiteX0-1" fmla="*/ 0 w 597488"/>
              <a:gd name="connsiteY0-2" fmla="*/ 99583 h 597488"/>
              <a:gd name="connsiteX1-3" fmla="*/ 99583 w 597488"/>
              <a:gd name="connsiteY1-4" fmla="*/ 0 h 597488"/>
              <a:gd name="connsiteX2-5" fmla="*/ 497905 w 597488"/>
              <a:gd name="connsiteY2-6" fmla="*/ 0 h 597488"/>
              <a:gd name="connsiteX3-7" fmla="*/ 597488 w 597488"/>
              <a:gd name="connsiteY3-8" fmla="*/ 99583 h 597488"/>
              <a:gd name="connsiteX4-9" fmla="*/ 597488 w 597488"/>
              <a:gd name="connsiteY4-10" fmla="*/ 497905 h 597488"/>
              <a:gd name="connsiteX5-11" fmla="*/ 563225 w 597488"/>
              <a:gd name="connsiteY5-12" fmla="*/ 577132 h 597488"/>
              <a:gd name="connsiteX6-13" fmla="*/ 497905 w 597488"/>
              <a:gd name="connsiteY6-14" fmla="*/ 597488 h 597488"/>
              <a:gd name="connsiteX7-15" fmla="*/ 99583 w 597488"/>
              <a:gd name="connsiteY7-16" fmla="*/ 597488 h 597488"/>
              <a:gd name="connsiteX8-17" fmla="*/ 0 w 597488"/>
              <a:gd name="connsiteY8-18" fmla="*/ 497905 h 597488"/>
              <a:gd name="connsiteX9" fmla="*/ 0 w 597488"/>
              <a:gd name="connsiteY9" fmla="*/ 99583 h 597488"/>
              <a:gd name="connsiteX0-19" fmla="*/ 0 w 597488"/>
              <a:gd name="connsiteY0-20" fmla="*/ 99583 h 597488"/>
              <a:gd name="connsiteX1-21" fmla="*/ 99583 w 597488"/>
              <a:gd name="connsiteY1-22" fmla="*/ 0 h 597488"/>
              <a:gd name="connsiteX2-23" fmla="*/ 266879 w 597488"/>
              <a:gd name="connsiteY2-24" fmla="*/ 1152 h 597488"/>
              <a:gd name="connsiteX3-25" fmla="*/ 497905 w 597488"/>
              <a:gd name="connsiteY3-26" fmla="*/ 0 h 597488"/>
              <a:gd name="connsiteX4-27" fmla="*/ 597488 w 597488"/>
              <a:gd name="connsiteY4-28" fmla="*/ 99583 h 597488"/>
              <a:gd name="connsiteX5-29" fmla="*/ 597488 w 597488"/>
              <a:gd name="connsiteY5-30" fmla="*/ 497905 h 597488"/>
              <a:gd name="connsiteX6-31" fmla="*/ 563225 w 597488"/>
              <a:gd name="connsiteY6-32" fmla="*/ 577132 h 597488"/>
              <a:gd name="connsiteX7-33" fmla="*/ 497905 w 597488"/>
              <a:gd name="connsiteY7-34" fmla="*/ 597488 h 597488"/>
              <a:gd name="connsiteX8-35" fmla="*/ 99583 w 597488"/>
              <a:gd name="connsiteY8-36" fmla="*/ 597488 h 597488"/>
              <a:gd name="connsiteX9-37" fmla="*/ 0 w 597488"/>
              <a:gd name="connsiteY9-38" fmla="*/ 497905 h 597488"/>
              <a:gd name="connsiteX10" fmla="*/ 0 w 597488"/>
              <a:gd name="connsiteY10" fmla="*/ 99583 h 597488"/>
              <a:gd name="connsiteX0-39" fmla="*/ 0 w 597488"/>
              <a:gd name="connsiteY0-40" fmla="*/ 99583 h 597488"/>
              <a:gd name="connsiteX1-41" fmla="*/ 99583 w 597488"/>
              <a:gd name="connsiteY1-42" fmla="*/ 0 h 597488"/>
              <a:gd name="connsiteX2-43" fmla="*/ 266879 w 597488"/>
              <a:gd name="connsiteY2-44" fmla="*/ 1152 h 597488"/>
              <a:gd name="connsiteX3-45" fmla="*/ 497905 w 597488"/>
              <a:gd name="connsiteY3-46" fmla="*/ 0 h 597488"/>
              <a:gd name="connsiteX4-47" fmla="*/ 597488 w 597488"/>
              <a:gd name="connsiteY4-48" fmla="*/ 99583 h 597488"/>
              <a:gd name="connsiteX5-49" fmla="*/ 597488 w 597488"/>
              <a:gd name="connsiteY5-50" fmla="*/ 497905 h 597488"/>
              <a:gd name="connsiteX6-51" fmla="*/ 563225 w 597488"/>
              <a:gd name="connsiteY6-52" fmla="*/ 577132 h 597488"/>
              <a:gd name="connsiteX7-53" fmla="*/ 497905 w 597488"/>
              <a:gd name="connsiteY7-54" fmla="*/ 597488 h 597488"/>
              <a:gd name="connsiteX8-55" fmla="*/ 99583 w 597488"/>
              <a:gd name="connsiteY8-56" fmla="*/ 597488 h 597488"/>
              <a:gd name="connsiteX9-57" fmla="*/ 0 w 597488"/>
              <a:gd name="connsiteY9-58" fmla="*/ 497905 h 597488"/>
              <a:gd name="connsiteX10-59" fmla="*/ 2747 w 597488"/>
              <a:gd name="connsiteY10-60" fmla="*/ 303216 h 597488"/>
              <a:gd name="connsiteX11" fmla="*/ 0 w 597488"/>
              <a:gd name="connsiteY11" fmla="*/ 99583 h 597488"/>
              <a:gd name="connsiteX0-61" fmla="*/ 2747 w 597488"/>
              <a:gd name="connsiteY0-62" fmla="*/ 303216 h 597488"/>
              <a:gd name="connsiteX1-63" fmla="*/ 99583 w 597488"/>
              <a:gd name="connsiteY1-64" fmla="*/ 0 h 597488"/>
              <a:gd name="connsiteX2-65" fmla="*/ 266879 w 597488"/>
              <a:gd name="connsiteY2-66" fmla="*/ 1152 h 597488"/>
              <a:gd name="connsiteX3-67" fmla="*/ 497905 w 597488"/>
              <a:gd name="connsiteY3-68" fmla="*/ 0 h 597488"/>
              <a:gd name="connsiteX4-69" fmla="*/ 597488 w 597488"/>
              <a:gd name="connsiteY4-70" fmla="*/ 99583 h 597488"/>
              <a:gd name="connsiteX5-71" fmla="*/ 597488 w 597488"/>
              <a:gd name="connsiteY5-72" fmla="*/ 497905 h 597488"/>
              <a:gd name="connsiteX6-73" fmla="*/ 563225 w 597488"/>
              <a:gd name="connsiteY6-74" fmla="*/ 577132 h 597488"/>
              <a:gd name="connsiteX7-75" fmla="*/ 497905 w 597488"/>
              <a:gd name="connsiteY7-76" fmla="*/ 597488 h 597488"/>
              <a:gd name="connsiteX8-77" fmla="*/ 99583 w 597488"/>
              <a:gd name="connsiteY8-78" fmla="*/ 597488 h 597488"/>
              <a:gd name="connsiteX9-79" fmla="*/ 0 w 597488"/>
              <a:gd name="connsiteY9-80" fmla="*/ 497905 h 597488"/>
              <a:gd name="connsiteX10-81" fmla="*/ 2747 w 597488"/>
              <a:gd name="connsiteY10-82" fmla="*/ 303216 h 597488"/>
              <a:gd name="connsiteX0-83" fmla="*/ 2747 w 597488"/>
              <a:gd name="connsiteY0-84" fmla="*/ 303216 h 597488"/>
              <a:gd name="connsiteX1-85" fmla="*/ 266879 w 597488"/>
              <a:gd name="connsiteY1-86" fmla="*/ 1152 h 597488"/>
              <a:gd name="connsiteX2-87" fmla="*/ 497905 w 597488"/>
              <a:gd name="connsiteY2-88" fmla="*/ 0 h 597488"/>
              <a:gd name="connsiteX3-89" fmla="*/ 597488 w 597488"/>
              <a:gd name="connsiteY3-90" fmla="*/ 99583 h 597488"/>
              <a:gd name="connsiteX4-91" fmla="*/ 597488 w 597488"/>
              <a:gd name="connsiteY4-92" fmla="*/ 497905 h 597488"/>
              <a:gd name="connsiteX5-93" fmla="*/ 563225 w 597488"/>
              <a:gd name="connsiteY5-94" fmla="*/ 577132 h 597488"/>
              <a:gd name="connsiteX6-95" fmla="*/ 497905 w 597488"/>
              <a:gd name="connsiteY6-96" fmla="*/ 597488 h 597488"/>
              <a:gd name="connsiteX7-97" fmla="*/ 99583 w 597488"/>
              <a:gd name="connsiteY7-98" fmla="*/ 597488 h 597488"/>
              <a:gd name="connsiteX8-99" fmla="*/ 0 w 597488"/>
              <a:gd name="connsiteY8-100" fmla="*/ 497905 h 597488"/>
              <a:gd name="connsiteX9-101" fmla="*/ 2747 w 597488"/>
              <a:gd name="connsiteY9-102" fmla="*/ 303216 h 597488"/>
              <a:gd name="connsiteX0-103" fmla="*/ 2747 w 597488"/>
              <a:gd name="connsiteY0-104" fmla="*/ 303216 h 597488"/>
              <a:gd name="connsiteX1-105" fmla="*/ 266879 w 597488"/>
              <a:gd name="connsiteY1-106" fmla="*/ 1152 h 597488"/>
              <a:gd name="connsiteX2-107" fmla="*/ 497905 w 597488"/>
              <a:gd name="connsiteY2-108" fmla="*/ 0 h 597488"/>
              <a:gd name="connsiteX3-109" fmla="*/ 597488 w 597488"/>
              <a:gd name="connsiteY3-110" fmla="*/ 99583 h 597488"/>
              <a:gd name="connsiteX4-111" fmla="*/ 597488 w 597488"/>
              <a:gd name="connsiteY4-112" fmla="*/ 497905 h 597488"/>
              <a:gd name="connsiteX5-113" fmla="*/ 563225 w 597488"/>
              <a:gd name="connsiteY5-114" fmla="*/ 577132 h 597488"/>
              <a:gd name="connsiteX6-115" fmla="*/ 497905 w 597488"/>
              <a:gd name="connsiteY6-116" fmla="*/ 597488 h 597488"/>
              <a:gd name="connsiteX7-117" fmla="*/ 99583 w 597488"/>
              <a:gd name="connsiteY7-118" fmla="*/ 597488 h 597488"/>
              <a:gd name="connsiteX8-119" fmla="*/ 0 w 597488"/>
              <a:gd name="connsiteY8-120" fmla="*/ 497905 h 597488"/>
              <a:gd name="connsiteX9-121" fmla="*/ 2747 w 597488"/>
              <a:gd name="connsiteY9-122" fmla="*/ 303216 h 597488"/>
              <a:gd name="connsiteX0-123" fmla="*/ 2747 w 597488"/>
              <a:gd name="connsiteY0-124" fmla="*/ 303216 h 597488"/>
              <a:gd name="connsiteX1-125" fmla="*/ 266879 w 597488"/>
              <a:gd name="connsiteY1-126" fmla="*/ 1152 h 597488"/>
              <a:gd name="connsiteX2-127" fmla="*/ 497905 w 597488"/>
              <a:gd name="connsiteY2-128" fmla="*/ 0 h 597488"/>
              <a:gd name="connsiteX3-129" fmla="*/ 597488 w 597488"/>
              <a:gd name="connsiteY3-130" fmla="*/ 99583 h 597488"/>
              <a:gd name="connsiteX4-131" fmla="*/ 597488 w 597488"/>
              <a:gd name="connsiteY4-132" fmla="*/ 497905 h 597488"/>
              <a:gd name="connsiteX5-133" fmla="*/ 563225 w 597488"/>
              <a:gd name="connsiteY5-134" fmla="*/ 577132 h 597488"/>
              <a:gd name="connsiteX6-135" fmla="*/ 497905 w 597488"/>
              <a:gd name="connsiteY6-136" fmla="*/ 597488 h 597488"/>
              <a:gd name="connsiteX7-137" fmla="*/ 99583 w 597488"/>
              <a:gd name="connsiteY7-138" fmla="*/ 597488 h 597488"/>
              <a:gd name="connsiteX8-139" fmla="*/ 0 w 597488"/>
              <a:gd name="connsiteY8-140" fmla="*/ 497905 h 597488"/>
              <a:gd name="connsiteX9-141" fmla="*/ 2747 w 597488"/>
              <a:gd name="connsiteY9-142" fmla="*/ 303216 h 597488"/>
              <a:gd name="connsiteX0-143" fmla="*/ 2747 w 597488"/>
              <a:gd name="connsiteY0-144" fmla="*/ 303216 h 597488"/>
              <a:gd name="connsiteX1-145" fmla="*/ 108791 w 597488"/>
              <a:gd name="connsiteY1-146" fmla="*/ 172053 h 597488"/>
              <a:gd name="connsiteX2-147" fmla="*/ 266879 w 597488"/>
              <a:gd name="connsiteY2-148" fmla="*/ 1152 h 597488"/>
              <a:gd name="connsiteX3-149" fmla="*/ 497905 w 597488"/>
              <a:gd name="connsiteY3-150" fmla="*/ 0 h 597488"/>
              <a:gd name="connsiteX4-151" fmla="*/ 597488 w 597488"/>
              <a:gd name="connsiteY4-152" fmla="*/ 99583 h 597488"/>
              <a:gd name="connsiteX5-153" fmla="*/ 597488 w 597488"/>
              <a:gd name="connsiteY5-154" fmla="*/ 497905 h 597488"/>
              <a:gd name="connsiteX6-155" fmla="*/ 563225 w 597488"/>
              <a:gd name="connsiteY6-156" fmla="*/ 577132 h 597488"/>
              <a:gd name="connsiteX7-157" fmla="*/ 497905 w 597488"/>
              <a:gd name="connsiteY7-158" fmla="*/ 597488 h 597488"/>
              <a:gd name="connsiteX8-159" fmla="*/ 99583 w 597488"/>
              <a:gd name="connsiteY8-160" fmla="*/ 597488 h 597488"/>
              <a:gd name="connsiteX9-161" fmla="*/ 0 w 597488"/>
              <a:gd name="connsiteY9-162" fmla="*/ 497905 h 597488"/>
              <a:gd name="connsiteX10-163" fmla="*/ 2747 w 597488"/>
              <a:gd name="connsiteY10-164" fmla="*/ 303216 h 597488"/>
              <a:gd name="connsiteX0-165" fmla="*/ 0 w 597488"/>
              <a:gd name="connsiteY0-166" fmla="*/ 497905 h 597488"/>
              <a:gd name="connsiteX1-167" fmla="*/ 108791 w 597488"/>
              <a:gd name="connsiteY1-168" fmla="*/ 172053 h 597488"/>
              <a:gd name="connsiteX2-169" fmla="*/ 266879 w 597488"/>
              <a:gd name="connsiteY2-170" fmla="*/ 1152 h 597488"/>
              <a:gd name="connsiteX3-171" fmla="*/ 497905 w 597488"/>
              <a:gd name="connsiteY3-172" fmla="*/ 0 h 597488"/>
              <a:gd name="connsiteX4-173" fmla="*/ 597488 w 597488"/>
              <a:gd name="connsiteY4-174" fmla="*/ 99583 h 597488"/>
              <a:gd name="connsiteX5-175" fmla="*/ 597488 w 597488"/>
              <a:gd name="connsiteY5-176" fmla="*/ 497905 h 597488"/>
              <a:gd name="connsiteX6-177" fmla="*/ 563225 w 597488"/>
              <a:gd name="connsiteY6-178" fmla="*/ 577132 h 597488"/>
              <a:gd name="connsiteX7-179" fmla="*/ 497905 w 597488"/>
              <a:gd name="connsiteY7-180" fmla="*/ 597488 h 597488"/>
              <a:gd name="connsiteX8-181" fmla="*/ 99583 w 597488"/>
              <a:gd name="connsiteY8-182" fmla="*/ 597488 h 597488"/>
              <a:gd name="connsiteX9-183" fmla="*/ 0 w 597488"/>
              <a:gd name="connsiteY9-184" fmla="*/ 497905 h 597488"/>
              <a:gd name="connsiteX0-185" fmla="*/ 32939 w 530844"/>
              <a:gd name="connsiteY0-186" fmla="*/ 597488 h 597488"/>
              <a:gd name="connsiteX1-187" fmla="*/ 42147 w 530844"/>
              <a:gd name="connsiteY1-188" fmla="*/ 172053 h 597488"/>
              <a:gd name="connsiteX2-189" fmla="*/ 200235 w 530844"/>
              <a:gd name="connsiteY2-190" fmla="*/ 1152 h 597488"/>
              <a:gd name="connsiteX3-191" fmla="*/ 431261 w 530844"/>
              <a:gd name="connsiteY3-192" fmla="*/ 0 h 597488"/>
              <a:gd name="connsiteX4-193" fmla="*/ 530844 w 530844"/>
              <a:gd name="connsiteY4-194" fmla="*/ 99583 h 597488"/>
              <a:gd name="connsiteX5-195" fmla="*/ 530844 w 530844"/>
              <a:gd name="connsiteY5-196" fmla="*/ 497905 h 597488"/>
              <a:gd name="connsiteX6-197" fmla="*/ 496581 w 530844"/>
              <a:gd name="connsiteY6-198" fmla="*/ 577132 h 597488"/>
              <a:gd name="connsiteX7-199" fmla="*/ 431261 w 530844"/>
              <a:gd name="connsiteY7-200" fmla="*/ 597488 h 597488"/>
              <a:gd name="connsiteX8-201" fmla="*/ 32939 w 530844"/>
              <a:gd name="connsiteY8-202" fmla="*/ 597488 h 597488"/>
              <a:gd name="connsiteX0-203" fmla="*/ 389114 w 488697"/>
              <a:gd name="connsiteY0-204" fmla="*/ 597488 h 597488"/>
              <a:gd name="connsiteX1-205" fmla="*/ 0 w 488697"/>
              <a:gd name="connsiteY1-206" fmla="*/ 172053 h 597488"/>
              <a:gd name="connsiteX2-207" fmla="*/ 158088 w 488697"/>
              <a:gd name="connsiteY2-208" fmla="*/ 1152 h 597488"/>
              <a:gd name="connsiteX3-209" fmla="*/ 389114 w 488697"/>
              <a:gd name="connsiteY3-210" fmla="*/ 0 h 597488"/>
              <a:gd name="connsiteX4-211" fmla="*/ 488697 w 488697"/>
              <a:gd name="connsiteY4-212" fmla="*/ 99583 h 597488"/>
              <a:gd name="connsiteX5-213" fmla="*/ 488697 w 488697"/>
              <a:gd name="connsiteY5-214" fmla="*/ 497905 h 597488"/>
              <a:gd name="connsiteX6-215" fmla="*/ 454434 w 488697"/>
              <a:gd name="connsiteY6-216" fmla="*/ 577132 h 597488"/>
              <a:gd name="connsiteX7-217" fmla="*/ 389114 w 488697"/>
              <a:gd name="connsiteY7-218" fmla="*/ 597488 h 597488"/>
              <a:gd name="connsiteX0-219" fmla="*/ 454434 w 500360"/>
              <a:gd name="connsiteY0-220" fmla="*/ 577132 h 599103"/>
              <a:gd name="connsiteX1-221" fmla="*/ 0 w 500360"/>
              <a:gd name="connsiteY1-222" fmla="*/ 172053 h 599103"/>
              <a:gd name="connsiteX2-223" fmla="*/ 158088 w 500360"/>
              <a:gd name="connsiteY2-224" fmla="*/ 1152 h 599103"/>
              <a:gd name="connsiteX3-225" fmla="*/ 389114 w 500360"/>
              <a:gd name="connsiteY3-226" fmla="*/ 0 h 599103"/>
              <a:gd name="connsiteX4-227" fmla="*/ 488697 w 500360"/>
              <a:gd name="connsiteY4-228" fmla="*/ 99583 h 599103"/>
              <a:gd name="connsiteX5-229" fmla="*/ 488697 w 500360"/>
              <a:gd name="connsiteY5-230" fmla="*/ 497905 h 599103"/>
              <a:gd name="connsiteX6-231" fmla="*/ 454434 w 500360"/>
              <a:gd name="connsiteY6-232" fmla="*/ 577132 h 599103"/>
              <a:gd name="connsiteX0-233" fmla="*/ 454434 w 500360"/>
              <a:gd name="connsiteY0-234" fmla="*/ 577132 h 599103"/>
              <a:gd name="connsiteX1-235" fmla="*/ 0 w 500360"/>
              <a:gd name="connsiteY1-236" fmla="*/ 172053 h 599103"/>
              <a:gd name="connsiteX2-237" fmla="*/ 158088 w 500360"/>
              <a:gd name="connsiteY2-238" fmla="*/ 1152 h 599103"/>
              <a:gd name="connsiteX3-239" fmla="*/ 389114 w 500360"/>
              <a:gd name="connsiteY3-240" fmla="*/ 0 h 599103"/>
              <a:gd name="connsiteX4-241" fmla="*/ 488697 w 500360"/>
              <a:gd name="connsiteY4-242" fmla="*/ 99583 h 599103"/>
              <a:gd name="connsiteX5-243" fmla="*/ 488697 w 500360"/>
              <a:gd name="connsiteY5-244" fmla="*/ 497905 h 599103"/>
              <a:gd name="connsiteX6-245" fmla="*/ 454434 w 500360"/>
              <a:gd name="connsiteY6-246" fmla="*/ 577132 h 599103"/>
              <a:gd name="connsiteX0-247" fmla="*/ 454434 w 500360"/>
              <a:gd name="connsiteY0-248" fmla="*/ 577132 h 599103"/>
              <a:gd name="connsiteX1-249" fmla="*/ 0 w 500360"/>
              <a:gd name="connsiteY1-250" fmla="*/ 172053 h 599103"/>
              <a:gd name="connsiteX2-251" fmla="*/ 158088 w 500360"/>
              <a:gd name="connsiteY2-252" fmla="*/ 1152 h 599103"/>
              <a:gd name="connsiteX3-253" fmla="*/ 389114 w 500360"/>
              <a:gd name="connsiteY3-254" fmla="*/ 0 h 599103"/>
              <a:gd name="connsiteX4-255" fmla="*/ 488697 w 500360"/>
              <a:gd name="connsiteY4-256" fmla="*/ 99583 h 599103"/>
              <a:gd name="connsiteX5-257" fmla="*/ 488697 w 500360"/>
              <a:gd name="connsiteY5-258" fmla="*/ 497905 h 599103"/>
              <a:gd name="connsiteX6-259" fmla="*/ 454434 w 500360"/>
              <a:gd name="connsiteY6-260" fmla="*/ 577132 h 599103"/>
              <a:gd name="connsiteX0-261" fmla="*/ 454434 w 500360"/>
              <a:gd name="connsiteY0-262" fmla="*/ 577132 h 599103"/>
              <a:gd name="connsiteX1-263" fmla="*/ 0 w 500360"/>
              <a:gd name="connsiteY1-264" fmla="*/ 172053 h 599103"/>
              <a:gd name="connsiteX2-265" fmla="*/ 158088 w 500360"/>
              <a:gd name="connsiteY2-266" fmla="*/ 1152 h 599103"/>
              <a:gd name="connsiteX3-267" fmla="*/ 389114 w 500360"/>
              <a:gd name="connsiteY3-268" fmla="*/ 0 h 599103"/>
              <a:gd name="connsiteX4-269" fmla="*/ 488697 w 500360"/>
              <a:gd name="connsiteY4-270" fmla="*/ 99583 h 599103"/>
              <a:gd name="connsiteX5-271" fmla="*/ 488697 w 500360"/>
              <a:gd name="connsiteY5-272" fmla="*/ 497905 h 599103"/>
              <a:gd name="connsiteX6-273" fmla="*/ 454434 w 500360"/>
              <a:gd name="connsiteY6-274" fmla="*/ 577132 h 599103"/>
              <a:gd name="connsiteX0-275" fmla="*/ 454434 w 500360"/>
              <a:gd name="connsiteY0-276" fmla="*/ 577132 h 599103"/>
              <a:gd name="connsiteX1-277" fmla="*/ 0 w 500360"/>
              <a:gd name="connsiteY1-278" fmla="*/ 172053 h 599103"/>
              <a:gd name="connsiteX2-279" fmla="*/ 158088 w 500360"/>
              <a:gd name="connsiteY2-280" fmla="*/ 1152 h 599103"/>
              <a:gd name="connsiteX3-281" fmla="*/ 389114 w 500360"/>
              <a:gd name="connsiteY3-282" fmla="*/ 0 h 599103"/>
              <a:gd name="connsiteX4-283" fmla="*/ 488697 w 500360"/>
              <a:gd name="connsiteY4-284" fmla="*/ 99583 h 599103"/>
              <a:gd name="connsiteX5-285" fmla="*/ 488697 w 500360"/>
              <a:gd name="connsiteY5-286" fmla="*/ 497905 h 599103"/>
              <a:gd name="connsiteX6-287" fmla="*/ 454434 w 500360"/>
              <a:gd name="connsiteY6-288" fmla="*/ 577132 h 599103"/>
              <a:gd name="connsiteX0-289" fmla="*/ 454434 w 488697"/>
              <a:gd name="connsiteY0-290" fmla="*/ 577132 h 579017"/>
              <a:gd name="connsiteX1-291" fmla="*/ 0 w 488697"/>
              <a:gd name="connsiteY1-292" fmla="*/ 172053 h 579017"/>
              <a:gd name="connsiteX2-293" fmla="*/ 158088 w 488697"/>
              <a:gd name="connsiteY2-294" fmla="*/ 1152 h 579017"/>
              <a:gd name="connsiteX3-295" fmla="*/ 389114 w 488697"/>
              <a:gd name="connsiteY3-296" fmla="*/ 0 h 579017"/>
              <a:gd name="connsiteX4-297" fmla="*/ 488697 w 488697"/>
              <a:gd name="connsiteY4-298" fmla="*/ 99583 h 579017"/>
              <a:gd name="connsiteX5-299" fmla="*/ 488697 w 488697"/>
              <a:gd name="connsiteY5-300" fmla="*/ 497905 h 579017"/>
              <a:gd name="connsiteX6-301" fmla="*/ 454434 w 488697"/>
              <a:gd name="connsiteY6-302" fmla="*/ 577132 h 579017"/>
              <a:gd name="connsiteX0-303" fmla="*/ 454434 w 488697"/>
              <a:gd name="connsiteY0-304" fmla="*/ 577132 h 579017"/>
              <a:gd name="connsiteX1-305" fmla="*/ 0 w 488697"/>
              <a:gd name="connsiteY1-306" fmla="*/ 172053 h 579017"/>
              <a:gd name="connsiteX2-307" fmla="*/ 158088 w 488697"/>
              <a:gd name="connsiteY2-308" fmla="*/ 1152 h 579017"/>
              <a:gd name="connsiteX3-309" fmla="*/ 389114 w 488697"/>
              <a:gd name="connsiteY3-310" fmla="*/ 0 h 579017"/>
              <a:gd name="connsiteX4-311" fmla="*/ 488697 w 488697"/>
              <a:gd name="connsiteY4-312" fmla="*/ 99583 h 579017"/>
              <a:gd name="connsiteX5-313" fmla="*/ 488697 w 488697"/>
              <a:gd name="connsiteY5-314" fmla="*/ 497905 h 579017"/>
              <a:gd name="connsiteX6-315" fmla="*/ 454434 w 488697"/>
              <a:gd name="connsiteY6-316" fmla="*/ 577132 h 579017"/>
              <a:gd name="connsiteX0-317" fmla="*/ 454434 w 488697"/>
              <a:gd name="connsiteY0-318" fmla="*/ 577132 h 579017"/>
              <a:gd name="connsiteX1-319" fmla="*/ 0 w 488697"/>
              <a:gd name="connsiteY1-320" fmla="*/ 172053 h 579017"/>
              <a:gd name="connsiteX2-321" fmla="*/ 158088 w 488697"/>
              <a:gd name="connsiteY2-322" fmla="*/ 1152 h 579017"/>
              <a:gd name="connsiteX3-323" fmla="*/ 389114 w 488697"/>
              <a:gd name="connsiteY3-324" fmla="*/ 0 h 579017"/>
              <a:gd name="connsiteX4-325" fmla="*/ 488697 w 488697"/>
              <a:gd name="connsiteY4-326" fmla="*/ 99583 h 579017"/>
              <a:gd name="connsiteX5-327" fmla="*/ 488697 w 488697"/>
              <a:gd name="connsiteY5-328" fmla="*/ 497905 h 579017"/>
              <a:gd name="connsiteX6-329" fmla="*/ 454434 w 488697"/>
              <a:gd name="connsiteY6-330" fmla="*/ 577132 h 579017"/>
              <a:gd name="connsiteX0-331" fmla="*/ 437370 w 471633"/>
              <a:gd name="connsiteY0-332" fmla="*/ 577132 h 579017"/>
              <a:gd name="connsiteX1-333" fmla="*/ 0 w 471633"/>
              <a:gd name="connsiteY1-334" fmla="*/ 165531 h 579017"/>
              <a:gd name="connsiteX2-335" fmla="*/ 141024 w 471633"/>
              <a:gd name="connsiteY2-336" fmla="*/ 1152 h 579017"/>
              <a:gd name="connsiteX3-337" fmla="*/ 372050 w 471633"/>
              <a:gd name="connsiteY3-338" fmla="*/ 0 h 579017"/>
              <a:gd name="connsiteX4-339" fmla="*/ 471633 w 471633"/>
              <a:gd name="connsiteY4-340" fmla="*/ 99583 h 579017"/>
              <a:gd name="connsiteX5-341" fmla="*/ 471633 w 471633"/>
              <a:gd name="connsiteY5-342" fmla="*/ 497905 h 579017"/>
              <a:gd name="connsiteX6-343" fmla="*/ 437370 w 471633"/>
              <a:gd name="connsiteY6-344" fmla="*/ 577132 h 579017"/>
              <a:gd name="connsiteX0-345" fmla="*/ 437370 w 471633"/>
              <a:gd name="connsiteY0-346" fmla="*/ 577132 h 579017"/>
              <a:gd name="connsiteX1-347" fmla="*/ 0 w 471633"/>
              <a:gd name="connsiteY1-348" fmla="*/ 165531 h 579017"/>
              <a:gd name="connsiteX2-349" fmla="*/ 141024 w 471633"/>
              <a:gd name="connsiteY2-350" fmla="*/ 1152 h 579017"/>
              <a:gd name="connsiteX3-351" fmla="*/ 372050 w 471633"/>
              <a:gd name="connsiteY3-352" fmla="*/ 0 h 579017"/>
              <a:gd name="connsiteX4-353" fmla="*/ 471633 w 471633"/>
              <a:gd name="connsiteY4-354" fmla="*/ 99583 h 579017"/>
              <a:gd name="connsiteX5-355" fmla="*/ 471633 w 471633"/>
              <a:gd name="connsiteY5-356" fmla="*/ 497905 h 579017"/>
              <a:gd name="connsiteX6-357" fmla="*/ 437370 w 471633"/>
              <a:gd name="connsiteY6-358" fmla="*/ 577132 h 579017"/>
              <a:gd name="connsiteX0-359" fmla="*/ 437370 w 471633"/>
              <a:gd name="connsiteY0-360" fmla="*/ 577132 h 579017"/>
              <a:gd name="connsiteX1-361" fmla="*/ 0 w 471633"/>
              <a:gd name="connsiteY1-362" fmla="*/ 165531 h 579017"/>
              <a:gd name="connsiteX2-363" fmla="*/ 141024 w 471633"/>
              <a:gd name="connsiteY2-364" fmla="*/ 1152 h 579017"/>
              <a:gd name="connsiteX3-365" fmla="*/ 372050 w 471633"/>
              <a:gd name="connsiteY3-366" fmla="*/ 0 h 579017"/>
              <a:gd name="connsiteX4-367" fmla="*/ 471633 w 471633"/>
              <a:gd name="connsiteY4-368" fmla="*/ 99583 h 579017"/>
              <a:gd name="connsiteX5-369" fmla="*/ 471633 w 471633"/>
              <a:gd name="connsiteY5-370" fmla="*/ 497905 h 579017"/>
              <a:gd name="connsiteX6-371" fmla="*/ 437370 w 471633"/>
              <a:gd name="connsiteY6-372" fmla="*/ 577132 h 579017"/>
              <a:gd name="connsiteX0-373" fmla="*/ 437370 w 471633"/>
              <a:gd name="connsiteY0-374" fmla="*/ 577132 h 579017"/>
              <a:gd name="connsiteX1-375" fmla="*/ 0 w 471633"/>
              <a:gd name="connsiteY1-376" fmla="*/ 165531 h 579017"/>
              <a:gd name="connsiteX2-377" fmla="*/ 141024 w 471633"/>
              <a:gd name="connsiteY2-378" fmla="*/ 1152 h 579017"/>
              <a:gd name="connsiteX3-379" fmla="*/ 372050 w 471633"/>
              <a:gd name="connsiteY3-380" fmla="*/ 0 h 579017"/>
              <a:gd name="connsiteX4-381" fmla="*/ 471633 w 471633"/>
              <a:gd name="connsiteY4-382" fmla="*/ 99583 h 579017"/>
              <a:gd name="connsiteX5-383" fmla="*/ 471633 w 471633"/>
              <a:gd name="connsiteY5-384" fmla="*/ 497905 h 579017"/>
              <a:gd name="connsiteX6-385" fmla="*/ 437370 w 471633"/>
              <a:gd name="connsiteY6-386" fmla="*/ 577132 h 579017"/>
              <a:gd name="connsiteX0-387" fmla="*/ 445204 w 479467"/>
              <a:gd name="connsiteY0-388" fmla="*/ 577132 h 579017"/>
              <a:gd name="connsiteX1-389" fmla="*/ 0 w 479467"/>
              <a:gd name="connsiteY1-390" fmla="*/ 161940 h 579017"/>
              <a:gd name="connsiteX2-391" fmla="*/ 148858 w 479467"/>
              <a:gd name="connsiteY2-392" fmla="*/ 1152 h 579017"/>
              <a:gd name="connsiteX3-393" fmla="*/ 379884 w 479467"/>
              <a:gd name="connsiteY3-394" fmla="*/ 0 h 579017"/>
              <a:gd name="connsiteX4-395" fmla="*/ 479467 w 479467"/>
              <a:gd name="connsiteY4-396" fmla="*/ 99583 h 579017"/>
              <a:gd name="connsiteX5-397" fmla="*/ 479467 w 479467"/>
              <a:gd name="connsiteY5-398" fmla="*/ 497905 h 579017"/>
              <a:gd name="connsiteX6-399" fmla="*/ 445204 w 479467"/>
              <a:gd name="connsiteY6-400" fmla="*/ 577132 h 579017"/>
              <a:gd name="connsiteX0-401" fmla="*/ 445204 w 479467"/>
              <a:gd name="connsiteY0-402" fmla="*/ 577132 h 579017"/>
              <a:gd name="connsiteX1-403" fmla="*/ 0 w 479467"/>
              <a:gd name="connsiteY1-404" fmla="*/ 161940 h 579017"/>
              <a:gd name="connsiteX2-405" fmla="*/ 148858 w 479467"/>
              <a:gd name="connsiteY2-406" fmla="*/ 1152 h 579017"/>
              <a:gd name="connsiteX3-407" fmla="*/ 379884 w 479467"/>
              <a:gd name="connsiteY3-408" fmla="*/ 0 h 579017"/>
              <a:gd name="connsiteX4-409" fmla="*/ 479467 w 479467"/>
              <a:gd name="connsiteY4-410" fmla="*/ 99583 h 579017"/>
              <a:gd name="connsiteX5-411" fmla="*/ 479467 w 479467"/>
              <a:gd name="connsiteY5-412" fmla="*/ 497905 h 579017"/>
              <a:gd name="connsiteX6-413" fmla="*/ 445204 w 479467"/>
              <a:gd name="connsiteY6-414" fmla="*/ 577132 h 579017"/>
              <a:gd name="connsiteX0-415" fmla="*/ 445204 w 479467"/>
              <a:gd name="connsiteY0-416" fmla="*/ 577132 h 579017"/>
              <a:gd name="connsiteX1-417" fmla="*/ 0 w 479467"/>
              <a:gd name="connsiteY1-418" fmla="*/ 161940 h 579017"/>
              <a:gd name="connsiteX2-419" fmla="*/ 148858 w 479467"/>
              <a:gd name="connsiteY2-420" fmla="*/ 1152 h 579017"/>
              <a:gd name="connsiteX3-421" fmla="*/ 379884 w 479467"/>
              <a:gd name="connsiteY3-422" fmla="*/ 0 h 579017"/>
              <a:gd name="connsiteX4-423" fmla="*/ 479467 w 479467"/>
              <a:gd name="connsiteY4-424" fmla="*/ 99583 h 579017"/>
              <a:gd name="connsiteX5-425" fmla="*/ 479467 w 479467"/>
              <a:gd name="connsiteY5-426" fmla="*/ 497905 h 579017"/>
              <a:gd name="connsiteX6-427" fmla="*/ 445204 w 479467"/>
              <a:gd name="connsiteY6-428" fmla="*/ 577132 h 579017"/>
              <a:gd name="connsiteX0-429" fmla="*/ 445204 w 479467"/>
              <a:gd name="connsiteY0-430" fmla="*/ 577702 h 579587"/>
              <a:gd name="connsiteX1-431" fmla="*/ 0 w 479467"/>
              <a:gd name="connsiteY1-432" fmla="*/ 162510 h 579587"/>
              <a:gd name="connsiteX2-433" fmla="*/ 170070 w 479467"/>
              <a:gd name="connsiteY2-434" fmla="*/ 0 h 579587"/>
              <a:gd name="connsiteX3-435" fmla="*/ 379884 w 479467"/>
              <a:gd name="connsiteY3-436" fmla="*/ 570 h 579587"/>
              <a:gd name="connsiteX4-437" fmla="*/ 479467 w 479467"/>
              <a:gd name="connsiteY4-438" fmla="*/ 100153 h 579587"/>
              <a:gd name="connsiteX5-439" fmla="*/ 479467 w 479467"/>
              <a:gd name="connsiteY5-440" fmla="*/ 498475 h 579587"/>
              <a:gd name="connsiteX6-441" fmla="*/ 445204 w 479467"/>
              <a:gd name="connsiteY6-442" fmla="*/ 577702 h 579587"/>
              <a:gd name="connsiteX0-443" fmla="*/ 428863 w 463126"/>
              <a:gd name="connsiteY0-444" fmla="*/ 577702 h 579587"/>
              <a:gd name="connsiteX1-445" fmla="*/ 0 w 463126"/>
              <a:gd name="connsiteY1-446" fmla="*/ 169073 h 579587"/>
              <a:gd name="connsiteX2-447" fmla="*/ 153729 w 463126"/>
              <a:gd name="connsiteY2-448" fmla="*/ 0 h 579587"/>
              <a:gd name="connsiteX3-449" fmla="*/ 363543 w 463126"/>
              <a:gd name="connsiteY3-450" fmla="*/ 570 h 579587"/>
              <a:gd name="connsiteX4-451" fmla="*/ 463126 w 463126"/>
              <a:gd name="connsiteY4-452" fmla="*/ 100153 h 579587"/>
              <a:gd name="connsiteX5-453" fmla="*/ 463126 w 463126"/>
              <a:gd name="connsiteY5-454" fmla="*/ 498475 h 579587"/>
              <a:gd name="connsiteX6-455" fmla="*/ 428863 w 463126"/>
              <a:gd name="connsiteY6-456" fmla="*/ 577702 h 579587"/>
              <a:gd name="connsiteX0-457" fmla="*/ 428863 w 463126"/>
              <a:gd name="connsiteY0-458" fmla="*/ 577702 h 579587"/>
              <a:gd name="connsiteX1-459" fmla="*/ 0 w 463126"/>
              <a:gd name="connsiteY1-460" fmla="*/ 169073 h 579587"/>
              <a:gd name="connsiteX2-461" fmla="*/ 153729 w 463126"/>
              <a:gd name="connsiteY2-462" fmla="*/ 0 h 579587"/>
              <a:gd name="connsiteX3-463" fmla="*/ 363543 w 463126"/>
              <a:gd name="connsiteY3-464" fmla="*/ 570 h 579587"/>
              <a:gd name="connsiteX4-465" fmla="*/ 463126 w 463126"/>
              <a:gd name="connsiteY4-466" fmla="*/ 100153 h 579587"/>
              <a:gd name="connsiteX5-467" fmla="*/ 463126 w 463126"/>
              <a:gd name="connsiteY5-468" fmla="*/ 498475 h 579587"/>
              <a:gd name="connsiteX6-469" fmla="*/ 428863 w 463126"/>
              <a:gd name="connsiteY6-470" fmla="*/ 577702 h 579587"/>
              <a:gd name="connsiteX0-471" fmla="*/ 420729 w 454992"/>
              <a:gd name="connsiteY0-472" fmla="*/ 577702 h 579587"/>
              <a:gd name="connsiteX1-473" fmla="*/ 0 w 454992"/>
              <a:gd name="connsiteY1-474" fmla="*/ 160777 h 579587"/>
              <a:gd name="connsiteX2-475" fmla="*/ 145595 w 454992"/>
              <a:gd name="connsiteY2-476" fmla="*/ 0 h 579587"/>
              <a:gd name="connsiteX3-477" fmla="*/ 355409 w 454992"/>
              <a:gd name="connsiteY3-478" fmla="*/ 570 h 579587"/>
              <a:gd name="connsiteX4-479" fmla="*/ 454992 w 454992"/>
              <a:gd name="connsiteY4-480" fmla="*/ 100153 h 579587"/>
              <a:gd name="connsiteX5-481" fmla="*/ 454992 w 454992"/>
              <a:gd name="connsiteY5-482" fmla="*/ 498475 h 579587"/>
              <a:gd name="connsiteX6-483" fmla="*/ 420729 w 454992"/>
              <a:gd name="connsiteY6-484" fmla="*/ 577702 h 579587"/>
              <a:gd name="connsiteX0-485" fmla="*/ 414232 w 448495"/>
              <a:gd name="connsiteY0-486" fmla="*/ 577702 h 579587"/>
              <a:gd name="connsiteX1-487" fmla="*/ 0 w 448495"/>
              <a:gd name="connsiteY1-488" fmla="*/ 150830 h 579587"/>
              <a:gd name="connsiteX2-489" fmla="*/ 139098 w 448495"/>
              <a:gd name="connsiteY2-490" fmla="*/ 0 h 579587"/>
              <a:gd name="connsiteX3-491" fmla="*/ 348912 w 448495"/>
              <a:gd name="connsiteY3-492" fmla="*/ 570 h 579587"/>
              <a:gd name="connsiteX4-493" fmla="*/ 448495 w 448495"/>
              <a:gd name="connsiteY4-494" fmla="*/ 100153 h 579587"/>
              <a:gd name="connsiteX5-495" fmla="*/ 448495 w 448495"/>
              <a:gd name="connsiteY5-496" fmla="*/ 498475 h 579587"/>
              <a:gd name="connsiteX6-497" fmla="*/ 414232 w 448495"/>
              <a:gd name="connsiteY6-498" fmla="*/ 577702 h 579587"/>
              <a:gd name="connsiteX0-499" fmla="*/ 419112 w 453375"/>
              <a:gd name="connsiteY0-500" fmla="*/ 577702 h 579587"/>
              <a:gd name="connsiteX1-501" fmla="*/ 0 w 453375"/>
              <a:gd name="connsiteY1-502" fmla="*/ 155807 h 579587"/>
              <a:gd name="connsiteX2-503" fmla="*/ 143978 w 453375"/>
              <a:gd name="connsiteY2-504" fmla="*/ 0 h 579587"/>
              <a:gd name="connsiteX3-505" fmla="*/ 353792 w 453375"/>
              <a:gd name="connsiteY3-506" fmla="*/ 570 h 579587"/>
              <a:gd name="connsiteX4-507" fmla="*/ 453375 w 453375"/>
              <a:gd name="connsiteY4-508" fmla="*/ 100153 h 579587"/>
              <a:gd name="connsiteX5-509" fmla="*/ 453375 w 453375"/>
              <a:gd name="connsiteY5-510" fmla="*/ 498475 h 579587"/>
              <a:gd name="connsiteX6-511" fmla="*/ 419112 w 453375"/>
              <a:gd name="connsiteY6-512" fmla="*/ 577702 h 579587"/>
              <a:gd name="connsiteX0-513" fmla="*/ 419112 w 453375"/>
              <a:gd name="connsiteY0-514" fmla="*/ 577132 h 579017"/>
              <a:gd name="connsiteX1-515" fmla="*/ 0 w 453375"/>
              <a:gd name="connsiteY1-516" fmla="*/ 155237 h 579017"/>
              <a:gd name="connsiteX2-517" fmla="*/ 152144 w 453375"/>
              <a:gd name="connsiteY2-518" fmla="*/ 1058 h 579017"/>
              <a:gd name="connsiteX3-519" fmla="*/ 353792 w 453375"/>
              <a:gd name="connsiteY3-520" fmla="*/ 0 h 579017"/>
              <a:gd name="connsiteX4-521" fmla="*/ 453375 w 453375"/>
              <a:gd name="connsiteY4-522" fmla="*/ 99583 h 579017"/>
              <a:gd name="connsiteX5-523" fmla="*/ 453375 w 453375"/>
              <a:gd name="connsiteY5-524" fmla="*/ 497905 h 579017"/>
              <a:gd name="connsiteX6-525" fmla="*/ 419112 w 453375"/>
              <a:gd name="connsiteY6-526" fmla="*/ 577132 h 579017"/>
              <a:gd name="connsiteX0-527" fmla="*/ 419112 w 453375"/>
              <a:gd name="connsiteY0-528" fmla="*/ 577132 h 579017"/>
              <a:gd name="connsiteX1-529" fmla="*/ 0 w 453375"/>
              <a:gd name="connsiteY1-530" fmla="*/ 155237 h 579017"/>
              <a:gd name="connsiteX2-531" fmla="*/ 152144 w 453375"/>
              <a:gd name="connsiteY2-532" fmla="*/ 1058 h 579017"/>
              <a:gd name="connsiteX3-533" fmla="*/ 353792 w 453375"/>
              <a:gd name="connsiteY3-534" fmla="*/ 0 h 579017"/>
              <a:gd name="connsiteX4-535" fmla="*/ 453375 w 453375"/>
              <a:gd name="connsiteY4-536" fmla="*/ 99583 h 579017"/>
              <a:gd name="connsiteX5-537" fmla="*/ 453375 w 453375"/>
              <a:gd name="connsiteY5-538" fmla="*/ 497905 h 579017"/>
              <a:gd name="connsiteX6-539" fmla="*/ 419112 w 453375"/>
              <a:gd name="connsiteY6-540" fmla="*/ 577132 h 579017"/>
              <a:gd name="connsiteX0-541" fmla="*/ 420749 w 455012"/>
              <a:gd name="connsiteY0-542" fmla="*/ 577132 h 579017"/>
              <a:gd name="connsiteX1-543" fmla="*/ 0 w 455012"/>
              <a:gd name="connsiteY1-544" fmla="*/ 153587 h 579017"/>
              <a:gd name="connsiteX2-545" fmla="*/ 153781 w 455012"/>
              <a:gd name="connsiteY2-546" fmla="*/ 1058 h 579017"/>
              <a:gd name="connsiteX3-547" fmla="*/ 355429 w 455012"/>
              <a:gd name="connsiteY3-548" fmla="*/ 0 h 579017"/>
              <a:gd name="connsiteX4-549" fmla="*/ 455012 w 455012"/>
              <a:gd name="connsiteY4-550" fmla="*/ 99583 h 579017"/>
              <a:gd name="connsiteX5-551" fmla="*/ 455012 w 455012"/>
              <a:gd name="connsiteY5-552" fmla="*/ 497905 h 579017"/>
              <a:gd name="connsiteX6-553" fmla="*/ 420749 w 455012"/>
              <a:gd name="connsiteY6-554" fmla="*/ 577132 h 579017"/>
              <a:gd name="connsiteX0-555" fmla="*/ 420749 w 455012"/>
              <a:gd name="connsiteY0-556" fmla="*/ 577723 h 579608"/>
              <a:gd name="connsiteX1-557" fmla="*/ 0 w 455012"/>
              <a:gd name="connsiteY1-558" fmla="*/ 154178 h 579608"/>
              <a:gd name="connsiteX2-559" fmla="*/ 152144 w 455012"/>
              <a:gd name="connsiteY2-560" fmla="*/ 0 h 579608"/>
              <a:gd name="connsiteX3-561" fmla="*/ 355429 w 455012"/>
              <a:gd name="connsiteY3-562" fmla="*/ 591 h 579608"/>
              <a:gd name="connsiteX4-563" fmla="*/ 455012 w 455012"/>
              <a:gd name="connsiteY4-564" fmla="*/ 100174 h 579608"/>
              <a:gd name="connsiteX5-565" fmla="*/ 455012 w 455012"/>
              <a:gd name="connsiteY5-566" fmla="*/ 498496 h 579608"/>
              <a:gd name="connsiteX6-567" fmla="*/ 420749 w 455012"/>
              <a:gd name="connsiteY6-568" fmla="*/ 577723 h 579608"/>
              <a:gd name="connsiteX0-569" fmla="*/ 420749 w 455012"/>
              <a:gd name="connsiteY0-570" fmla="*/ 577723 h 579608"/>
              <a:gd name="connsiteX1-571" fmla="*/ 0 w 455012"/>
              <a:gd name="connsiteY1-572" fmla="*/ 154178 h 579608"/>
              <a:gd name="connsiteX2-573" fmla="*/ 152144 w 455012"/>
              <a:gd name="connsiteY2-574" fmla="*/ 0 h 579608"/>
              <a:gd name="connsiteX3-575" fmla="*/ 355429 w 455012"/>
              <a:gd name="connsiteY3-576" fmla="*/ 591 h 579608"/>
              <a:gd name="connsiteX4-577" fmla="*/ 455012 w 455012"/>
              <a:gd name="connsiteY4-578" fmla="*/ 100174 h 579608"/>
              <a:gd name="connsiteX5-579" fmla="*/ 455012 w 455012"/>
              <a:gd name="connsiteY5-580" fmla="*/ 498496 h 579608"/>
              <a:gd name="connsiteX6-581" fmla="*/ 420749 w 455012"/>
              <a:gd name="connsiteY6-582" fmla="*/ 577723 h 579608"/>
              <a:gd name="connsiteX0-583" fmla="*/ 420749 w 455012"/>
              <a:gd name="connsiteY0-584" fmla="*/ 577723 h 579608"/>
              <a:gd name="connsiteX1-585" fmla="*/ 0 w 455012"/>
              <a:gd name="connsiteY1-586" fmla="*/ 154178 h 579608"/>
              <a:gd name="connsiteX2-587" fmla="*/ 152144 w 455012"/>
              <a:gd name="connsiteY2-588" fmla="*/ 0 h 579608"/>
              <a:gd name="connsiteX3-589" fmla="*/ 355429 w 455012"/>
              <a:gd name="connsiteY3-590" fmla="*/ 591 h 579608"/>
              <a:gd name="connsiteX4-591" fmla="*/ 455012 w 455012"/>
              <a:gd name="connsiteY4-592" fmla="*/ 100174 h 579608"/>
              <a:gd name="connsiteX5-593" fmla="*/ 455012 w 455012"/>
              <a:gd name="connsiteY5-594" fmla="*/ 498496 h 579608"/>
              <a:gd name="connsiteX6-595" fmla="*/ 420749 w 455012"/>
              <a:gd name="connsiteY6-596" fmla="*/ 577723 h 579608"/>
              <a:gd name="connsiteX0-597" fmla="*/ 420749 w 455012"/>
              <a:gd name="connsiteY0-598" fmla="*/ 577714 h 579599"/>
              <a:gd name="connsiteX1-599" fmla="*/ 0 w 455012"/>
              <a:gd name="connsiteY1-600" fmla="*/ 154169 h 579599"/>
              <a:gd name="connsiteX2-601" fmla="*/ 148881 w 455012"/>
              <a:gd name="connsiteY2-602" fmla="*/ 0 h 579599"/>
              <a:gd name="connsiteX3-603" fmla="*/ 355429 w 455012"/>
              <a:gd name="connsiteY3-604" fmla="*/ 582 h 579599"/>
              <a:gd name="connsiteX4-605" fmla="*/ 455012 w 455012"/>
              <a:gd name="connsiteY4-606" fmla="*/ 100165 h 579599"/>
              <a:gd name="connsiteX5-607" fmla="*/ 455012 w 455012"/>
              <a:gd name="connsiteY5-608" fmla="*/ 498487 h 579599"/>
              <a:gd name="connsiteX6-609" fmla="*/ 420749 w 455012"/>
              <a:gd name="connsiteY6-610" fmla="*/ 577714 h 579599"/>
              <a:gd name="connsiteX0-611" fmla="*/ 424023 w 458286"/>
              <a:gd name="connsiteY0-612" fmla="*/ 577714 h 579599"/>
              <a:gd name="connsiteX1-613" fmla="*/ 0 w 458286"/>
              <a:gd name="connsiteY1-614" fmla="*/ 150872 h 579599"/>
              <a:gd name="connsiteX2-615" fmla="*/ 152155 w 458286"/>
              <a:gd name="connsiteY2-616" fmla="*/ 0 h 579599"/>
              <a:gd name="connsiteX3-617" fmla="*/ 358703 w 458286"/>
              <a:gd name="connsiteY3-618" fmla="*/ 582 h 579599"/>
              <a:gd name="connsiteX4-619" fmla="*/ 458286 w 458286"/>
              <a:gd name="connsiteY4-620" fmla="*/ 100165 h 579599"/>
              <a:gd name="connsiteX5-621" fmla="*/ 458286 w 458286"/>
              <a:gd name="connsiteY5-622" fmla="*/ 498487 h 579599"/>
              <a:gd name="connsiteX6-623" fmla="*/ 424023 w 458286"/>
              <a:gd name="connsiteY6-624" fmla="*/ 577714 h 579599"/>
              <a:gd name="connsiteX0-625" fmla="*/ 424023 w 458286"/>
              <a:gd name="connsiteY0-626" fmla="*/ 577714 h 579599"/>
              <a:gd name="connsiteX1-627" fmla="*/ 0 w 458286"/>
              <a:gd name="connsiteY1-628" fmla="*/ 150873 h 579599"/>
              <a:gd name="connsiteX2-629" fmla="*/ 152155 w 458286"/>
              <a:gd name="connsiteY2-630" fmla="*/ 0 h 579599"/>
              <a:gd name="connsiteX3-631" fmla="*/ 358703 w 458286"/>
              <a:gd name="connsiteY3-632" fmla="*/ 582 h 579599"/>
              <a:gd name="connsiteX4-633" fmla="*/ 458286 w 458286"/>
              <a:gd name="connsiteY4-634" fmla="*/ 100165 h 579599"/>
              <a:gd name="connsiteX5-635" fmla="*/ 458286 w 458286"/>
              <a:gd name="connsiteY5-636" fmla="*/ 498487 h 579599"/>
              <a:gd name="connsiteX6-637" fmla="*/ 424023 w 458286"/>
              <a:gd name="connsiteY6-638" fmla="*/ 577714 h 579599"/>
              <a:gd name="connsiteX0-639" fmla="*/ 420758 w 455021"/>
              <a:gd name="connsiteY0-640" fmla="*/ 577714 h 579599"/>
              <a:gd name="connsiteX1-641" fmla="*/ 0 w 455021"/>
              <a:gd name="connsiteY1-642" fmla="*/ 150861 h 579599"/>
              <a:gd name="connsiteX2-643" fmla="*/ 148890 w 455021"/>
              <a:gd name="connsiteY2-644" fmla="*/ 0 h 579599"/>
              <a:gd name="connsiteX3-645" fmla="*/ 355438 w 455021"/>
              <a:gd name="connsiteY3-646" fmla="*/ 582 h 579599"/>
              <a:gd name="connsiteX4-647" fmla="*/ 455021 w 455021"/>
              <a:gd name="connsiteY4-648" fmla="*/ 100165 h 579599"/>
              <a:gd name="connsiteX5-649" fmla="*/ 455021 w 455021"/>
              <a:gd name="connsiteY5-650" fmla="*/ 498487 h 579599"/>
              <a:gd name="connsiteX6-651" fmla="*/ 420758 w 455021"/>
              <a:gd name="connsiteY6-652" fmla="*/ 577714 h 579599"/>
              <a:gd name="connsiteX0-653" fmla="*/ 420758 w 455021"/>
              <a:gd name="connsiteY0-654" fmla="*/ 577714 h 579599"/>
              <a:gd name="connsiteX1-655" fmla="*/ 0 w 455021"/>
              <a:gd name="connsiteY1-656" fmla="*/ 150861 h 579599"/>
              <a:gd name="connsiteX2-657" fmla="*/ 148890 w 455021"/>
              <a:gd name="connsiteY2-658" fmla="*/ 0 h 579599"/>
              <a:gd name="connsiteX3-659" fmla="*/ 355438 w 455021"/>
              <a:gd name="connsiteY3-660" fmla="*/ 582 h 579599"/>
              <a:gd name="connsiteX4-661" fmla="*/ 455021 w 455021"/>
              <a:gd name="connsiteY4-662" fmla="*/ 100165 h 579599"/>
              <a:gd name="connsiteX5-663" fmla="*/ 455021 w 455021"/>
              <a:gd name="connsiteY5-664" fmla="*/ 498487 h 579599"/>
              <a:gd name="connsiteX6-665" fmla="*/ 420758 w 455021"/>
              <a:gd name="connsiteY6-666" fmla="*/ 577714 h 5795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55021" h="579599">
                <a:moveTo>
                  <a:pt x="420758" y="577714"/>
                </a:moveTo>
                <a:lnTo>
                  <a:pt x="0" y="150861"/>
                </a:lnTo>
                <a:cubicBezTo>
                  <a:pt x="106333" y="44964"/>
                  <a:pt x="25853" y="126431"/>
                  <a:pt x="148890" y="0"/>
                </a:cubicBezTo>
                <a:lnTo>
                  <a:pt x="355438" y="582"/>
                </a:lnTo>
                <a:cubicBezTo>
                  <a:pt x="410436" y="582"/>
                  <a:pt x="455021" y="45167"/>
                  <a:pt x="455021" y="100165"/>
                </a:cubicBezTo>
                <a:lnTo>
                  <a:pt x="455021" y="498487"/>
                </a:lnTo>
                <a:cubicBezTo>
                  <a:pt x="449311" y="578078"/>
                  <a:pt x="458659" y="584098"/>
                  <a:pt x="420758" y="577714"/>
                </a:cubicBezTo>
                <a:close/>
              </a:path>
            </a:pathLst>
          </a:custGeom>
          <a:solidFill>
            <a:srgbClr val="4E67C8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60409175949"/>
          <p:cNvPicPr>
            <a:picLocks noChangeAspect="1"/>
          </p:cNvPicPr>
          <p:nvPr/>
        </p:nvPicPr>
        <p:blipFill>
          <a:blip r:embed="rId9"/>
          <a:srcRect t="3287" b="35778"/>
          <a:stretch>
            <a:fillRect/>
          </a:stretch>
        </p:blipFill>
        <p:spPr>
          <a:xfrm>
            <a:off x="1577975" y="44450"/>
            <a:ext cx="8274685" cy="672655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2734310" y="1568450"/>
            <a:ext cx="2164715" cy="387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>
          <a:xfrm flipV="1">
            <a:off x="2734310" y="534035"/>
            <a:ext cx="1588135" cy="60325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 flipV="1">
            <a:off x="5301615" y="1508125"/>
            <a:ext cx="1588135" cy="60325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 flipV="1">
            <a:off x="6356985" y="4281170"/>
            <a:ext cx="1588135" cy="60325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 flipV="1">
            <a:off x="7676515" y="4987925"/>
            <a:ext cx="1600200" cy="508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 flipV="1">
            <a:off x="3799840" y="4281170"/>
            <a:ext cx="2164715" cy="387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6"/>
            </p:custDataLst>
          </p:nvPr>
        </p:nvCxnSpPr>
        <p:spPr>
          <a:xfrm flipV="1">
            <a:off x="2315210" y="4932680"/>
            <a:ext cx="2164715" cy="387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 flipV="1">
            <a:off x="3885565" y="5967095"/>
            <a:ext cx="1600200" cy="508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994900" y="1771015"/>
            <a:ext cx="1877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sym typeface="+mn-ea"/>
              </a:rPr>
              <a:t>实践与认识关系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14325" y="822960"/>
          <a:ext cx="11430000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逻辑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   1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分</a:t>
                      </a:r>
                    </a:p>
                    <a:p>
                      <a:pPr>
                        <a:buNone/>
                      </a:pP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不分点不分段扣</a:t>
                      </a:r>
                      <a:r>
                        <a:rPr lang="en-US" altLang="zh-CN" sz="2000" dirty="0">
                          <a:latin typeface="+mn-ea"/>
                          <a:sym typeface="+mn-ea"/>
                        </a:rPr>
                        <a:t>1</a:t>
                      </a: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分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是为怎，有两个以上角度</a:t>
                      </a:r>
                      <a:r>
                        <a:rPr lang="en-US" altLang="zh-CN" sz="2000" dirty="0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/理论上</a:t>
                      </a:r>
                      <a:r>
                        <a:rPr lang="en-US" altLang="zh-CN" sz="2000" dirty="0">
                          <a:latin typeface="+mn-ea"/>
                          <a:sym typeface="+mn-ea"/>
                        </a:rPr>
                        <a:t>-</a:t>
                      </a: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实践上</a:t>
                      </a:r>
                      <a:r>
                        <a:rPr lang="en-US" altLang="zh-CN" sz="2000" dirty="0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2000" dirty="0">
                          <a:latin typeface="+mn-ea"/>
                          <a:sym typeface="+mn-ea"/>
                        </a:rPr>
                        <a:t>/分总结合，有总结（人与自然和谐共生的现代化/中国式现代化等）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紧扣问题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分</a:t>
                      </a:r>
                    </a:p>
                    <a:p>
                      <a:pPr>
                        <a:buNone/>
                      </a:pP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“不断深化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对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XX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规律性认识”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实践决定认识/认识反作用于实践/在实践中检验发展真理/认识上升性/发展观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阐述</a:t>
                      </a:r>
                      <a:r>
                        <a:rPr lang="en-US" altLang="zh-CN" sz="2000" b="1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分</a:t>
                      </a:r>
                    </a:p>
                    <a:p>
                      <a:pPr>
                        <a:buNone/>
                      </a:pPr>
                      <a:r>
                        <a:rPr lang="zh-CN" altLang="en-US" sz="2000" b="1"/>
                        <a:t>任意三点，每点</a:t>
                      </a:r>
                      <a:r>
                        <a:rPr lang="en-US" altLang="zh-CN" sz="2000" b="1"/>
                        <a:t>2</a:t>
                      </a:r>
                      <a:r>
                        <a:rPr lang="zh-CN" altLang="en-US" sz="2000" b="1"/>
                        <a:t>分。</a:t>
                      </a:r>
                    </a:p>
                    <a:p>
                      <a:pPr>
                        <a:buNone/>
                      </a:pPr>
                      <a:endParaRPr lang="zh-CN" altLang="en-US" sz="2000" b="1"/>
                    </a:p>
                    <a:p>
                      <a:pPr>
                        <a:buNone/>
                      </a:pPr>
                      <a:r>
                        <a:rPr lang="zh-CN" altLang="en-US" sz="2000" b="1"/>
                        <a:t>要求：知识</a:t>
                      </a:r>
                      <a:r>
                        <a:rPr lang="en-US" altLang="zh-CN" sz="2000" b="1"/>
                        <a:t>1</a:t>
                      </a:r>
                      <a:r>
                        <a:rPr lang="zh-CN" altLang="en-US" sz="2000" b="1"/>
                        <a:t>分</a:t>
                      </a:r>
                      <a:r>
                        <a:rPr lang="en-US" altLang="zh-CN" sz="2000" b="1"/>
                        <a:t>+</a:t>
                      </a:r>
                      <a:r>
                        <a:rPr lang="zh-CN" altLang="en-US" sz="2000" b="1"/>
                        <a:t>阐述</a:t>
                      </a:r>
                      <a:r>
                        <a:rPr lang="en-US" altLang="zh-CN" sz="2000" b="1"/>
                        <a:t>1</a:t>
                      </a:r>
                      <a:r>
                        <a:rPr lang="zh-CN" altLang="en-US" sz="2000" b="1"/>
                        <a:t>分</a:t>
                      </a:r>
                    </a:p>
                    <a:p>
                      <a:pPr>
                        <a:buNone/>
                      </a:pPr>
                      <a:r>
                        <a:rPr lang="zh-CN" altLang="en-US" sz="2000" b="1"/>
                        <a:t>阐述要有对</a:t>
                      </a:r>
                      <a:r>
                        <a:rPr lang="en-US" altLang="zh-CN" sz="2000" b="1"/>
                        <a:t>“</a:t>
                      </a:r>
                      <a:r>
                        <a:rPr lang="zh-CN" altLang="en-US" sz="2000" b="1"/>
                        <a:t>不断深化、生态建设、规律性认识</a:t>
                      </a:r>
                      <a:r>
                        <a:rPr lang="en-US" altLang="zh-CN" sz="2000" b="1"/>
                        <a:t>”</a:t>
                      </a:r>
                      <a:r>
                        <a:rPr lang="zh-CN" altLang="en-US" sz="2000" b="1"/>
                        <a:t>等关键词的回应。</a:t>
                      </a:r>
                    </a:p>
                    <a:p>
                      <a:pPr>
                        <a:buNone/>
                      </a:pPr>
                      <a:endParaRPr lang="zh-CN" altLang="en-US" sz="2000" b="1"/>
                    </a:p>
                    <a:p>
                      <a:pPr>
                        <a:buNone/>
                      </a:pPr>
                      <a:r>
                        <a:rPr lang="zh-CN" altLang="en-US" sz="2000" b="1"/>
                        <a:t>阐述不充分扣</a:t>
                      </a:r>
                      <a:r>
                        <a:rPr lang="en-US" altLang="zh-CN" sz="2000" b="1"/>
                        <a:t>1</a:t>
                      </a:r>
                      <a:r>
                        <a:rPr lang="zh-CN" altLang="en-US" sz="2000" b="1"/>
                        <a:t>分，这部分最多</a:t>
                      </a:r>
                      <a:r>
                        <a:rPr lang="en-US" altLang="zh-CN" sz="2000" b="1"/>
                        <a:t>5</a:t>
                      </a:r>
                      <a:r>
                        <a:rPr lang="zh-CN" altLang="en-US" sz="2000" b="1"/>
                        <a:t>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1.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党的角度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坚持党的领导/党科学执政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根本保证/方向指引/制度优势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2.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人民角度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群众观/以人民为中心/人民立场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保障人民权益/满足人民美好生活需要/保障民生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3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.法治角度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全面依法治国/科学民主依法立法/党的主张通过法定程序成为国家意志/良法善治/上层建筑反作用经济基础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生态治理法治化/法治保障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4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.国际角度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国际责任/全球生态治理的中国方案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共建人类命运共同体</a:t>
                      </a:r>
                      <a:endParaRPr lang="zh-CN" altLang="en-US" sz="2000" b="1" dirty="0">
                        <a:latin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5.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文化角度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发挥中华优秀传统文化的当代价值/中华优秀传统文化的核心思想理念</a:t>
                      </a:r>
                    </a:p>
                    <a:p>
                      <a:pPr>
                        <a:buNone/>
                      </a:pP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6.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经济角度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绿色发展理念/价值观</a:t>
                      </a:r>
                      <a:r>
                        <a:rPr lang="en-US" altLang="zh-CN" sz="2000" b="1" dirty="0">
                          <a:latin typeface="+mn-ea"/>
                          <a:sym typeface="+mn-ea"/>
                        </a:rPr>
                        <a:t>——</a:t>
                      </a:r>
                      <a:r>
                        <a:rPr lang="zh-CN" altLang="en-US" sz="2000" b="1" dirty="0">
                          <a:latin typeface="+mn-ea"/>
                          <a:sym typeface="+mn-ea"/>
                        </a:rPr>
                        <a:t>人与自然和谐共生</a:t>
                      </a:r>
                      <a:endParaRPr lang="zh-CN" altLang="en-US" sz="2000" b="1" dirty="0"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75690" y="105410"/>
            <a:ext cx="1004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sym typeface="+mn-ea"/>
              </a:rPr>
              <a:t>20.</a:t>
            </a:r>
            <a:r>
              <a:rPr lang="zh-CN" altLang="en-US" b="1" dirty="0">
                <a:latin typeface="+mn-ea"/>
                <a:sym typeface="+mn-ea"/>
              </a:rPr>
              <a:t>结合材料，综合所学，就</a:t>
            </a:r>
            <a:r>
              <a:rPr lang="en-US" altLang="zh-CN" b="1" dirty="0">
                <a:latin typeface="+mn-ea"/>
                <a:sym typeface="+mn-ea"/>
              </a:rPr>
              <a:t>“</a:t>
            </a:r>
            <a:r>
              <a:rPr lang="zh-CN" altLang="en-US" b="1" dirty="0">
                <a:latin typeface="+mn-ea"/>
                <a:sym typeface="+mn-ea"/>
              </a:rPr>
              <a:t>我国不断深化对生态文明建设的规律性认识</a:t>
            </a:r>
            <a:r>
              <a:rPr lang="en-US" altLang="zh-CN" b="1" dirty="0">
                <a:latin typeface="+mn-ea"/>
                <a:sym typeface="+mn-ea"/>
              </a:rPr>
              <a:t>”</a:t>
            </a:r>
            <a:r>
              <a:rPr lang="zh-CN" altLang="en-US" b="1" dirty="0">
                <a:latin typeface="+mn-ea"/>
                <a:sym typeface="+mn-ea"/>
              </a:rPr>
              <a:t>，谈谈你的理解。</a:t>
            </a:r>
            <a:r>
              <a:rPr lang="en-US" altLang="zh-CN" b="1" dirty="0">
                <a:latin typeface="+mn-ea"/>
                <a:sym typeface="+mn-ea"/>
              </a:rPr>
              <a:t>8</a:t>
            </a:r>
            <a:r>
              <a:rPr lang="zh-CN" altLang="en-US" b="1" dirty="0">
                <a:latin typeface="+mn-ea"/>
                <a:sym typeface="+mn-ea"/>
              </a:rPr>
              <a:t>分</a:t>
            </a:r>
          </a:p>
          <a:p>
            <a:r>
              <a:rPr lang="en-US" altLang="zh-CN" b="1" dirty="0">
                <a:latin typeface="+mn-ea"/>
                <a:sym typeface="+mn-ea"/>
              </a:rPr>
              <a:t>         </a:t>
            </a:r>
            <a:r>
              <a:rPr lang="zh-CN" altLang="en-US" b="1" dirty="0">
                <a:latin typeface="+mn-ea"/>
                <a:sym typeface="+mn-ea"/>
              </a:rPr>
              <a:t>答案：可从党的领导、人民立场、全面依法治国、实践与认识关系等角度作答。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7105" y="509270"/>
            <a:ext cx="102584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学生问题：</a:t>
            </a:r>
          </a:p>
          <a:p>
            <a:r>
              <a:rPr lang="en-US" altLang="zh-CN" sz="2400" b="1"/>
              <a:t>1.</a:t>
            </a:r>
            <a:r>
              <a:rPr lang="zh-CN" altLang="en-US" sz="2400" b="1"/>
              <a:t>还有一部分学生存在答题不分点不分段的情况。</a:t>
            </a:r>
          </a:p>
          <a:p>
            <a:r>
              <a:rPr lang="en-US" altLang="zh-CN" sz="2400" b="1"/>
              <a:t>2.</a:t>
            </a:r>
            <a:r>
              <a:rPr lang="zh-CN" altLang="en-US" sz="2400" b="1"/>
              <a:t>通篇只谈</a:t>
            </a:r>
            <a:r>
              <a:rPr lang="en-US" altLang="zh-CN" sz="2400" b="1"/>
              <a:t>“</a:t>
            </a:r>
            <a:r>
              <a:rPr lang="zh-CN" altLang="en-US" sz="2400" b="1"/>
              <a:t>生态建设</a:t>
            </a:r>
            <a:r>
              <a:rPr lang="en-US" altLang="zh-CN" sz="2400" b="1"/>
              <a:t>”</a:t>
            </a:r>
            <a:r>
              <a:rPr lang="zh-CN" altLang="en-US" sz="2400" b="1"/>
              <a:t>，没有对</a:t>
            </a:r>
            <a:r>
              <a:rPr lang="en-US" altLang="zh-CN" sz="2400" b="1" dirty="0">
                <a:latin typeface="+mn-ea"/>
                <a:sym typeface="+mn-ea"/>
              </a:rPr>
              <a:t>“</a:t>
            </a:r>
            <a:r>
              <a:rPr lang="zh-CN" altLang="en-US" sz="2400" b="1" dirty="0">
                <a:latin typeface="+mn-ea"/>
                <a:sym typeface="+mn-ea"/>
              </a:rPr>
              <a:t>我国不断深化对</a:t>
            </a:r>
            <a:r>
              <a:rPr lang="en-US" altLang="zh-CN" sz="2400" b="1" dirty="0">
                <a:latin typeface="+mn-ea"/>
                <a:sym typeface="+mn-ea"/>
              </a:rPr>
              <a:t>XX</a:t>
            </a:r>
            <a:r>
              <a:rPr lang="zh-CN" altLang="en-US" sz="2400" b="1" dirty="0">
                <a:latin typeface="+mn-ea"/>
                <a:sym typeface="+mn-ea"/>
              </a:rPr>
              <a:t>的规律性认识</a:t>
            </a:r>
            <a:r>
              <a:rPr lang="en-US" altLang="zh-CN" sz="2400" b="1" dirty="0">
                <a:latin typeface="+mn-ea"/>
                <a:sym typeface="+mn-ea"/>
              </a:rPr>
              <a:t>”</a:t>
            </a:r>
            <a:r>
              <a:rPr lang="zh-CN" altLang="en-US" sz="2400" b="1" dirty="0">
                <a:latin typeface="+mn-ea"/>
                <a:sym typeface="+mn-ea"/>
              </a:rPr>
              <a:t>的分析。</a:t>
            </a:r>
          </a:p>
          <a:p>
            <a:r>
              <a:rPr lang="en-US" altLang="zh-CN" sz="2400" b="1" dirty="0">
                <a:latin typeface="+mn-ea"/>
                <a:sym typeface="+mn-ea"/>
              </a:rPr>
              <a:t>3.</a:t>
            </a:r>
            <a:r>
              <a:rPr lang="zh-CN" altLang="en-US" sz="2400" b="1" dirty="0">
                <a:latin typeface="+mn-ea"/>
                <a:sym typeface="+mn-ea"/>
              </a:rPr>
              <a:t>多模块知识运用较好，但缺乏多角度思考问题，分析角度单一，如只是一味强调</a:t>
            </a:r>
            <a:r>
              <a:rPr lang="en-US" altLang="zh-CN" sz="2400" b="1" dirty="0">
                <a:latin typeface="+mn-ea"/>
                <a:sym typeface="+mn-ea"/>
              </a:rPr>
              <a:t>“</a:t>
            </a:r>
            <a:r>
              <a:rPr lang="zh-CN" altLang="en-US" sz="2400" b="1" dirty="0">
                <a:latin typeface="+mn-ea"/>
                <a:sym typeface="+mn-ea"/>
              </a:rPr>
              <a:t>坚持</a:t>
            </a:r>
            <a:r>
              <a:rPr lang="en-US" altLang="zh-CN" sz="2400" b="1" dirty="0">
                <a:latin typeface="+mn-ea"/>
                <a:sym typeface="+mn-ea"/>
              </a:rPr>
              <a:t>”</a:t>
            </a:r>
            <a:r>
              <a:rPr lang="zh-CN" altLang="en-US" sz="2400" b="1" dirty="0">
                <a:latin typeface="+mn-ea"/>
                <a:sym typeface="+mn-ea"/>
              </a:rPr>
              <a:t>。</a:t>
            </a:r>
          </a:p>
          <a:p>
            <a:r>
              <a:rPr lang="en-US" altLang="zh-CN" sz="2400" b="1" dirty="0">
                <a:latin typeface="+mn-ea"/>
                <a:sym typeface="+mn-ea"/>
              </a:rPr>
              <a:t>4.</a:t>
            </a:r>
            <a:r>
              <a:rPr lang="zh-CN" altLang="en-US" sz="2400" b="1" dirty="0">
                <a:latin typeface="+mn-ea"/>
                <a:sym typeface="+mn-ea"/>
              </a:rPr>
              <a:t>堆砌知识，没有回应问题，缺少论证逻辑。</a:t>
            </a:r>
          </a:p>
          <a:p>
            <a:endParaRPr lang="zh-CN" altLang="en-US" sz="2400" b="1" dirty="0">
              <a:latin typeface="+mn-ea"/>
              <a:sym typeface="+mn-ea"/>
            </a:endParaRPr>
          </a:p>
          <a:p>
            <a:endParaRPr lang="zh-CN" altLang="en-US" sz="2400" b="1" dirty="0">
              <a:latin typeface="+mn-ea"/>
              <a:sym typeface="+mn-ea"/>
            </a:endParaRPr>
          </a:p>
          <a:p>
            <a:r>
              <a:rPr lang="zh-CN" altLang="en-US" sz="2400" b="1" dirty="0">
                <a:latin typeface="+mn-ea"/>
                <a:sym typeface="+mn-ea"/>
              </a:rPr>
              <a:t>改进建议：</a:t>
            </a:r>
          </a:p>
          <a:p>
            <a:r>
              <a:rPr lang="en-US" altLang="zh-CN" sz="2400" b="1" dirty="0">
                <a:latin typeface="+mn-ea"/>
                <a:sym typeface="+mn-ea"/>
              </a:rPr>
              <a:t>1.</a:t>
            </a:r>
            <a:r>
              <a:rPr lang="zh-CN" altLang="en-US" sz="2400" b="1" dirty="0">
                <a:latin typeface="+mn-ea"/>
                <a:sym typeface="+mn-ea"/>
              </a:rPr>
              <a:t>加强对</a:t>
            </a:r>
            <a:r>
              <a:rPr lang="en-US" altLang="zh-CN" sz="2400" b="1" dirty="0">
                <a:latin typeface="+mn-ea"/>
                <a:sym typeface="+mn-ea"/>
              </a:rPr>
              <a:t>“</a:t>
            </a:r>
            <a:r>
              <a:rPr lang="zh-CN" altLang="en-US" sz="2400" b="1" dirty="0">
                <a:latin typeface="+mn-ea"/>
                <a:sym typeface="+mn-ea"/>
              </a:rPr>
              <a:t>是为怎</a:t>
            </a:r>
            <a:r>
              <a:rPr lang="en-US" altLang="zh-CN" sz="2400" b="1" dirty="0">
                <a:latin typeface="+mn-ea"/>
                <a:sym typeface="+mn-ea"/>
              </a:rPr>
              <a:t>”“</a:t>
            </a:r>
            <a:r>
              <a:rPr lang="zh-CN" altLang="en-US" sz="2400" b="1" dirty="0">
                <a:latin typeface="+mn-ea"/>
                <a:sym typeface="+mn-ea"/>
              </a:rPr>
              <a:t>分总结合</a:t>
            </a:r>
            <a:r>
              <a:rPr lang="en-US" altLang="zh-CN" sz="2400" b="1" dirty="0">
                <a:latin typeface="+mn-ea"/>
                <a:sym typeface="+mn-ea"/>
              </a:rPr>
              <a:t>”</a:t>
            </a:r>
            <a:r>
              <a:rPr lang="zh-CN" altLang="en-US" sz="2400" b="1" dirty="0">
                <a:latin typeface="+mn-ea"/>
                <a:sym typeface="+mn-ea"/>
              </a:rPr>
              <a:t>等基本答题结构的训练，</a:t>
            </a:r>
            <a:r>
              <a:rPr lang="en-US" altLang="zh-CN" sz="2400" b="1" dirty="0">
                <a:latin typeface="+mn-ea"/>
                <a:sym typeface="+mn-ea"/>
              </a:rPr>
              <a:t>培养分析论证能力。</a:t>
            </a:r>
          </a:p>
          <a:p>
            <a:r>
              <a:rPr lang="en-US" altLang="zh-CN" sz="2400" b="1" dirty="0">
                <a:latin typeface="+mn-ea"/>
                <a:sym typeface="+mn-ea"/>
              </a:rPr>
              <a:t>2.有效选取和运用知识，</a:t>
            </a:r>
            <a:r>
              <a:rPr lang="zh-CN" altLang="en-US" sz="2400" b="1" dirty="0">
                <a:latin typeface="+mn-ea"/>
                <a:sym typeface="+mn-ea"/>
              </a:rPr>
              <a:t>把握设问关键词，</a:t>
            </a:r>
            <a:r>
              <a:rPr lang="en-US" altLang="zh-CN" sz="2400" b="1" dirty="0">
                <a:latin typeface="+mn-ea"/>
                <a:sym typeface="+mn-ea"/>
              </a:rPr>
              <a:t>注重分析问题的针对性。</a:t>
            </a:r>
          </a:p>
          <a:p>
            <a:r>
              <a:rPr lang="en-US" altLang="zh-CN" sz="2400" b="1" dirty="0">
                <a:latin typeface="+mn-ea"/>
                <a:sym typeface="+mn-ea"/>
              </a:rPr>
              <a:t>3.综合运用所学，鼓励学生多角度多模块思考回答问题</a:t>
            </a:r>
            <a:r>
              <a:rPr lang="zh-CN" altLang="en-US" sz="2400" b="1" dirty="0">
                <a:latin typeface="+mn-ea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60410212919"/>
          <p:cNvPicPr>
            <a:picLocks noChangeAspect="1"/>
          </p:cNvPicPr>
          <p:nvPr/>
        </p:nvPicPr>
        <p:blipFill>
          <a:blip r:embed="rId3"/>
          <a:srcRect l="9094" t="16604" b="14717"/>
          <a:stretch>
            <a:fillRect/>
          </a:stretch>
        </p:blipFill>
        <p:spPr>
          <a:xfrm>
            <a:off x="2355011" y="1138687"/>
            <a:ext cx="8313624" cy="4710022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923905" y="1630680"/>
            <a:ext cx="957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满分卷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60410212931"/>
          <p:cNvPicPr>
            <a:picLocks noChangeAspect="1"/>
          </p:cNvPicPr>
          <p:nvPr/>
        </p:nvPicPr>
        <p:blipFill>
          <a:blip r:embed="rId2"/>
          <a:srcRect l="7169" t="25534" r="2333" b="9184"/>
          <a:stretch>
            <a:fillRect/>
          </a:stretch>
        </p:blipFill>
        <p:spPr>
          <a:xfrm>
            <a:off x="2101334" y="966158"/>
            <a:ext cx="8276243" cy="44771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23905" y="1630680"/>
            <a:ext cx="957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满分卷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60410213006"/>
          <p:cNvPicPr>
            <a:picLocks noChangeAspect="1"/>
          </p:cNvPicPr>
          <p:nvPr/>
        </p:nvPicPr>
        <p:blipFill>
          <a:blip r:embed="rId2"/>
          <a:srcRect l="16711" b="3211"/>
          <a:stretch>
            <a:fillRect/>
          </a:stretch>
        </p:blipFill>
        <p:spPr>
          <a:xfrm>
            <a:off x="1457864" y="382270"/>
            <a:ext cx="8652606" cy="565622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77805" y="1314450"/>
            <a:ext cx="1427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sym typeface="+mn-ea"/>
              </a:rPr>
              <a:t>堆砌知识</a:t>
            </a:r>
          </a:p>
          <a:p>
            <a:r>
              <a:rPr lang="zh-CN" altLang="en-US"/>
              <a:t>需减量提质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6626" t="15239" b="8956"/>
          <a:stretch>
            <a:fillRect/>
          </a:stretch>
        </p:blipFill>
        <p:spPr>
          <a:xfrm>
            <a:off x="1690777" y="1009291"/>
            <a:ext cx="8248794" cy="5020574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377805" y="1314450"/>
            <a:ext cx="1427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sym typeface="+mn-ea"/>
              </a:rPr>
              <a:t>堆砌知识</a:t>
            </a:r>
          </a:p>
          <a:p>
            <a:r>
              <a:rPr lang="zh-CN" altLang="en-US" b="1" dirty="0">
                <a:latin typeface="+mn-ea"/>
                <a:sym typeface="+mn-ea"/>
              </a:rPr>
              <a:t>缺少论证逻辑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cyODMxYTE0ZTc0ZGU3Y2QwODc3MzYzN2Q1YmNiM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1*410"/>
  <p:tag name="TABLE_ENDDRAG_RECT" val="53*64*871*4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474</Words>
  <Application>Microsoft Office PowerPoint</Application>
  <PresentationFormat>宽屏</PresentationFormat>
  <Paragraphs>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英杰 宫</cp:lastModifiedBy>
  <cp:revision>517</cp:revision>
  <dcterms:created xsi:type="dcterms:W3CDTF">2024-01-19T12:22:00Z</dcterms:created>
  <dcterms:modified xsi:type="dcterms:W3CDTF">2026-04-11T02:01:03Z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F2D11733EEB04137AF3F10ADA52DF32B_13</vt:lpwstr>
  </property>
  <property fmtid="{D5CDD505-2E9C-101B-9397-08002B2CF9AE}" pid="3" name="KSOProductBuildVer">
    <vt:lpwstr>2052-12.1.0.16120</vt:lpwstr>
  </property>
</Properties>
</file>