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63" r:id="rId2"/>
    <p:sldId id="579" r:id="rId3"/>
    <p:sldId id="654" r:id="rId4"/>
    <p:sldId id="657" r:id="rId5"/>
    <p:sldId id="655" r:id="rId6"/>
    <p:sldId id="656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FFFF"/>
    <a:srgbClr val="0000CC"/>
    <a:srgbClr val="A9A3BF"/>
    <a:srgbClr val="0A8E8E"/>
    <a:srgbClr val="66CCFF"/>
    <a:srgbClr val="CCFFFF"/>
    <a:srgbClr val="95A4DE"/>
    <a:srgbClr val="0B8899"/>
    <a:srgbClr val="075A65"/>
    <a:srgbClr val="F7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DBED569-4797-4DF1-A0F4-6AAB3CD982D8}" styleName="浅色样式 3 - 强调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249" autoAdjust="0"/>
  </p:normalViewPr>
  <p:slideViewPr>
    <p:cSldViewPr snapToGrid="0">
      <p:cViewPr varScale="1">
        <p:scale>
          <a:sx n="74" d="100"/>
          <a:sy n="74" d="100"/>
        </p:scale>
        <p:origin x="35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4985B1-E424-424D-99CC-6A269406BF54}" type="datetimeFigureOut">
              <a:rPr lang="zh-CN" altLang="en-US" smtClean="0"/>
              <a:t>2026/4/11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7954A4-3139-4AFF-A4D3-FE414C2AA01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5538650"/>
            <a:ext cx="10058400" cy="1327789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4026" t="66827"/>
          <a:stretch>
            <a:fillRect/>
          </a:stretch>
        </p:blipFill>
        <p:spPr>
          <a:xfrm>
            <a:off x="7236823" y="5222691"/>
            <a:ext cx="4966138" cy="1657342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5"/>
          <a:srcRect l="6847" t="12150" r="3418" b="7071"/>
          <a:stretch>
            <a:fillRect/>
          </a:stretch>
        </p:blipFill>
        <p:spPr>
          <a:xfrm>
            <a:off x="239810" y="199176"/>
            <a:ext cx="4403969" cy="7190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7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/>
          <p:cNvSpPr/>
          <p:nvPr userDrawn="1"/>
        </p:nvSpPr>
        <p:spPr>
          <a:xfrm rot="2586612">
            <a:off x="281030" y="316048"/>
            <a:ext cx="558898" cy="558898"/>
          </a:xfrm>
          <a:prstGeom prst="roundRect">
            <a:avLst>
              <a:gd name="adj" fmla="val 13705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6"/>
          <p:cNvSpPr/>
          <p:nvPr userDrawn="1"/>
        </p:nvSpPr>
        <p:spPr>
          <a:xfrm rot="7910967">
            <a:off x="671616" y="-307053"/>
            <a:ext cx="708147" cy="764307"/>
          </a:xfrm>
          <a:custGeom>
            <a:avLst/>
            <a:gdLst>
              <a:gd name="connsiteX0" fmla="*/ 0 w 716505"/>
              <a:gd name="connsiteY0" fmla="*/ 119420 h 764307"/>
              <a:gd name="connsiteX1" fmla="*/ 119420 w 716505"/>
              <a:gd name="connsiteY1" fmla="*/ 0 h 764307"/>
              <a:gd name="connsiteX2" fmla="*/ 597085 w 716505"/>
              <a:gd name="connsiteY2" fmla="*/ 0 h 764307"/>
              <a:gd name="connsiteX3" fmla="*/ 716505 w 716505"/>
              <a:gd name="connsiteY3" fmla="*/ 119420 h 764307"/>
              <a:gd name="connsiteX4" fmla="*/ 716505 w 716505"/>
              <a:gd name="connsiteY4" fmla="*/ 644887 h 764307"/>
              <a:gd name="connsiteX5" fmla="*/ 597085 w 716505"/>
              <a:gd name="connsiteY5" fmla="*/ 764307 h 764307"/>
              <a:gd name="connsiteX6" fmla="*/ 119420 w 716505"/>
              <a:gd name="connsiteY6" fmla="*/ 764307 h 764307"/>
              <a:gd name="connsiteX7" fmla="*/ 0 w 716505"/>
              <a:gd name="connsiteY7" fmla="*/ 644887 h 764307"/>
              <a:gd name="connsiteX8" fmla="*/ 0 w 716505"/>
              <a:gd name="connsiteY8" fmla="*/ 119420 h 764307"/>
              <a:gd name="connsiteX0-1" fmla="*/ 0 w 716505"/>
              <a:gd name="connsiteY0-2" fmla="*/ 119420 h 764307"/>
              <a:gd name="connsiteX1-3" fmla="*/ 119420 w 716505"/>
              <a:gd name="connsiteY1-4" fmla="*/ 0 h 764307"/>
              <a:gd name="connsiteX2-5" fmla="*/ 597085 w 716505"/>
              <a:gd name="connsiteY2-6" fmla="*/ 0 h 764307"/>
              <a:gd name="connsiteX3-7" fmla="*/ 716505 w 716505"/>
              <a:gd name="connsiteY3-8" fmla="*/ 119420 h 764307"/>
              <a:gd name="connsiteX4-9" fmla="*/ 716505 w 716505"/>
              <a:gd name="connsiteY4-10" fmla="*/ 644887 h 764307"/>
              <a:gd name="connsiteX5-11" fmla="*/ 597085 w 716505"/>
              <a:gd name="connsiteY5-12" fmla="*/ 764307 h 764307"/>
              <a:gd name="connsiteX6-13" fmla="*/ 119420 w 716505"/>
              <a:gd name="connsiteY6-14" fmla="*/ 764307 h 764307"/>
              <a:gd name="connsiteX7-15" fmla="*/ 0 w 716505"/>
              <a:gd name="connsiteY7-16" fmla="*/ 119420 h 764307"/>
              <a:gd name="connsiteX0-17" fmla="*/ 0 w 716505"/>
              <a:gd name="connsiteY0-18" fmla="*/ 119420 h 764307"/>
              <a:gd name="connsiteX1-19" fmla="*/ 119420 w 716505"/>
              <a:gd name="connsiteY1-20" fmla="*/ 0 h 764307"/>
              <a:gd name="connsiteX2-21" fmla="*/ 597085 w 716505"/>
              <a:gd name="connsiteY2-22" fmla="*/ 0 h 764307"/>
              <a:gd name="connsiteX3-23" fmla="*/ 716505 w 716505"/>
              <a:gd name="connsiteY3-24" fmla="*/ 119420 h 764307"/>
              <a:gd name="connsiteX4-25" fmla="*/ 716505 w 716505"/>
              <a:gd name="connsiteY4-26" fmla="*/ 644887 h 764307"/>
              <a:gd name="connsiteX5-27" fmla="*/ 597085 w 716505"/>
              <a:gd name="connsiteY5-28" fmla="*/ 764307 h 764307"/>
              <a:gd name="connsiteX6-29" fmla="*/ 0 w 716505"/>
              <a:gd name="connsiteY6-30" fmla="*/ 119420 h 764307"/>
              <a:gd name="connsiteX0-31" fmla="*/ 0 w 708147"/>
              <a:gd name="connsiteY0-32" fmla="*/ 111935 h 764307"/>
              <a:gd name="connsiteX1-33" fmla="*/ 111062 w 708147"/>
              <a:gd name="connsiteY1-34" fmla="*/ 0 h 764307"/>
              <a:gd name="connsiteX2-35" fmla="*/ 588727 w 708147"/>
              <a:gd name="connsiteY2-36" fmla="*/ 0 h 764307"/>
              <a:gd name="connsiteX3-37" fmla="*/ 708147 w 708147"/>
              <a:gd name="connsiteY3-38" fmla="*/ 119420 h 764307"/>
              <a:gd name="connsiteX4-39" fmla="*/ 708147 w 708147"/>
              <a:gd name="connsiteY4-40" fmla="*/ 644887 h 764307"/>
              <a:gd name="connsiteX5-41" fmla="*/ 588727 w 708147"/>
              <a:gd name="connsiteY5-42" fmla="*/ 764307 h 764307"/>
              <a:gd name="connsiteX6-43" fmla="*/ 0 w 708147"/>
              <a:gd name="connsiteY6-44" fmla="*/ 111935 h 764307"/>
              <a:gd name="connsiteX0-45" fmla="*/ 0 w 708147"/>
              <a:gd name="connsiteY0-46" fmla="*/ 111935 h 764307"/>
              <a:gd name="connsiteX1-47" fmla="*/ 111062 w 708147"/>
              <a:gd name="connsiteY1-48" fmla="*/ 0 h 764307"/>
              <a:gd name="connsiteX2-49" fmla="*/ 588727 w 708147"/>
              <a:gd name="connsiteY2-50" fmla="*/ 0 h 764307"/>
              <a:gd name="connsiteX3-51" fmla="*/ 708147 w 708147"/>
              <a:gd name="connsiteY3-52" fmla="*/ 119420 h 764307"/>
              <a:gd name="connsiteX4-53" fmla="*/ 708147 w 708147"/>
              <a:gd name="connsiteY4-54" fmla="*/ 644887 h 764307"/>
              <a:gd name="connsiteX5-55" fmla="*/ 588727 w 708147"/>
              <a:gd name="connsiteY5-56" fmla="*/ 764307 h 764307"/>
              <a:gd name="connsiteX6-57" fmla="*/ 0 w 708147"/>
              <a:gd name="connsiteY6-58" fmla="*/ 111935 h 764307"/>
              <a:gd name="connsiteX0-59" fmla="*/ 0 w 708147"/>
              <a:gd name="connsiteY0-60" fmla="*/ 111935 h 764307"/>
              <a:gd name="connsiteX1-61" fmla="*/ 111062 w 708147"/>
              <a:gd name="connsiteY1-62" fmla="*/ 0 h 764307"/>
              <a:gd name="connsiteX2-63" fmla="*/ 588727 w 708147"/>
              <a:gd name="connsiteY2-64" fmla="*/ 0 h 764307"/>
              <a:gd name="connsiteX3-65" fmla="*/ 708147 w 708147"/>
              <a:gd name="connsiteY3-66" fmla="*/ 119420 h 764307"/>
              <a:gd name="connsiteX4-67" fmla="*/ 708147 w 708147"/>
              <a:gd name="connsiteY4-68" fmla="*/ 644887 h 764307"/>
              <a:gd name="connsiteX5-69" fmla="*/ 588727 w 708147"/>
              <a:gd name="connsiteY5-70" fmla="*/ 764307 h 764307"/>
              <a:gd name="connsiteX6-71" fmla="*/ 0 w 708147"/>
              <a:gd name="connsiteY6-72" fmla="*/ 111935 h 76430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708147" h="764307">
                <a:moveTo>
                  <a:pt x="0" y="111935"/>
                </a:moveTo>
                <a:cubicBezTo>
                  <a:pt x="0" y="45981"/>
                  <a:pt x="45108" y="0"/>
                  <a:pt x="111062" y="0"/>
                </a:cubicBezTo>
                <a:lnTo>
                  <a:pt x="588727" y="0"/>
                </a:lnTo>
                <a:cubicBezTo>
                  <a:pt x="654681" y="0"/>
                  <a:pt x="708147" y="53466"/>
                  <a:pt x="708147" y="119420"/>
                </a:cubicBezTo>
                <a:lnTo>
                  <a:pt x="708147" y="644887"/>
                </a:lnTo>
                <a:cubicBezTo>
                  <a:pt x="708147" y="710841"/>
                  <a:pt x="654681" y="764307"/>
                  <a:pt x="588727" y="764307"/>
                </a:cubicBezTo>
                <a:cubicBezTo>
                  <a:pt x="386871" y="540582"/>
                  <a:pt x="478818" y="644888"/>
                  <a:pt x="0" y="111935"/>
                </a:cubicBezTo>
                <a:close/>
              </a:path>
            </a:pathLst>
          </a:custGeom>
          <a:solidFill>
            <a:srgbClr val="5DCEAF">
              <a:lumMod val="60000"/>
              <a:lumOff val="4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" name="矩形: 圆角 8"/>
          <p:cNvSpPr/>
          <p:nvPr userDrawn="1"/>
        </p:nvSpPr>
        <p:spPr>
          <a:xfrm rot="2711003">
            <a:off x="-173387" y="-31420"/>
            <a:ext cx="469451" cy="590074"/>
          </a:xfrm>
          <a:custGeom>
            <a:avLst/>
            <a:gdLst>
              <a:gd name="connsiteX0" fmla="*/ 0 w 597488"/>
              <a:gd name="connsiteY0" fmla="*/ 99583 h 597488"/>
              <a:gd name="connsiteX1" fmla="*/ 99583 w 597488"/>
              <a:gd name="connsiteY1" fmla="*/ 0 h 597488"/>
              <a:gd name="connsiteX2" fmla="*/ 497905 w 597488"/>
              <a:gd name="connsiteY2" fmla="*/ 0 h 597488"/>
              <a:gd name="connsiteX3" fmla="*/ 597488 w 597488"/>
              <a:gd name="connsiteY3" fmla="*/ 99583 h 597488"/>
              <a:gd name="connsiteX4" fmla="*/ 597488 w 597488"/>
              <a:gd name="connsiteY4" fmla="*/ 497905 h 597488"/>
              <a:gd name="connsiteX5" fmla="*/ 497905 w 597488"/>
              <a:gd name="connsiteY5" fmla="*/ 597488 h 597488"/>
              <a:gd name="connsiteX6" fmla="*/ 99583 w 597488"/>
              <a:gd name="connsiteY6" fmla="*/ 597488 h 597488"/>
              <a:gd name="connsiteX7" fmla="*/ 0 w 597488"/>
              <a:gd name="connsiteY7" fmla="*/ 497905 h 597488"/>
              <a:gd name="connsiteX8" fmla="*/ 0 w 597488"/>
              <a:gd name="connsiteY8" fmla="*/ 99583 h 597488"/>
              <a:gd name="connsiteX0-1" fmla="*/ 0 w 597488"/>
              <a:gd name="connsiteY0-2" fmla="*/ 99583 h 597488"/>
              <a:gd name="connsiteX1-3" fmla="*/ 99583 w 597488"/>
              <a:gd name="connsiteY1-4" fmla="*/ 0 h 597488"/>
              <a:gd name="connsiteX2-5" fmla="*/ 497905 w 597488"/>
              <a:gd name="connsiteY2-6" fmla="*/ 0 h 597488"/>
              <a:gd name="connsiteX3-7" fmla="*/ 597488 w 597488"/>
              <a:gd name="connsiteY3-8" fmla="*/ 99583 h 597488"/>
              <a:gd name="connsiteX4-9" fmla="*/ 597488 w 597488"/>
              <a:gd name="connsiteY4-10" fmla="*/ 497905 h 597488"/>
              <a:gd name="connsiteX5-11" fmla="*/ 563225 w 597488"/>
              <a:gd name="connsiteY5-12" fmla="*/ 577132 h 597488"/>
              <a:gd name="connsiteX6-13" fmla="*/ 497905 w 597488"/>
              <a:gd name="connsiteY6-14" fmla="*/ 597488 h 597488"/>
              <a:gd name="connsiteX7-15" fmla="*/ 99583 w 597488"/>
              <a:gd name="connsiteY7-16" fmla="*/ 597488 h 597488"/>
              <a:gd name="connsiteX8-17" fmla="*/ 0 w 597488"/>
              <a:gd name="connsiteY8-18" fmla="*/ 497905 h 597488"/>
              <a:gd name="connsiteX9" fmla="*/ 0 w 597488"/>
              <a:gd name="connsiteY9" fmla="*/ 99583 h 597488"/>
              <a:gd name="connsiteX0-19" fmla="*/ 0 w 597488"/>
              <a:gd name="connsiteY0-20" fmla="*/ 99583 h 597488"/>
              <a:gd name="connsiteX1-21" fmla="*/ 99583 w 597488"/>
              <a:gd name="connsiteY1-22" fmla="*/ 0 h 597488"/>
              <a:gd name="connsiteX2-23" fmla="*/ 266879 w 597488"/>
              <a:gd name="connsiteY2-24" fmla="*/ 1152 h 597488"/>
              <a:gd name="connsiteX3-25" fmla="*/ 497905 w 597488"/>
              <a:gd name="connsiteY3-26" fmla="*/ 0 h 597488"/>
              <a:gd name="connsiteX4-27" fmla="*/ 597488 w 597488"/>
              <a:gd name="connsiteY4-28" fmla="*/ 99583 h 597488"/>
              <a:gd name="connsiteX5-29" fmla="*/ 597488 w 597488"/>
              <a:gd name="connsiteY5-30" fmla="*/ 497905 h 597488"/>
              <a:gd name="connsiteX6-31" fmla="*/ 563225 w 597488"/>
              <a:gd name="connsiteY6-32" fmla="*/ 577132 h 597488"/>
              <a:gd name="connsiteX7-33" fmla="*/ 497905 w 597488"/>
              <a:gd name="connsiteY7-34" fmla="*/ 597488 h 597488"/>
              <a:gd name="connsiteX8-35" fmla="*/ 99583 w 597488"/>
              <a:gd name="connsiteY8-36" fmla="*/ 597488 h 597488"/>
              <a:gd name="connsiteX9-37" fmla="*/ 0 w 597488"/>
              <a:gd name="connsiteY9-38" fmla="*/ 497905 h 597488"/>
              <a:gd name="connsiteX10" fmla="*/ 0 w 597488"/>
              <a:gd name="connsiteY10" fmla="*/ 99583 h 597488"/>
              <a:gd name="connsiteX0-39" fmla="*/ 0 w 597488"/>
              <a:gd name="connsiteY0-40" fmla="*/ 99583 h 597488"/>
              <a:gd name="connsiteX1-41" fmla="*/ 99583 w 597488"/>
              <a:gd name="connsiteY1-42" fmla="*/ 0 h 597488"/>
              <a:gd name="connsiteX2-43" fmla="*/ 266879 w 597488"/>
              <a:gd name="connsiteY2-44" fmla="*/ 1152 h 597488"/>
              <a:gd name="connsiteX3-45" fmla="*/ 497905 w 597488"/>
              <a:gd name="connsiteY3-46" fmla="*/ 0 h 597488"/>
              <a:gd name="connsiteX4-47" fmla="*/ 597488 w 597488"/>
              <a:gd name="connsiteY4-48" fmla="*/ 99583 h 597488"/>
              <a:gd name="connsiteX5-49" fmla="*/ 597488 w 597488"/>
              <a:gd name="connsiteY5-50" fmla="*/ 497905 h 597488"/>
              <a:gd name="connsiteX6-51" fmla="*/ 563225 w 597488"/>
              <a:gd name="connsiteY6-52" fmla="*/ 577132 h 597488"/>
              <a:gd name="connsiteX7-53" fmla="*/ 497905 w 597488"/>
              <a:gd name="connsiteY7-54" fmla="*/ 597488 h 597488"/>
              <a:gd name="connsiteX8-55" fmla="*/ 99583 w 597488"/>
              <a:gd name="connsiteY8-56" fmla="*/ 597488 h 597488"/>
              <a:gd name="connsiteX9-57" fmla="*/ 0 w 597488"/>
              <a:gd name="connsiteY9-58" fmla="*/ 497905 h 597488"/>
              <a:gd name="connsiteX10-59" fmla="*/ 2747 w 597488"/>
              <a:gd name="connsiteY10-60" fmla="*/ 303216 h 597488"/>
              <a:gd name="connsiteX11" fmla="*/ 0 w 597488"/>
              <a:gd name="connsiteY11" fmla="*/ 99583 h 597488"/>
              <a:gd name="connsiteX0-61" fmla="*/ 2747 w 597488"/>
              <a:gd name="connsiteY0-62" fmla="*/ 303216 h 597488"/>
              <a:gd name="connsiteX1-63" fmla="*/ 99583 w 597488"/>
              <a:gd name="connsiteY1-64" fmla="*/ 0 h 597488"/>
              <a:gd name="connsiteX2-65" fmla="*/ 266879 w 597488"/>
              <a:gd name="connsiteY2-66" fmla="*/ 1152 h 597488"/>
              <a:gd name="connsiteX3-67" fmla="*/ 497905 w 597488"/>
              <a:gd name="connsiteY3-68" fmla="*/ 0 h 597488"/>
              <a:gd name="connsiteX4-69" fmla="*/ 597488 w 597488"/>
              <a:gd name="connsiteY4-70" fmla="*/ 99583 h 597488"/>
              <a:gd name="connsiteX5-71" fmla="*/ 597488 w 597488"/>
              <a:gd name="connsiteY5-72" fmla="*/ 497905 h 597488"/>
              <a:gd name="connsiteX6-73" fmla="*/ 563225 w 597488"/>
              <a:gd name="connsiteY6-74" fmla="*/ 577132 h 597488"/>
              <a:gd name="connsiteX7-75" fmla="*/ 497905 w 597488"/>
              <a:gd name="connsiteY7-76" fmla="*/ 597488 h 597488"/>
              <a:gd name="connsiteX8-77" fmla="*/ 99583 w 597488"/>
              <a:gd name="connsiteY8-78" fmla="*/ 597488 h 597488"/>
              <a:gd name="connsiteX9-79" fmla="*/ 0 w 597488"/>
              <a:gd name="connsiteY9-80" fmla="*/ 497905 h 597488"/>
              <a:gd name="connsiteX10-81" fmla="*/ 2747 w 597488"/>
              <a:gd name="connsiteY10-82" fmla="*/ 303216 h 597488"/>
              <a:gd name="connsiteX0-83" fmla="*/ 2747 w 597488"/>
              <a:gd name="connsiteY0-84" fmla="*/ 303216 h 597488"/>
              <a:gd name="connsiteX1-85" fmla="*/ 266879 w 597488"/>
              <a:gd name="connsiteY1-86" fmla="*/ 1152 h 597488"/>
              <a:gd name="connsiteX2-87" fmla="*/ 497905 w 597488"/>
              <a:gd name="connsiteY2-88" fmla="*/ 0 h 597488"/>
              <a:gd name="connsiteX3-89" fmla="*/ 597488 w 597488"/>
              <a:gd name="connsiteY3-90" fmla="*/ 99583 h 597488"/>
              <a:gd name="connsiteX4-91" fmla="*/ 597488 w 597488"/>
              <a:gd name="connsiteY4-92" fmla="*/ 497905 h 597488"/>
              <a:gd name="connsiteX5-93" fmla="*/ 563225 w 597488"/>
              <a:gd name="connsiteY5-94" fmla="*/ 577132 h 597488"/>
              <a:gd name="connsiteX6-95" fmla="*/ 497905 w 597488"/>
              <a:gd name="connsiteY6-96" fmla="*/ 597488 h 597488"/>
              <a:gd name="connsiteX7-97" fmla="*/ 99583 w 597488"/>
              <a:gd name="connsiteY7-98" fmla="*/ 597488 h 597488"/>
              <a:gd name="connsiteX8-99" fmla="*/ 0 w 597488"/>
              <a:gd name="connsiteY8-100" fmla="*/ 497905 h 597488"/>
              <a:gd name="connsiteX9-101" fmla="*/ 2747 w 597488"/>
              <a:gd name="connsiteY9-102" fmla="*/ 303216 h 597488"/>
              <a:gd name="connsiteX0-103" fmla="*/ 2747 w 597488"/>
              <a:gd name="connsiteY0-104" fmla="*/ 303216 h 597488"/>
              <a:gd name="connsiteX1-105" fmla="*/ 266879 w 597488"/>
              <a:gd name="connsiteY1-106" fmla="*/ 1152 h 597488"/>
              <a:gd name="connsiteX2-107" fmla="*/ 497905 w 597488"/>
              <a:gd name="connsiteY2-108" fmla="*/ 0 h 597488"/>
              <a:gd name="connsiteX3-109" fmla="*/ 597488 w 597488"/>
              <a:gd name="connsiteY3-110" fmla="*/ 99583 h 597488"/>
              <a:gd name="connsiteX4-111" fmla="*/ 597488 w 597488"/>
              <a:gd name="connsiteY4-112" fmla="*/ 497905 h 597488"/>
              <a:gd name="connsiteX5-113" fmla="*/ 563225 w 597488"/>
              <a:gd name="connsiteY5-114" fmla="*/ 577132 h 597488"/>
              <a:gd name="connsiteX6-115" fmla="*/ 497905 w 597488"/>
              <a:gd name="connsiteY6-116" fmla="*/ 597488 h 597488"/>
              <a:gd name="connsiteX7-117" fmla="*/ 99583 w 597488"/>
              <a:gd name="connsiteY7-118" fmla="*/ 597488 h 597488"/>
              <a:gd name="connsiteX8-119" fmla="*/ 0 w 597488"/>
              <a:gd name="connsiteY8-120" fmla="*/ 497905 h 597488"/>
              <a:gd name="connsiteX9-121" fmla="*/ 2747 w 597488"/>
              <a:gd name="connsiteY9-122" fmla="*/ 303216 h 597488"/>
              <a:gd name="connsiteX0-123" fmla="*/ 2747 w 597488"/>
              <a:gd name="connsiteY0-124" fmla="*/ 303216 h 597488"/>
              <a:gd name="connsiteX1-125" fmla="*/ 266879 w 597488"/>
              <a:gd name="connsiteY1-126" fmla="*/ 1152 h 597488"/>
              <a:gd name="connsiteX2-127" fmla="*/ 497905 w 597488"/>
              <a:gd name="connsiteY2-128" fmla="*/ 0 h 597488"/>
              <a:gd name="connsiteX3-129" fmla="*/ 597488 w 597488"/>
              <a:gd name="connsiteY3-130" fmla="*/ 99583 h 597488"/>
              <a:gd name="connsiteX4-131" fmla="*/ 597488 w 597488"/>
              <a:gd name="connsiteY4-132" fmla="*/ 497905 h 597488"/>
              <a:gd name="connsiteX5-133" fmla="*/ 563225 w 597488"/>
              <a:gd name="connsiteY5-134" fmla="*/ 577132 h 597488"/>
              <a:gd name="connsiteX6-135" fmla="*/ 497905 w 597488"/>
              <a:gd name="connsiteY6-136" fmla="*/ 597488 h 597488"/>
              <a:gd name="connsiteX7-137" fmla="*/ 99583 w 597488"/>
              <a:gd name="connsiteY7-138" fmla="*/ 597488 h 597488"/>
              <a:gd name="connsiteX8-139" fmla="*/ 0 w 597488"/>
              <a:gd name="connsiteY8-140" fmla="*/ 497905 h 597488"/>
              <a:gd name="connsiteX9-141" fmla="*/ 2747 w 597488"/>
              <a:gd name="connsiteY9-142" fmla="*/ 303216 h 597488"/>
              <a:gd name="connsiteX0-143" fmla="*/ 2747 w 597488"/>
              <a:gd name="connsiteY0-144" fmla="*/ 303216 h 597488"/>
              <a:gd name="connsiteX1-145" fmla="*/ 108791 w 597488"/>
              <a:gd name="connsiteY1-146" fmla="*/ 172053 h 597488"/>
              <a:gd name="connsiteX2-147" fmla="*/ 266879 w 597488"/>
              <a:gd name="connsiteY2-148" fmla="*/ 1152 h 597488"/>
              <a:gd name="connsiteX3-149" fmla="*/ 497905 w 597488"/>
              <a:gd name="connsiteY3-150" fmla="*/ 0 h 597488"/>
              <a:gd name="connsiteX4-151" fmla="*/ 597488 w 597488"/>
              <a:gd name="connsiteY4-152" fmla="*/ 99583 h 597488"/>
              <a:gd name="connsiteX5-153" fmla="*/ 597488 w 597488"/>
              <a:gd name="connsiteY5-154" fmla="*/ 497905 h 597488"/>
              <a:gd name="connsiteX6-155" fmla="*/ 563225 w 597488"/>
              <a:gd name="connsiteY6-156" fmla="*/ 577132 h 597488"/>
              <a:gd name="connsiteX7-157" fmla="*/ 497905 w 597488"/>
              <a:gd name="connsiteY7-158" fmla="*/ 597488 h 597488"/>
              <a:gd name="connsiteX8-159" fmla="*/ 99583 w 597488"/>
              <a:gd name="connsiteY8-160" fmla="*/ 597488 h 597488"/>
              <a:gd name="connsiteX9-161" fmla="*/ 0 w 597488"/>
              <a:gd name="connsiteY9-162" fmla="*/ 497905 h 597488"/>
              <a:gd name="connsiteX10-163" fmla="*/ 2747 w 597488"/>
              <a:gd name="connsiteY10-164" fmla="*/ 303216 h 597488"/>
              <a:gd name="connsiteX0-165" fmla="*/ 0 w 597488"/>
              <a:gd name="connsiteY0-166" fmla="*/ 497905 h 597488"/>
              <a:gd name="connsiteX1-167" fmla="*/ 108791 w 597488"/>
              <a:gd name="connsiteY1-168" fmla="*/ 172053 h 597488"/>
              <a:gd name="connsiteX2-169" fmla="*/ 266879 w 597488"/>
              <a:gd name="connsiteY2-170" fmla="*/ 1152 h 597488"/>
              <a:gd name="connsiteX3-171" fmla="*/ 497905 w 597488"/>
              <a:gd name="connsiteY3-172" fmla="*/ 0 h 597488"/>
              <a:gd name="connsiteX4-173" fmla="*/ 597488 w 597488"/>
              <a:gd name="connsiteY4-174" fmla="*/ 99583 h 597488"/>
              <a:gd name="connsiteX5-175" fmla="*/ 597488 w 597488"/>
              <a:gd name="connsiteY5-176" fmla="*/ 497905 h 597488"/>
              <a:gd name="connsiteX6-177" fmla="*/ 563225 w 597488"/>
              <a:gd name="connsiteY6-178" fmla="*/ 577132 h 597488"/>
              <a:gd name="connsiteX7-179" fmla="*/ 497905 w 597488"/>
              <a:gd name="connsiteY7-180" fmla="*/ 597488 h 597488"/>
              <a:gd name="connsiteX8-181" fmla="*/ 99583 w 597488"/>
              <a:gd name="connsiteY8-182" fmla="*/ 597488 h 597488"/>
              <a:gd name="connsiteX9-183" fmla="*/ 0 w 597488"/>
              <a:gd name="connsiteY9-184" fmla="*/ 497905 h 597488"/>
              <a:gd name="connsiteX0-185" fmla="*/ 32939 w 530844"/>
              <a:gd name="connsiteY0-186" fmla="*/ 597488 h 597488"/>
              <a:gd name="connsiteX1-187" fmla="*/ 42147 w 530844"/>
              <a:gd name="connsiteY1-188" fmla="*/ 172053 h 597488"/>
              <a:gd name="connsiteX2-189" fmla="*/ 200235 w 530844"/>
              <a:gd name="connsiteY2-190" fmla="*/ 1152 h 597488"/>
              <a:gd name="connsiteX3-191" fmla="*/ 431261 w 530844"/>
              <a:gd name="connsiteY3-192" fmla="*/ 0 h 597488"/>
              <a:gd name="connsiteX4-193" fmla="*/ 530844 w 530844"/>
              <a:gd name="connsiteY4-194" fmla="*/ 99583 h 597488"/>
              <a:gd name="connsiteX5-195" fmla="*/ 530844 w 530844"/>
              <a:gd name="connsiteY5-196" fmla="*/ 497905 h 597488"/>
              <a:gd name="connsiteX6-197" fmla="*/ 496581 w 530844"/>
              <a:gd name="connsiteY6-198" fmla="*/ 577132 h 597488"/>
              <a:gd name="connsiteX7-199" fmla="*/ 431261 w 530844"/>
              <a:gd name="connsiteY7-200" fmla="*/ 597488 h 597488"/>
              <a:gd name="connsiteX8-201" fmla="*/ 32939 w 530844"/>
              <a:gd name="connsiteY8-202" fmla="*/ 597488 h 597488"/>
              <a:gd name="connsiteX0-203" fmla="*/ 389114 w 488697"/>
              <a:gd name="connsiteY0-204" fmla="*/ 597488 h 597488"/>
              <a:gd name="connsiteX1-205" fmla="*/ 0 w 488697"/>
              <a:gd name="connsiteY1-206" fmla="*/ 172053 h 597488"/>
              <a:gd name="connsiteX2-207" fmla="*/ 158088 w 488697"/>
              <a:gd name="connsiteY2-208" fmla="*/ 1152 h 597488"/>
              <a:gd name="connsiteX3-209" fmla="*/ 389114 w 488697"/>
              <a:gd name="connsiteY3-210" fmla="*/ 0 h 597488"/>
              <a:gd name="connsiteX4-211" fmla="*/ 488697 w 488697"/>
              <a:gd name="connsiteY4-212" fmla="*/ 99583 h 597488"/>
              <a:gd name="connsiteX5-213" fmla="*/ 488697 w 488697"/>
              <a:gd name="connsiteY5-214" fmla="*/ 497905 h 597488"/>
              <a:gd name="connsiteX6-215" fmla="*/ 454434 w 488697"/>
              <a:gd name="connsiteY6-216" fmla="*/ 577132 h 597488"/>
              <a:gd name="connsiteX7-217" fmla="*/ 389114 w 488697"/>
              <a:gd name="connsiteY7-218" fmla="*/ 597488 h 597488"/>
              <a:gd name="connsiteX0-219" fmla="*/ 454434 w 500360"/>
              <a:gd name="connsiteY0-220" fmla="*/ 577132 h 599103"/>
              <a:gd name="connsiteX1-221" fmla="*/ 0 w 500360"/>
              <a:gd name="connsiteY1-222" fmla="*/ 172053 h 599103"/>
              <a:gd name="connsiteX2-223" fmla="*/ 158088 w 500360"/>
              <a:gd name="connsiteY2-224" fmla="*/ 1152 h 599103"/>
              <a:gd name="connsiteX3-225" fmla="*/ 389114 w 500360"/>
              <a:gd name="connsiteY3-226" fmla="*/ 0 h 599103"/>
              <a:gd name="connsiteX4-227" fmla="*/ 488697 w 500360"/>
              <a:gd name="connsiteY4-228" fmla="*/ 99583 h 599103"/>
              <a:gd name="connsiteX5-229" fmla="*/ 488697 w 500360"/>
              <a:gd name="connsiteY5-230" fmla="*/ 497905 h 599103"/>
              <a:gd name="connsiteX6-231" fmla="*/ 454434 w 500360"/>
              <a:gd name="connsiteY6-232" fmla="*/ 577132 h 599103"/>
              <a:gd name="connsiteX0-233" fmla="*/ 454434 w 500360"/>
              <a:gd name="connsiteY0-234" fmla="*/ 577132 h 599103"/>
              <a:gd name="connsiteX1-235" fmla="*/ 0 w 500360"/>
              <a:gd name="connsiteY1-236" fmla="*/ 172053 h 599103"/>
              <a:gd name="connsiteX2-237" fmla="*/ 158088 w 500360"/>
              <a:gd name="connsiteY2-238" fmla="*/ 1152 h 599103"/>
              <a:gd name="connsiteX3-239" fmla="*/ 389114 w 500360"/>
              <a:gd name="connsiteY3-240" fmla="*/ 0 h 599103"/>
              <a:gd name="connsiteX4-241" fmla="*/ 488697 w 500360"/>
              <a:gd name="connsiteY4-242" fmla="*/ 99583 h 599103"/>
              <a:gd name="connsiteX5-243" fmla="*/ 488697 w 500360"/>
              <a:gd name="connsiteY5-244" fmla="*/ 497905 h 599103"/>
              <a:gd name="connsiteX6-245" fmla="*/ 454434 w 500360"/>
              <a:gd name="connsiteY6-246" fmla="*/ 577132 h 599103"/>
              <a:gd name="connsiteX0-247" fmla="*/ 454434 w 500360"/>
              <a:gd name="connsiteY0-248" fmla="*/ 577132 h 599103"/>
              <a:gd name="connsiteX1-249" fmla="*/ 0 w 500360"/>
              <a:gd name="connsiteY1-250" fmla="*/ 172053 h 599103"/>
              <a:gd name="connsiteX2-251" fmla="*/ 158088 w 500360"/>
              <a:gd name="connsiteY2-252" fmla="*/ 1152 h 599103"/>
              <a:gd name="connsiteX3-253" fmla="*/ 389114 w 500360"/>
              <a:gd name="connsiteY3-254" fmla="*/ 0 h 599103"/>
              <a:gd name="connsiteX4-255" fmla="*/ 488697 w 500360"/>
              <a:gd name="connsiteY4-256" fmla="*/ 99583 h 599103"/>
              <a:gd name="connsiteX5-257" fmla="*/ 488697 w 500360"/>
              <a:gd name="connsiteY5-258" fmla="*/ 497905 h 599103"/>
              <a:gd name="connsiteX6-259" fmla="*/ 454434 w 500360"/>
              <a:gd name="connsiteY6-260" fmla="*/ 577132 h 599103"/>
              <a:gd name="connsiteX0-261" fmla="*/ 454434 w 500360"/>
              <a:gd name="connsiteY0-262" fmla="*/ 577132 h 599103"/>
              <a:gd name="connsiteX1-263" fmla="*/ 0 w 500360"/>
              <a:gd name="connsiteY1-264" fmla="*/ 172053 h 599103"/>
              <a:gd name="connsiteX2-265" fmla="*/ 158088 w 500360"/>
              <a:gd name="connsiteY2-266" fmla="*/ 1152 h 599103"/>
              <a:gd name="connsiteX3-267" fmla="*/ 389114 w 500360"/>
              <a:gd name="connsiteY3-268" fmla="*/ 0 h 599103"/>
              <a:gd name="connsiteX4-269" fmla="*/ 488697 w 500360"/>
              <a:gd name="connsiteY4-270" fmla="*/ 99583 h 599103"/>
              <a:gd name="connsiteX5-271" fmla="*/ 488697 w 500360"/>
              <a:gd name="connsiteY5-272" fmla="*/ 497905 h 599103"/>
              <a:gd name="connsiteX6-273" fmla="*/ 454434 w 500360"/>
              <a:gd name="connsiteY6-274" fmla="*/ 577132 h 599103"/>
              <a:gd name="connsiteX0-275" fmla="*/ 454434 w 500360"/>
              <a:gd name="connsiteY0-276" fmla="*/ 577132 h 599103"/>
              <a:gd name="connsiteX1-277" fmla="*/ 0 w 500360"/>
              <a:gd name="connsiteY1-278" fmla="*/ 172053 h 599103"/>
              <a:gd name="connsiteX2-279" fmla="*/ 158088 w 500360"/>
              <a:gd name="connsiteY2-280" fmla="*/ 1152 h 599103"/>
              <a:gd name="connsiteX3-281" fmla="*/ 389114 w 500360"/>
              <a:gd name="connsiteY3-282" fmla="*/ 0 h 599103"/>
              <a:gd name="connsiteX4-283" fmla="*/ 488697 w 500360"/>
              <a:gd name="connsiteY4-284" fmla="*/ 99583 h 599103"/>
              <a:gd name="connsiteX5-285" fmla="*/ 488697 w 500360"/>
              <a:gd name="connsiteY5-286" fmla="*/ 497905 h 599103"/>
              <a:gd name="connsiteX6-287" fmla="*/ 454434 w 500360"/>
              <a:gd name="connsiteY6-288" fmla="*/ 577132 h 599103"/>
              <a:gd name="connsiteX0-289" fmla="*/ 454434 w 488697"/>
              <a:gd name="connsiteY0-290" fmla="*/ 577132 h 579017"/>
              <a:gd name="connsiteX1-291" fmla="*/ 0 w 488697"/>
              <a:gd name="connsiteY1-292" fmla="*/ 172053 h 579017"/>
              <a:gd name="connsiteX2-293" fmla="*/ 158088 w 488697"/>
              <a:gd name="connsiteY2-294" fmla="*/ 1152 h 579017"/>
              <a:gd name="connsiteX3-295" fmla="*/ 389114 w 488697"/>
              <a:gd name="connsiteY3-296" fmla="*/ 0 h 579017"/>
              <a:gd name="connsiteX4-297" fmla="*/ 488697 w 488697"/>
              <a:gd name="connsiteY4-298" fmla="*/ 99583 h 579017"/>
              <a:gd name="connsiteX5-299" fmla="*/ 488697 w 488697"/>
              <a:gd name="connsiteY5-300" fmla="*/ 497905 h 579017"/>
              <a:gd name="connsiteX6-301" fmla="*/ 454434 w 488697"/>
              <a:gd name="connsiteY6-302" fmla="*/ 577132 h 579017"/>
              <a:gd name="connsiteX0-303" fmla="*/ 454434 w 488697"/>
              <a:gd name="connsiteY0-304" fmla="*/ 577132 h 579017"/>
              <a:gd name="connsiteX1-305" fmla="*/ 0 w 488697"/>
              <a:gd name="connsiteY1-306" fmla="*/ 172053 h 579017"/>
              <a:gd name="connsiteX2-307" fmla="*/ 158088 w 488697"/>
              <a:gd name="connsiteY2-308" fmla="*/ 1152 h 579017"/>
              <a:gd name="connsiteX3-309" fmla="*/ 389114 w 488697"/>
              <a:gd name="connsiteY3-310" fmla="*/ 0 h 579017"/>
              <a:gd name="connsiteX4-311" fmla="*/ 488697 w 488697"/>
              <a:gd name="connsiteY4-312" fmla="*/ 99583 h 579017"/>
              <a:gd name="connsiteX5-313" fmla="*/ 488697 w 488697"/>
              <a:gd name="connsiteY5-314" fmla="*/ 497905 h 579017"/>
              <a:gd name="connsiteX6-315" fmla="*/ 454434 w 488697"/>
              <a:gd name="connsiteY6-316" fmla="*/ 577132 h 579017"/>
              <a:gd name="connsiteX0-317" fmla="*/ 454434 w 488697"/>
              <a:gd name="connsiteY0-318" fmla="*/ 577132 h 579017"/>
              <a:gd name="connsiteX1-319" fmla="*/ 0 w 488697"/>
              <a:gd name="connsiteY1-320" fmla="*/ 172053 h 579017"/>
              <a:gd name="connsiteX2-321" fmla="*/ 158088 w 488697"/>
              <a:gd name="connsiteY2-322" fmla="*/ 1152 h 579017"/>
              <a:gd name="connsiteX3-323" fmla="*/ 389114 w 488697"/>
              <a:gd name="connsiteY3-324" fmla="*/ 0 h 579017"/>
              <a:gd name="connsiteX4-325" fmla="*/ 488697 w 488697"/>
              <a:gd name="connsiteY4-326" fmla="*/ 99583 h 579017"/>
              <a:gd name="connsiteX5-327" fmla="*/ 488697 w 488697"/>
              <a:gd name="connsiteY5-328" fmla="*/ 497905 h 579017"/>
              <a:gd name="connsiteX6-329" fmla="*/ 454434 w 488697"/>
              <a:gd name="connsiteY6-330" fmla="*/ 577132 h 579017"/>
              <a:gd name="connsiteX0-331" fmla="*/ 437370 w 471633"/>
              <a:gd name="connsiteY0-332" fmla="*/ 577132 h 579017"/>
              <a:gd name="connsiteX1-333" fmla="*/ 0 w 471633"/>
              <a:gd name="connsiteY1-334" fmla="*/ 165531 h 579017"/>
              <a:gd name="connsiteX2-335" fmla="*/ 141024 w 471633"/>
              <a:gd name="connsiteY2-336" fmla="*/ 1152 h 579017"/>
              <a:gd name="connsiteX3-337" fmla="*/ 372050 w 471633"/>
              <a:gd name="connsiteY3-338" fmla="*/ 0 h 579017"/>
              <a:gd name="connsiteX4-339" fmla="*/ 471633 w 471633"/>
              <a:gd name="connsiteY4-340" fmla="*/ 99583 h 579017"/>
              <a:gd name="connsiteX5-341" fmla="*/ 471633 w 471633"/>
              <a:gd name="connsiteY5-342" fmla="*/ 497905 h 579017"/>
              <a:gd name="connsiteX6-343" fmla="*/ 437370 w 471633"/>
              <a:gd name="connsiteY6-344" fmla="*/ 577132 h 579017"/>
              <a:gd name="connsiteX0-345" fmla="*/ 437370 w 471633"/>
              <a:gd name="connsiteY0-346" fmla="*/ 577132 h 579017"/>
              <a:gd name="connsiteX1-347" fmla="*/ 0 w 471633"/>
              <a:gd name="connsiteY1-348" fmla="*/ 165531 h 579017"/>
              <a:gd name="connsiteX2-349" fmla="*/ 141024 w 471633"/>
              <a:gd name="connsiteY2-350" fmla="*/ 1152 h 579017"/>
              <a:gd name="connsiteX3-351" fmla="*/ 372050 w 471633"/>
              <a:gd name="connsiteY3-352" fmla="*/ 0 h 579017"/>
              <a:gd name="connsiteX4-353" fmla="*/ 471633 w 471633"/>
              <a:gd name="connsiteY4-354" fmla="*/ 99583 h 579017"/>
              <a:gd name="connsiteX5-355" fmla="*/ 471633 w 471633"/>
              <a:gd name="connsiteY5-356" fmla="*/ 497905 h 579017"/>
              <a:gd name="connsiteX6-357" fmla="*/ 437370 w 471633"/>
              <a:gd name="connsiteY6-358" fmla="*/ 577132 h 579017"/>
              <a:gd name="connsiteX0-359" fmla="*/ 437370 w 471633"/>
              <a:gd name="connsiteY0-360" fmla="*/ 577132 h 579017"/>
              <a:gd name="connsiteX1-361" fmla="*/ 0 w 471633"/>
              <a:gd name="connsiteY1-362" fmla="*/ 165531 h 579017"/>
              <a:gd name="connsiteX2-363" fmla="*/ 141024 w 471633"/>
              <a:gd name="connsiteY2-364" fmla="*/ 1152 h 579017"/>
              <a:gd name="connsiteX3-365" fmla="*/ 372050 w 471633"/>
              <a:gd name="connsiteY3-366" fmla="*/ 0 h 579017"/>
              <a:gd name="connsiteX4-367" fmla="*/ 471633 w 471633"/>
              <a:gd name="connsiteY4-368" fmla="*/ 99583 h 579017"/>
              <a:gd name="connsiteX5-369" fmla="*/ 471633 w 471633"/>
              <a:gd name="connsiteY5-370" fmla="*/ 497905 h 579017"/>
              <a:gd name="connsiteX6-371" fmla="*/ 437370 w 471633"/>
              <a:gd name="connsiteY6-372" fmla="*/ 577132 h 579017"/>
              <a:gd name="connsiteX0-373" fmla="*/ 437370 w 471633"/>
              <a:gd name="connsiteY0-374" fmla="*/ 577132 h 579017"/>
              <a:gd name="connsiteX1-375" fmla="*/ 0 w 471633"/>
              <a:gd name="connsiteY1-376" fmla="*/ 165531 h 579017"/>
              <a:gd name="connsiteX2-377" fmla="*/ 141024 w 471633"/>
              <a:gd name="connsiteY2-378" fmla="*/ 1152 h 579017"/>
              <a:gd name="connsiteX3-379" fmla="*/ 372050 w 471633"/>
              <a:gd name="connsiteY3-380" fmla="*/ 0 h 579017"/>
              <a:gd name="connsiteX4-381" fmla="*/ 471633 w 471633"/>
              <a:gd name="connsiteY4-382" fmla="*/ 99583 h 579017"/>
              <a:gd name="connsiteX5-383" fmla="*/ 471633 w 471633"/>
              <a:gd name="connsiteY5-384" fmla="*/ 497905 h 579017"/>
              <a:gd name="connsiteX6-385" fmla="*/ 437370 w 471633"/>
              <a:gd name="connsiteY6-386" fmla="*/ 577132 h 579017"/>
              <a:gd name="connsiteX0-387" fmla="*/ 445204 w 479467"/>
              <a:gd name="connsiteY0-388" fmla="*/ 577132 h 579017"/>
              <a:gd name="connsiteX1-389" fmla="*/ 0 w 479467"/>
              <a:gd name="connsiteY1-390" fmla="*/ 161940 h 579017"/>
              <a:gd name="connsiteX2-391" fmla="*/ 148858 w 479467"/>
              <a:gd name="connsiteY2-392" fmla="*/ 1152 h 579017"/>
              <a:gd name="connsiteX3-393" fmla="*/ 379884 w 479467"/>
              <a:gd name="connsiteY3-394" fmla="*/ 0 h 579017"/>
              <a:gd name="connsiteX4-395" fmla="*/ 479467 w 479467"/>
              <a:gd name="connsiteY4-396" fmla="*/ 99583 h 579017"/>
              <a:gd name="connsiteX5-397" fmla="*/ 479467 w 479467"/>
              <a:gd name="connsiteY5-398" fmla="*/ 497905 h 579017"/>
              <a:gd name="connsiteX6-399" fmla="*/ 445204 w 479467"/>
              <a:gd name="connsiteY6-400" fmla="*/ 577132 h 579017"/>
              <a:gd name="connsiteX0-401" fmla="*/ 445204 w 479467"/>
              <a:gd name="connsiteY0-402" fmla="*/ 577132 h 579017"/>
              <a:gd name="connsiteX1-403" fmla="*/ 0 w 479467"/>
              <a:gd name="connsiteY1-404" fmla="*/ 161940 h 579017"/>
              <a:gd name="connsiteX2-405" fmla="*/ 148858 w 479467"/>
              <a:gd name="connsiteY2-406" fmla="*/ 1152 h 579017"/>
              <a:gd name="connsiteX3-407" fmla="*/ 379884 w 479467"/>
              <a:gd name="connsiteY3-408" fmla="*/ 0 h 579017"/>
              <a:gd name="connsiteX4-409" fmla="*/ 479467 w 479467"/>
              <a:gd name="connsiteY4-410" fmla="*/ 99583 h 579017"/>
              <a:gd name="connsiteX5-411" fmla="*/ 479467 w 479467"/>
              <a:gd name="connsiteY5-412" fmla="*/ 497905 h 579017"/>
              <a:gd name="connsiteX6-413" fmla="*/ 445204 w 479467"/>
              <a:gd name="connsiteY6-414" fmla="*/ 577132 h 579017"/>
              <a:gd name="connsiteX0-415" fmla="*/ 445204 w 479467"/>
              <a:gd name="connsiteY0-416" fmla="*/ 577132 h 579017"/>
              <a:gd name="connsiteX1-417" fmla="*/ 0 w 479467"/>
              <a:gd name="connsiteY1-418" fmla="*/ 161940 h 579017"/>
              <a:gd name="connsiteX2-419" fmla="*/ 148858 w 479467"/>
              <a:gd name="connsiteY2-420" fmla="*/ 1152 h 579017"/>
              <a:gd name="connsiteX3-421" fmla="*/ 379884 w 479467"/>
              <a:gd name="connsiteY3-422" fmla="*/ 0 h 579017"/>
              <a:gd name="connsiteX4-423" fmla="*/ 479467 w 479467"/>
              <a:gd name="connsiteY4-424" fmla="*/ 99583 h 579017"/>
              <a:gd name="connsiteX5-425" fmla="*/ 479467 w 479467"/>
              <a:gd name="connsiteY5-426" fmla="*/ 497905 h 579017"/>
              <a:gd name="connsiteX6-427" fmla="*/ 445204 w 479467"/>
              <a:gd name="connsiteY6-428" fmla="*/ 577132 h 579017"/>
              <a:gd name="connsiteX0-429" fmla="*/ 445204 w 479467"/>
              <a:gd name="connsiteY0-430" fmla="*/ 577702 h 579587"/>
              <a:gd name="connsiteX1-431" fmla="*/ 0 w 479467"/>
              <a:gd name="connsiteY1-432" fmla="*/ 162510 h 579587"/>
              <a:gd name="connsiteX2-433" fmla="*/ 170070 w 479467"/>
              <a:gd name="connsiteY2-434" fmla="*/ 0 h 579587"/>
              <a:gd name="connsiteX3-435" fmla="*/ 379884 w 479467"/>
              <a:gd name="connsiteY3-436" fmla="*/ 570 h 579587"/>
              <a:gd name="connsiteX4-437" fmla="*/ 479467 w 479467"/>
              <a:gd name="connsiteY4-438" fmla="*/ 100153 h 579587"/>
              <a:gd name="connsiteX5-439" fmla="*/ 479467 w 479467"/>
              <a:gd name="connsiteY5-440" fmla="*/ 498475 h 579587"/>
              <a:gd name="connsiteX6-441" fmla="*/ 445204 w 479467"/>
              <a:gd name="connsiteY6-442" fmla="*/ 577702 h 579587"/>
              <a:gd name="connsiteX0-443" fmla="*/ 428863 w 463126"/>
              <a:gd name="connsiteY0-444" fmla="*/ 577702 h 579587"/>
              <a:gd name="connsiteX1-445" fmla="*/ 0 w 463126"/>
              <a:gd name="connsiteY1-446" fmla="*/ 169073 h 579587"/>
              <a:gd name="connsiteX2-447" fmla="*/ 153729 w 463126"/>
              <a:gd name="connsiteY2-448" fmla="*/ 0 h 579587"/>
              <a:gd name="connsiteX3-449" fmla="*/ 363543 w 463126"/>
              <a:gd name="connsiteY3-450" fmla="*/ 570 h 579587"/>
              <a:gd name="connsiteX4-451" fmla="*/ 463126 w 463126"/>
              <a:gd name="connsiteY4-452" fmla="*/ 100153 h 579587"/>
              <a:gd name="connsiteX5-453" fmla="*/ 463126 w 463126"/>
              <a:gd name="connsiteY5-454" fmla="*/ 498475 h 579587"/>
              <a:gd name="connsiteX6-455" fmla="*/ 428863 w 463126"/>
              <a:gd name="connsiteY6-456" fmla="*/ 577702 h 579587"/>
              <a:gd name="connsiteX0-457" fmla="*/ 428863 w 463126"/>
              <a:gd name="connsiteY0-458" fmla="*/ 577702 h 579587"/>
              <a:gd name="connsiteX1-459" fmla="*/ 0 w 463126"/>
              <a:gd name="connsiteY1-460" fmla="*/ 169073 h 579587"/>
              <a:gd name="connsiteX2-461" fmla="*/ 153729 w 463126"/>
              <a:gd name="connsiteY2-462" fmla="*/ 0 h 579587"/>
              <a:gd name="connsiteX3-463" fmla="*/ 363543 w 463126"/>
              <a:gd name="connsiteY3-464" fmla="*/ 570 h 579587"/>
              <a:gd name="connsiteX4-465" fmla="*/ 463126 w 463126"/>
              <a:gd name="connsiteY4-466" fmla="*/ 100153 h 579587"/>
              <a:gd name="connsiteX5-467" fmla="*/ 463126 w 463126"/>
              <a:gd name="connsiteY5-468" fmla="*/ 498475 h 579587"/>
              <a:gd name="connsiteX6-469" fmla="*/ 428863 w 463126"/>
              <a:gd name="connsiteY6-470" fmla="*/ 577702 h 579587"/>
              <a:gd name="connsiteX0-471" fmla="*/ 420729 w 454992"/>
              <a:gd name="connsiteY0-472" fmla="*/ 577702 h 579587"/>
              <a:gd name="connsiteX1-473" fmla="*/ 0 w 454992"/>
              <a:gd name="connsiteY1-474" fmla="*/ 160777 h 579587"/>
              <a:gd name="connsiteX2-475" fmla="*/ 145595 w 454992"/>
              <a:gd name="connsiteY2-476" fmla="*/ 0 h 579587"/>
              <a:gd name="connsiteX3-477" fmla="*/ 355409 w 454992"/>
              <a:gd name="connsiteY3-478" fmla="*/ 570 h 579587"/>
              <a:gd name="connsiteX4-479" fmla="*/ 454992 w 454992"/>
              <a:gd name="connsiteY4-480" fmla="*/ 100153 h 579587"/>
              <a:gd name="connsiteX5-481" fmla="*/ 454992 w 454992"/>
              <a:gd name="connsiteY5-482" fmla="*/ 498475 h 579587"/>
              <a:gd name="connsiteX6-483" fmla="*/ 420729 w 454992"/>
              <a:gd name="connsiteY6-484" fmla="*/ 577702 h 579587"/>
              <a:gd name="connsiteX0-485" fmla="*/ 414232 w 448495"/>
              <a:gd name="connsiteY0-486" fmla="*/ 577702 h 579587"/>
              <a:gd name="connsiteX1-487" fmla="*/ 0 w 448495"/>
              <a:gd name="connsiteY1-488" fmla="*/ 150830 h 579587"/>
              <a:gd name="connsiteX2-489" fmla="*/ 139098 w 448495"/>
              <a:gd name="connsiteY2-490" fmla="*/ 0 h 579587"/>
              <a:gd name="connsiteX3-491" fmla="*/ 348912 w 448495"/>
              <a:gd name="connsiteY3-492" fmla="*/ 570 h 579587"/>
              <a:gd name="connsiteX4-493" fmla="*/ 448495 w 448495"/>
              <a:gd name="connsiteY4-494" fmla="*/ 100153 h 579587"/>
              <a:gd name="connsiteX5-495" fmla="*/ 448495 w 448495"/>
              <a:gd name="connsiteY5-496" fmla="*/ 498475 h 579587"/>
              <a:gd name="connsiteX6-497" fmla="*/ 414232 w 448495"/>
              <a:gd name="connsiteY6-498" fmla="*/ 577702 h 579587"/>
              <a:gd name="connsiteX0-499" fmla="*/ 419112 w 453375"/>
              <a:gd name="connsiteY0-500" fmla="*/ 577702 h 579587"/>
              <a:gd name="connsiteX1-501" fmla="*/ 0 w 453375"/>
              <a:gd name="connsiteY1-502" fmla="*/ 155807 h 579587"/>
              <a:gd name="connsiteX2-503" fmla="*/ 143978 w 453375"/>
              <a:gd name="connsiteY2-504" fmla="*/ 0 h 579587"/>
              <a:gd name="connsiteX3-505" fmla="*/ 353792 w 453375"/>
              <a:gd name="connsiteY3-506" fmla="*/ 570 h 579587"/>
              <a:gd name="connsiteX4-507" fmla="*/ 453375 w 453375"/>
              <a:gd name="connsiteY4-508" fmla="*/ 100153 h 579587"/>
              <a:gd name="connsiteX5-509" fmla="*/ 453375 w 453375"/>
              <a:gd name="connsiteY5-510" fmla="*/ 498475 h 579587"/>
              <a:gd name="connsiteX6-511" fmla="*/ 419112 w 453375"/>
              <a:gd name="connsiteY6-512" fmla="*/ 577702 h 579587"/>
              <a:gd name="connsiteX0-513" fmla="*/ 419112 w 453375"/>
              <a:gd name="connsiteY0-514" fmla="*/ 577132 h 579017"/>
              <a:gd name="connsiteX1-515" fmla="*/ 0 w 453375"/>
              <a:gd name="connsiteY1-516" fmla="*/ 155237 h 579017"/>
              <a:gd name="connsiteX2-517" fmla="*/ 152144 w 453375"/>
              <a:gd name="connsiteY2-518" fmla="*/ 1058 h 579017"/>
              <a:gd name="connsiteX3-519" fmla="*/ 353792 w 453375"/>
              <a:gd name="connsiteY3-520" fmla="*/ 0 h 579017"/>
              <a:gd name="connsiteX4-521" fmla="*/ 453375 w 453375"/>
              <a:gd name="connsiteY4-522" fmla="*/ 99583 h 579017"/>
              <a:gd name="connsiteX5-523" fmla="*/ 453375 w 453375"/>
              <a:gd name="connsiteY5-524" fmla="*/ 497905 h 579017"/>
              <a:gd name="connsiteX6-525" fmla="*/ 419112 w 453375"/>
              <a:gd name="connsiteY6-526" fmla="*/ 577132 h 579017"/>
              <a:gd name="connsiteX0-527" fmla="*/ 419112 w 453375"/>
              <a:gd name="connsiteY0-528" fmla="*/ 577132 h 579017"/>
              <a:gd name="connsiteX1-529" fmla="*/ 0 w 453375"/>
              <a:gd name="connsiteY1-530" fmla="*/ 155237 h 579017"/>
              <a:gd name="connsiteX2-531" fmla="*/ 152144 w 453375"/>
              <a:gd name="connsiteY2-532" fmla="*/ 1058 h 579017"/>
              <a:gd name="connsiteX3-533" fmla="*/ 353792 w 453375"/>
              <a:gd name="connsiteY3-534" fmla="*/ 0 h 579017"/>
              <a:gd name="connsiteX4-535" fmla="*/ 453375 w 453375"/>
              <a:gd name="connsiteY4-536" fmla="*/ 99583 h 579017"/>
              <a:gd name="connsiteX5-537" fmla="*/ 453375 w 453375"/>
              <a:gd name="connsiteY5-538" fmla="*/ 497905 h 579017"/>
              <a:gd name="connsiteX6-539" fmla="*/ 419112 w 453375"/>
              <a:gd name="connsiteY6-540" fmla="*/ 577132 h 579017"/>
              <a:gd name="connsiteX0-541" fmla="*/ 420749 w 455012"/>
              <a:gd name="connsiteY0-542" fmla="*/ 577132 h 579017"/>
              <a:gd name="connsiteX1-543" fmla="*/ 0 w 455012"/>
              <a:gd name="connsiteY1-544" fmla="*/ 153587 h 579017"/>
              <a:gd name="connsiteX2-545" fmla="*/ 153781 w 455012"/>
              <a:gd name="connsiteY2-546" fmla="*/ 1058 h 579017"/>
              <a:gd name="connsiteX3-547" fmla="*/ 355429 w 455012"/>
              <a:gd name="connsiteY3-548" fmla="*/ 0 h 579017"/>
              <a:gd name="connsiteX4-549" fmla="*/ 455012 w 455012"/>
              <a:gd name="connsiteY4-550" fmla="*/ 99583 h 579017"/>
              <a:gd name="connsiteX5-551" fmla="*/ 455012 w 455012"/>
              <a:gd name="connsiteY5-552" fmla="*/ 497905 h 579017"/>
              <a:gd name="connsiteX6-553" fmla="*/ 420749 w 455012"/>
              <a:gd name="connsiteY6-554" fmla="*/ 577132 h 579017"/>
              <a:gd name="connsiteX0-555" fmla="*/ 420749 w 455012"/>
              <a:gd name="connsiteY0-556" fmla="*/ 577723 h 579608"/>
              <a:gd name="connsiteX1-557" fmla="*/ 0 w 455012"/>
              <a:gd name="connsiteY1-558" fmla="*/ 154178 h 579608"/>
              <a:gd name="connsiteX2-559" fmla="*/ 152144 w 455012"/>
              <a:gd name="connsiteY2-560" fmla="*/ 0 h 579608"/>
              <a:gd name="connsiteX3-561" fmla="*/ 355429 w 455012"/>
              <a:gd name="connsiteY3-562" fmla="*/ 591 h 579608"/>
              <a:gd name="connsiteX4-563" fmla="*/ 455012 w 455012"/>
              <a:gd name="connsiteY4-564" fmla="*/ 100174 h 579608"/>
              <a:gd name="connsiteX5-565" fmla="*/ 455012 w 455012"/>
              <a:gd name="connsiteY5-566" fmla="*/ 498496 h 579608"/>
              <a:gd name="connsiteX6-567" fmla="*/ 420749 w 455012"/>
              <a:gd name="connsiteY6-568" fmla="*/ 577723 h 579608"/>
              <a:gd name="connsiteX0-569" fmla="*/ 420749 w 455012"/>
              <a:gd name="connsiteY0-570" fmla="*/ 577723 h 579608"/>
              <a:gd name="connsiteX1-571" fmla="*/ 0 w 455012"/>
              <a:gd name="connsiteY1-572" fmla="*/ 154178 h 579608"/>
              <a:gd name="connsiteX2-573" fmla="*/ 152144 w 455012"/>
              <a:gd name="connsiteY2-574" fmla="*/ 0 h 579608"/>
              <a:gd name="connsiteX3-575" fmla="*/ 355429 w 455012"/>
              <a:gd name="connsiteY3-576" fmla="*/ 591 h 579608"/>
              <a:gd name="connsiteX4-577" fmla="*/ 455012 w 455012"/>
              <a:gd name="connsiteY4-578" fmla="*/ 100174 h 579608"/>
              <a:gd name="connsiteX5-579" fmla="*/ 455012 w 455012"/>
              <a:gd name="connsiteY5-580" fmla="*/ 498496 h 579608"/>
              <a:gd name="connsiteX6-581" fmla="*/ 420749 w 455012"/>
              <a:gd name="connsiteY6-582" fmla="*/ 577723 h 579608"/>
              <a:gd name="connsiteX0-583" fmla="*/ 420749 w 455012"/>
              <a:gd name="connsiteY0-584" fmla="*/ 577723 h 579608"/>
              <a:gd name="connsiteX1-585" fmla="*/ 0 w 455012"/>
              <a:gd name="connsiteY1-586" fmla="*/ 154178 h 579608"/>
              <a:gd name="connsiteX2-587" fmla="*/ 152144 w 455012"/>
              <a:gd name="connsiteY2-588" fmla="*/ 0 h 579608"/>
              <a:gd name="connsiteX3-589" fmla="*/ 355429 w 455012"/>
              <a:gd name="connsiteY3-590" fmla="*/ 591 h 579608"/>
              <a:gd name="connsiteX4-591" fmla="*/ 455012 w 455012"/>
              <a:gd name="connsiteY4-592" fmla="*/ 100174 h 579608"/>
              <a:gd name="connsiteX5-593" fmla="*/ 455012 w 455012"/>
              <a:gd name="connsiteY5-594" fmla="*/ 498496 h 579608"/>
              <a:gd name="connsiteX6-595" fmla="*/ 420749 w 455012"/>
              <a:gd name="connsiteY6-596" fmla="*/ 577723 h 579608"/>
              <a:gd name="connsiteX0-597" fmla="*/ 420749 w 455012"/>
              <a:gd name="connsiteY0-598" fmla="*/ 577714 h 579599"/>
              <a:gd name="connsiteX1-599" fmla="*/ 0 w 455012"/>
              <a:gd name="connsiteY1-600" fmla="*/ 154169 h 579599"/>
              <a:gd name="connsiteX2-601" fmla="*/ 148881 w 455012"/>
              <a:gd name="connsiteY2-602" fmla="*/ 0 h 579599"/>
              <a:gd name="connsiteX3-603" fmla="*/ 355429 w 455012"/>
              <a:gd name="connsiteY3-604" fmla="*/ 582 h 579599"/>
              <a:gd name="connsiteX4-605" fmla="*/ 455012 w 455012"/>
              <a:gd name="connsiteY4-606" fmla="*/ 100165 h 579599"/>
              <a:gd name="connsiteX5-607" fmla="*/ 455012 w 455012"/>
              <a:gd name="connsiteY5-608" fmla="*/ 498487 h 579599"/>
              <a:gd name="connsiteX6-609" fmla="*/ 420749 w 455012"/>
              <a:gd name="connsiteY6-610" fmla="*/ 577714 h 579599"/>
              <a:gd name="connsiteX0-611" fmla="*/ 424023 w 458286"/>
              <a:gd name="connsiteY0-612" fmla="*/ 577714 h 579599"/>
              <a:gd name="connsiteX1-613" fmla="*/ 0 w 458286"/>
              <a:gd name="connsiteY1-614" fmla="*/ 150872 h 579599"/>
              <a:gd name="connsiteX2-615" fmla="*/ 152155 w 458286"/>
              <a:gd name="connsiteY2-616" fmla="*/ 0 h 579599"/>
              <a:gd name="connsiteX3-617" fmla="*/ 358703 w 458286"/>
              <a:gd name="connsiteY3-618" fmla="*/ 582 h 579599"/>
              <a:gd name="connsiteX4-619" fmla="*/ 458286 w 458286"/>
              <a:gd name="connsiteY4-620" fmla="*/ 100165 h 579599"/>
              <a:gd name="connsiteX5-621" fmla="*/ 458286 w 458286"/>
              <a:gd name="connsiteY5-622" fmla="*/ 498487 h 579599"/>
              <a:gd name="connsiteX6-623" fmla="*/ 424023 w 458286"/>
              <a:gd name="connsiteY6-624" fmla="*/ 577714 h 579599"/>
              <a:gd name="connsiteX0-625" fmla="*/ 424023 w 458286"/>
              <a:gd name="connsiteY0-626" fmla="*/ 577714 h 579599"/>
              <a:gd name="connsiteX1-627" fmla="*/ 0 w 458286"/>
              <a:gd name="connsiteY1-628" fmla="*/ 150873 h 579599"/>
              <a:gd name="connsiteX2-629" fmla="*/ 152155 w 458286"/>
              <a:gd name="connsiteY2-630" fmla="*/ 0 h 579599"/>
              <a:gd name="connsiteX3-631" fmla="*/ 358703 w 458286"/>
              <a:gd name="connsiteY3-632" fmla="*/ 582 h 579599"/>
              <a:gd name="connsiteX4-633" fmla="*/ 458286 w 458286"/>
              <a:gd name="connsiteY4-634" fmla="*/ 100165 h 579599"/>
              <a:gd name="connsiteX5-635" fmla="*/ 458286 w 458286"/>
              <a:gd name="connsiteY5-636" fmla="*/ 498487 h 579599"/>
              <a:gd name="connsiteX6-637" fmla="*/ 424023 w 458286"/>
              <a:gd name="connsiteY6-638" fmla="*/ 577714 h 579599"/>
              <a:gd name="connsiteX0-639" fmla="*/ 420758 w 455021"/>
              <a:gd name="connsiteY0-640" fmla="*/ 577714 h 579599"/>
              <a:gd name="connsiteX1-641" fmla="*/ 0 w 455021"/>
              <a:gd name="connsiteY1-642" fmla="*/ 150861 h 579599"/>
              <a:gd name="connsiteX2-643" fmla="*/ 148890 w 455021"/>
              <a:gd name="connsiteY2-644" fmla="*/ 0 h 579599"/>
              <a:gd name="connsiteX3-645" fmla="*/ 355438 w 455021"/>
              <a:gd name="connsiteY3-646" fmla="*/ 582 h 579599"/>
              <a:gd name="connsiteX4-647" fmla="*/ 455021 w 455021"/>
              <a:gd name="connsiteY4-648" fmla="*/ 100165 h 579599"/>
              <a:gd name="connsiteX5-649" fmla="*/ 455021 w 455021"/>
              <a:gd name="connsiteY5-650" fmla="*/ 498487 h 579599"/>
              <a:gd name="connsiteX6-651" fmla="*/ 420758 w 455021"/>
              <a:gd name="connsiteY6-652" fmla="*/ 577714 h 579599"/>
              <a:gd name="connsiteX0-653" fmla="*/ 420758 w 455021"/>
              <a:gd name="connsiteY0-654" fmla="*/ 577714 h 579599"/>
              <a:gd name="connsiteX1-655" fmla="*/ 0 w 455021"/>
              <a:gd name="connsiteY1-656" fmla="*/ 150861 h 579599"/>
              <a:gd name="connsiteX2-657" fmla="*/ 148890 w 455021"/>
              <a:gd name="connsiteY2-658" fmla="*/ 0 h 579599"/>
              <a:gd name="connsiteX3-659" fmla="*/ 355438 w 455021"/>
              <a:gd name="connsiteY3-660" fmla="*/ 582 h 579599"/>
              <a:gd name="connsiteX4-661" fmla="*/ 455021 w 455021"/>
              <a:gd name="connsiteY4-662" fmla="*/ 100165 h 579599"/>
              <a:gd name="connsiteX5-663" fmla="*/ 455021 w 455021"/>
              <a:gd name="connsiteY5-664" fmla="*/ 498487 h 579599"/>
              <a:gd name="connsiteX6-665" fmla="*/ 420758 w 455021"/>
              <a:gd name="connsiteY6-666" fmla="*/ 577714 h 57959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455021" h="579599">
                <a:moveTo>
                  <a:pt x="420758" y="577714"/>
                </a:moveTo>
                <a:lnTo>
                  <a:pt x="0" y="150861"/>
                </a:lnTo>
                <a:cubicBezTo>
                  <a:pt x="106333" y="44964"/>
                  <a:pt x="25853" y="126431"/>
                  <a:pt x="148890" y="0"/>
                </a:cubicBezTo>
                <a:lnTo>
                  <a:pt x="355438" y="582"/>
                </a:lnTo>
                <a:cubicBezTo>
                  <a:pt x="410436" y="582"/>
                  <a:pt x="455021" y="45167"/>
                  <a:pt x="455021" y="100165"/>
                </a:cubicBezTo>
                <a:lnTo>
                  <a:pt x="455021" y="498487"/>
                </a:lnTo>
                <a:cubicBezTo>
                  <a:pt x="449311" y="578078"/>
                  <a:pt x="458659" y="584098"/>
                  <a:pt x="420758" y="577714"/>
                </a:cubicBezTo>
                <a:close/>
              </a:path>
            </a:pathLst>
          </a:custGeom>
          <a:solidFill>
            <a:srgbClr val="4E67C8">
              <a:lumMod val="60000"/>
              <a:lumOff val="4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竖排标题与文本">
    <p:bg>
      <p:bgPr>
        <a:solidFill>
          <a:srgbClr val="F7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45880" y="1464101"/>
            <a:ext cx="1027708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2025-2026B</a:t>
            </a:r>
            <a:r>
              <a:rPr lang="zh-CN" altLang="en-US" sz="4000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东城高三政治综合练习（一）</a:t>
            </a:r>
            <a:endParaRPr lang="en-US" altLang="zh-CN" sz="4000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en-US" altLang="zh-CN" sz="4000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4000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主观题细则</a:t>
            </a:r>
            <a:endParaRPr lang="en-US" altLang="zh-CN" sz="4000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en-US" altLang="zh-CN" sz="4000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2800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2026.4</a:t>
            </a:r>
          </a:p>
          <a:p>
            <a:pPr algn="ctr"/>
            <a:endParaRPr lang="en-US" altLang="zh-CN" sz="2800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816076" y="148647"/>
            <a:ext cx="1086662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+mn-ea"/>
              </a:rPr>
              <a:t>19</a:t>
            </a:r>
            <a:r>
              <a:rPr lang="zh-CN" altLang="en-US" sz="2400" b="1" dirty="0">
                <a:latin typeface="+mn-ea"/>
              </a:rPr>
              <a:t>（</a:t>
            </a:r>
            <a:r>
              <a:rPr lang="en-US" altLang="zh-CN" sz="2400" b="1" dirty="0">
                <a:latin typeface="+mn-ea"/>
              </a:rPr>
              <a:t>3</a:t>
            </a:r>
            <a:r>
              <a:rPr lang="zh-CN" altLang="en-US" sz="2400" b="1" dirty="0">
                <a:latin typeface="+mn-ea"/>
              </a:rPr>
              <a:t>）</a:t>
            </a:r>
            <a:endParaRPr lang="en-US" altLang="zh-CN" sz="2400" b="1" dirty="0">
              <a:latin typeface="+mn-ea"/>
            </a:endParaRPr>
          </a:p>
          <a:p>
            <a:endParaRPr lang="en-US" altLang="zh-CN" sz="2400" b="1" dirty="0">
              <a:latin typeface="+mn-ea"/>
            </a:endParaRPr>
          </a:p>
          <a:p>
            <a:endParaRPr lang="en-US" altLang="zh-CN" sz="2400" b="1" dirty="0">
              <a:latin typeface="+mn-ea"/>
            </a:endParaRPr>
          </a:p>
          <a:p>
            <a:endParaRPr lang="en-US" altLang="zh-CN" sz="2400" b="1" dirty="0">
              <a:latin typeface="+mn-ea"/>
            </a:endParaRPr>
          </a:p>
          <a:p>
            <a:endParaRPr lang="en-US" altLang="zh-CN" sz="2400" b="1" dirty="0">
              <a:latin typeface="+mn-ea"/>
            </a:endParaRPr>
          </a:p>
          <a:p>
            <a:endParaRPr lang="en-US" altLang="zh-CN" sz="2400" b="1" dirty="0">
              <a:latin typeface="+mn-ea"/>
            </a:endParaRPr>
          </a:p>
          <a:p>
            <a:endParaRPr lang="zh-CN" altLang="en-US" sz="2400" b="1" dirty="0">
              <a:latin typeface="+mn-ea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88C8B2A-74CF-4C84-A1F4-A46C96DFB04A}"/>
              </a:ext>
            </a:extLst>
          </p:cNvPr>
          <p:cNvSpPr/>
          <p:nvPr/>
        </p:nvSpPr>
        <p:spPr>
          <a:xfrm>
            <a:off x="509298" y="733942"/>
            <a:ext cx="11427063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材料二  北京将前瞻布局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6G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，具身智能等未来产业赛道，力争在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"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十五五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"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末建成全球数字经济标杆城市，新兴产业高地和未来产业引领地。北京以</a:t>
            </a:r>
            <a:r>
              <a:rPr lang="en-US" altLang="zh-CN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"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两区</a:t>
            </a:r>
            <a:r>
              <a:rPr lang="en-US" altLang="zh-CN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"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建设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为抓手，推动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制度型开放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，支持企业参与国际标准制定；举办世界级产业大会，在国际科创枢纽设立联络处。同时，依托智库和大数据平台研判全球产业链趋势，提前布局前沿领域；统筹科技与产业政策资源，支持龙头企业联合产业上下游，科研机构共建研发中心，强链补链，提升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产业链韧性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36D42BC-0FE7-43F4-9368-8286CB25F3B6}"/>
              </a:ext>
            </a:extLst>
          </p:cNvPr>
          <p:cNvSpPr/>
          <p:nvPr/>
        </p:nvSpPr>
        <p:spPr>
          <a:xfrm>
            <a:off x="509298" y="3224971"/>
            <a:ext cx="1137394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(3)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结合材料二，运用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《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当代国际政治与经济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》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知识，分析在推动未来产业中，北京是如何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统筹高水平对外开放与提升产业链韧性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之间关系的。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(8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分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8F15B19-3322-4727-AE7F-8859DC762FAE}"/>
              </a:ext>
            </a:extLst>
          </p:cNvPr>
          <p:cNvSpPr/>
          <p:nvPr/>
        </p:nvSpPr>
        <p:spPr>
          <a:xfrm>
            <a:off x="7816276" y="0"/>
            <a:ext cx="34163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002060"/>
                </a:solidFill>
                <a:highlight>
                  <a:srgbClr val="FFFF00"/>
                </a:highlight>
                <a:sym typeface="+mn-ea"/>
              </a:rPr>
              <a:t>考查情境：</a:t>
            </a:r>
            <a:r>
              <a:rPr lang="zh-CN" altLang="en-US" b="1" dirty="0">
                <a:solidFill>
                  <a:srgbClr val="FF0000"/>
                </a:solidFill>
                <a:highlight>
                  <a:srgbClr val="FFFF00"/>
                </a:highlight>
                <a:sym typeface="+mn-ea"/>
              </a:rPr>
              <a:t>持续关注的重大议题</a:t>
            </a:r>
            <a:endParaRPr lang="zh-CN" altLang="en-US" dirty="0">
              <a:highlight>
                <a:srgbClr val="FFFF00"/>
              </a:highlight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8B88D56-4CB8-4018-8DDA-7B3A45090C38}"/>
              </a:ext>
            </a:extLst>
          </p:cNvPr>
          <p:cNvSpPr/>
          <p:nvPr/>
        </p:nvSpPr>
        <p:spPr>
          <a:xfrm>
            <a:off x="7816276" y="366971"/>
            <a:ext cx="27238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002060"/>
                </a:solidFill>
                <a:highlight>
                  <a:srgbClr val="FFFF00"/>
                </a:highlight>
                <a:sym typeface="+mn-ea"/>
              </a:rPr>
              <a:t>考查知识：</a:t>
            </a:r>
            <a:r>
              <a:rPr lang="zh-CN" altLang="en-US" b="1" dirty="0">
                <a:solidFill>
                  <a:srgbClr val="FF0000"/>
                </a:solidFill>
                <a:highlight>
                  <a:srgbClr val="FFFF00"/>
                </a:highlight>
              </a:rPr>
              <a:t>单元综合探究</a:t>
            </a:r>
            <a:endParaRPr lang="zh-CN" altLang="en-US" dirty="0">
              <a:highlight>
                <a:srgbClr val="FFFF00"/>
              </a:highlight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2916434-622A-451F-91E5-BA9AA46E3ECA}"/>
              </a:ext>
            </a:extLst>
          </p:cNvPr>
          <p:cNvSpPr/>
          <p:nvPr/>
        </p:nvSpPr>
        <p:spPr>
          <a:xfrm>
            <a:off x="3624145" y="4399751"/>
            <a:ext cx="825909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2060"/>
                </a:solidFill>
                <a:highlight>
                  <a:srgbClr val="FFFF00"/>
                </a:highlight>
                <a:sym typeface="+mn-ea"/>
              </a:rPr>
              <a:t>能力要求：</a:t>
            </a:r>
            <a:r>
              <a:rPr lang="zh-CN" altLang="en-US" b="1" dirty="0">
                <a:solidFill>
                  <a:srgbClr val="FF0000"/>
                </a:solidFill>
                <a:highlight>
                  <a:srgbClr val="FFFF00"/>
                </a:highlight>
                <a:sym typeface="+mn-ea"/>
              </a:rPr>
              <a:t>自行建构答题逻辑→注重知识的结构化，增强思维的思辨性和深刻性。</a:t>
            </a:r>
            <a:endParaRPr lang="zh-CN" altLang="en-US" b="1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46364" y="407323"/>
            <a:ext cx="11845636" cy="6555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66700" algn="just">
              <a:lnSpc>
                <a:spcPct val="125000"/>
              </a:lnSpc>
              <a:spcAft>
                <a:spcPts val="0"/>
              </a:spcAft>
            </a:pPr>
            <a:r>
              <a:rPr lang="en-US" altLang="zh-CN" sz="3200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19</a:t>
            </a:r>
            <a:r>
              <a:rPr lang="zh-CN" altLang="en-US" sz="3200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题（</a:t>
            </a:r>
            <a:r>
              <a:rPr lang="en-US" altLang="zh-CN" sz="3200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sz="3200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r>
              <a:rPr lang="en-US" altLang="zh-CN" sz="3200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8</a:t>
            </a:r>
            <a:r>
              <a:rPr lang="zh-CN" altLang="en-US" sz="3200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分</a:t>
            </a:r>
            <a:endParaRPr lang="en-US" altLang="zh-CN" sz="3200" b="1" kern="1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>
              <a:lnSpc>
                <a:spcPct val="125000"/>
              </a:lnSpc>
              <a:spcAft>
                <a:spcPts val="0"/>
              </a:spcAft>
            </a:pPr>
            <a:r>
              <a:rPr lang="zh-CN" altLang="zh-CN" sz="2400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【评分细则】</a:t>
            </a:r>
            <a:r>
              <a:rPr lang="en-US" altLang="zh-CN" sz="2400" kern="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4+3+1</a:t>
            </a:r>
            <a:endParaRPr lang="zh-CN" altLang="zh-CN" sz="20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2000" b="1" kern="100" dirty="0">
                <a:solidFill>
                  <a:srgbClr val="FF000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①</a:t>
            </a:r>
            <a:r>
              <a:rPr lang="zh-CN" altLang="en-US" sz="2000" b="1" kern="100" dirty="0">
                <a:solidFill>
                  <a:srgbClr val="FF000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开放促进韧性：</a:t>
            </a:r>
            <a:r>
              <a:rPr lang="en-US" altLang="zh-CN" sz="2000" b="1" kern="100" dirty="0">
                <a:solidFill>
                  <a:srgbClr val="4F81BD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---4</a:t>
            </a:r>
            <a:r>
              <a:rPr lang="zh-CN" altLang="zh-CN" sz="2000" b="1" kern="100" dirty="0">
                <a:solidFill>
                  <a:srgbClr val="4F81BD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分</a:t>
            </a:r>
            <a:r>
              <a:rPr lang="en-US" altLang="zh-CN" sz="2000" b="1" kern="100" dirty="0">
                <a:solidFill>
                  <a:srgbClr val="4F81BD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000" b="1" kern="100" dirty="0">
                <a:solidFill>
                  <a:srgbClr val="4F81BD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zh-CN" altLang="en-US" sz="2000" b="1" kern="100" dirty="0">
                <a:solidFill>
                  <a:srgbClr val="4F81BD"/>
                </a:solidFill>
                <a:highlight>
                  <a:srgbClr val="FFFF00"/>
                </a:highlight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举措</a:t>
            </a:r>
            <a:r>
              <a:rPr lang="en-US" altLang="zh-CN" sz="2000" b="1" kern="100" dirty="0">
                <a:solidFill>
                  <a:srgbClr val="4F81BD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3+</a:t>
            </a:r>
            <a:r>
              <a:rPr lang="zh-CN" altLang="en-US" sz="2000" b="1" kern="100" dirty="0">
                <a:solidFill>
                  <a:srgbClr val="4F81BD"/>
                </a:solidFill>
                <a:highlight>
                  <a:srgbClr val="FFFF00"/>
                </a:highlight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落点</a:t>
            </a:r>
            <a:r>
              <a:rPr lang="en-US" altLang="zh-CN" sz="2000" b="1" kern="100" dirty="0">
                <a:solidFill>
                  <a:srgbClr val="4F81BD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000" b="1" kern="100" dirty="0">
                <a:solidFill>
                  <a:srgbClr val="4F81BD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en-US" altLang="zh-CN" sz="2000" b="1" kern="100" dirty="0">
                <a:solidFill>
                  <a:srgbClr val="4F81BD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endParaRPr lang="en-US" altLang="zh-CN" sz="2000" b="1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en-US" sz="2000" b="1" kern="100" dirty="0">
                <a:solidFill>
                  <a:srgbClr val="4F81BD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高水平对外开放</a:t>
            </a:r>
            <a:r>
              <a:rPr lang="zh-CN" altLang="en-US" sz="2000" b="1" kern="100" dirty="0">
                <a:solidFill>
                  <a:srgbClr val="4F81BD"/>
                </a:solidFill>
                <a:highlight>
                  <a:srgbClr val="FFFF00"/>
                </a:highlight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举措</a:t>
            </a:r>
            <a:r>
              <a:rPr lang="zh-CN" altLang="en-US" sz="2000" b="1" kern="100" dirty="0">
                <a:solidFill>
                  <a:srgbClr val="4F81BD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2000" b="1" kern="100" dirty="0">
                <a:solidFill>
                  <a:srgbClr val="4F81BD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000" b="1" kern="100" dirty="0">
                <a:solidFill>
                  <a:srgbClr val="4F81BD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分</a:t>
            </a:r>
            <a:endParaRPr lang="en-US" altLang="zh-CN" sz="2000" b="1" kern="100" dirty="0">
              <a:solidFill>
                <a:srgbClr val="4F81BD"/>
              </a:solidFill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坚持引进来与走出去相结合、</a:t>
            </a:r>
            <a:r>
              <a:rPr lang="zh-CN" altLang="en-US" sz="2000" b="1" dirty="0"/>
              <a:t>通过对接国际高标准经贸规则为产业链韧性提升提供制度支撑、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开展国际科创交流合作、发展更高层次开放型经济、</a:t>
            </a:r>
            <a:r>
              <a:rPr lang="zh-CN" altLang="en-US" sz="2000" b="1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打造国际化一流营商环境、稳步扩大制度性开放等</a:t>
            </a:r>
            <a:endParaRPr lang="en-US" altLang="zh-CN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just"/>
            <a:r>
              <a:rPr lang="zh-CN" altLang="en-US" sz="2000" b="1" kern="100" dirty="0">
                <a:solidFill>
                  <a:srgbClr val="4F81BD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以上写出任</a:t>
            </a:r>
            <a:r>
              <a:rPr lang="en-US" altLang="zh-CN" sz="2000" b="1" kern="100" dirty="0">
                <a:solidFill>
                  <a:srgbClr val="4F81BD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000" b="1" kern="100" dirty="0">
                <a:solidFill>
                  <a:srgbClr val="4F81BD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点得</a:t>
            </a:r>
            <a:r>
              <a:rPr lang="en-US" altLang="zh-CN" sz="2000" b="1" kern="100" dirty="0">
                <a:solidFill>
                  <a:srgbClr val="4F81BD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000" b="1" kern="100" dirty="0">
                <a:solidFill>
                  <a:srgbClr val="4F81BD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分，写出其它以</a:t>
            </a:r>
            <a:r>
              <a:rPr lang="zh-CN" altLang="en-US" sz="2000" b="1" kern="100" dirty="0">
                <a:solidFill>
                  <a:srgbClr val="FF000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开放促进韧性的合理举措可酌情给</a:t>
            </a:r>
            <a:r>
              <a:rPr lang="en-US" altLang="zh-CN" sz="2000" b="1" kern="100" dirty="0">
                <a:solidFill>
                  <a:srgbClr val="FF000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000" b="1" kern="100" dirty="0">
                <a:solidFill>
                  <a:srgbClr val="FF000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分</a:t>
            </a:r>
            <a:endParaRPr lang="en-US" altLang="zh-CN" sz="2000" b="1" kern="100" dirty="0">
              <a:solidFill>
                <a:srgbClr val="4F81BD"/>
              </a:solidFill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zh-CN" altLang="en-US" sz="2000" b="1" kern="100" dirty="0">
                <a:solidFill>
                  <a:srgbClr val="4F81BD"/>
                </a:solidFill>
                <a:highlight>
                  <a:srgbClr val="FFFF00"/>
                </a:highlight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落点</a:t>
            </a:r>
            <a:r>
              <a:rPr lang="zh-CN" altLang="en-US" sz="2000" b="1" kern="100" dirty="0">
                <a:solidFill>
                  <a:srgbClr val="4F81BD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以开放促进产业升级，为未来产业拓展国际空间，提升国际竞争力，筑牢安全基础。</a:t>
            </a:r>
            <a:r>
              <a:rPr lang="en-US" altLang="zh-CN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b="1" kern="100" dirty="0">
                <a:solidFill>
                  <a:srgbClr val="4F81BD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000" b="1" kern="100" dirty="0">
                <a:solidFill>
                  <a:srgbClr val="4F81BD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分</a:t>
            </a:r>
            <a:endParaRPr lang="en-US" altLang="zh-CN" sz="2000" b="1" kern="100" dirty="0">
              <a:solidFill>
                <a:srgbClr val="4F81BD"/>
              </a:solidFill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endParaRPr lang="en-US" altLang="zh-CN" sz="20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2000" b="1" kern="100" dirty="0">
                <a:solidFill>
                  <a:srgbClr val="FF000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②</a:t>
            </a:r>
            <a:r>
              <a:rPr lang="zh-CN" altLang="en-US" sz="2000" b="1" kern="100" dirty="0">
                <a:solidFill>
                  <a:srgbClr val="FF000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韧性支撑开放：</a:t>
            </a:r>
            <a:r>
              <a:rPr lang="en-US" altLang="zh-CN" sz="2000" b="1" kern="100" dirty="0">
                <a:solidFill>
                  <a:srgbClr val="4F81BD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---3</a:t>
            </a:r>
            <a:r>
              <a:rPr lang="zh-CN" altLang="zh-CN" sz="2000" b="1" kern="100" dirty="0">
                <a:solidFill>
                  <a:srgbClr val="4F81BD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分</a:t>
            </a:r>
            <a:r>
              <a:rPr lang="en-US" altLang="zh-CN" sz="2000" b="1" kern="100" dirty="0">
                <a:solidFill>
                  <a:srgbClr val="4F81BD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000" b="1" kern="100" dirty="0">
                <a:solidFill>
                  <a:srgbClr val="4F81BD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zh-CN" altLang="en-US" sz="2000" b="1" kern="100" dirty="0">
                <a:solidFill>
                  <a:srgbClr val="4F81BD"/>
                </a:solidFill>
                <a:highlight>
                  <a:srgbClr val="FFFF00"/>
                </a:highlight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举措</a:t>
            </a:r>
            <a:r>
              <a:rPr lang="en-US" altLang="zh-CN" sz="2000" b="1" kern="100" dirty="0">
                <a:solidFill>
                  <a:srgbClr val="4F81BD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2+</a:t>
            </a:r>
            <a:r>
              <a:rPr lang="zh-CN" altLang="en-US" sz="2000" b="1" kern="100" dirty="0">
                <a:solidFill>
                  <a:srgbClr val="4F81BD"/>
                </a:solidFill>
                <a:highlight>
                  <a:srgbClr val="FFFF00"/>
                </a:highlight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落点</a:t>
            </a:r>
            <a:r>
              <a:rPr lang="en-US" altLang="zh-CN" sz="2000" b="1" kern="100" dirty="0">
                <a:solidFill>
                  <a:srgbClr val="4F81BD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000" b="1" kern="100" dirty="0">
                <a:solidFill>
                  <a:srgbClr val="4F81BD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en-US" altLang="zh-CN" sz="2000" b="1" kern="100" dirty="0">
                <a:solidFill>
                  <a:srgbClr val="4F81BD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lang="en-US" altLang="zh-CN" sz="20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提升产业链韧性</a:t>
            </a:r>
            <a:r>
              <a:rPr lang="zh-CN" altLang="en-US" sz="2000" b="1" kern="100" dirty="0">
                <a:solidFill>
                  <a:srgbClr val="4F81BD"/>
                </a:solidFill>
                <a:highlight>
                  <a:srgbClr val="FFFF00"/>
                </a:highlight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举措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en-US" altLang="zh-CN" sz="2000" b="1" kern="100" dirty="0">
                <a:solidFill>
                  <a:srgbClr val="4F81BD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000" b="1" kern="100" dirty="0">
                <a:solidFill>
                  <a:srgbClr val="4F81BD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分</a:t>
            </a:r>
            <a:endParaRPr lang="en-US" altLang="zh-CN" sz="2000" b="1" kern="100" dirty="0">
              <a:solidFill>
                <a:srgbClr val="4F81BD"/>
              </a:solidFill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强化未来产业关键核心技术自主可控、提高自主创新能力、实现科技自立自强、发挥政府的政策支持、</a:t>
            </a:r>
            <a:r>
              <a:rPr lang="zh-CN" altLang="en-US" sz="2000" b="1" dirty="0"/>
              <a:t>积极参与全球产业链合作等</a:t>
            </a:r>
            <a:endParaRPr lang="en-US" altLang="zh-CN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just"/>
            <a:r>
              <a:rPr lang="zh-CN" altLang="en-US" sz="2000" b="1" kern="100" dirty="0">
                <a:solidFill>
                  <a:srgbClr val="4F81BD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以上写出任</a:t>
            </a:r>
            <a:r>
              <a:rPr lang="en-US" altLang="zh-CN" sz="2000" b="1" kern="100" dirty="0">
                <a:solidFill>
                  <a:srgbClr val="4F81BD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000" b="1" kern="100" dirty="0">
                <a:solidFill>
                  <a:srgbClr val="4F81BD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点得</a:t>
            </a:r>
            <a:r>
              <a:rPr lang="en-US" altLang="zh-CN" sz="2000" b="1" kern="100" dirty="0">
                <a:solidFill>
                  <a:srgbClr val="4F81BD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000" b="1" kern="100" dirty="0">
                <a:solidFill>
                  <a:srgbClr val="4F81BD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分，写出其它</a:t>
            </a:r>
            <a:r>
              <a:rPr lang="zh-CN" altLang="en-US" sz="2000" b="1" kern="100" dirty="0">
                <a:solidFill>
                  <a:srgbClr val="FF000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韧性支撑开放合理举措可酌情给</a:t>
            </a:r>
            <a:r>
              <a:rPr lang="en-US" altLang="zh-CN" sz="2000" b="1" kern="100" dirty="0">
                <a:solidFill>
                  <a:srgbClr val="FF000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000" b="1" kern="100" dirty="0">
                <a:solidFill>
                  <a:srgbClr val="FF000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分</a:t>
            </a:r>
            <a:endParaRPr lang="en-US" altLang="zh-CN" sz="200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just"/>
            <a:r>
              <a:rPr lang="zh-CN" altLang="en-US" sz="2000" b="1" kern="100" dirty="0">
                <a:solidFill>
                  <a:srgbClr val="4F81BD"/>
                </a:solidFill>
                <a:highlight>
                  <a:srgbClr val="FFFF00"/>
                </a:highlight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落点：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增强产业链稳定性与竞争力，为高水平对外开放筑牢安全屏障 </a:t>
            </a:r>
            <a:r>
              <a:rPr lang="en-US" altLang="zh-CN" sz="2000" b="1" kern="100" dirty="0">
                <a:solidFill>
                  <a:srgbClr val="4F81BD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--- 1</a:t>
            </a:r>
            <a:r>
              <a:rPr lang="zh-CN" altLang="en-US" sz="2000" b="1" kern="100" dirty="0">
                <a:solidFill>
                  <a:srgbClr val="4F81BD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分</a:t>
            </a:r>
            <a:endParaRPr lang="en-US" altLang="zh-CN" sz="2000" b="1" kern="100" dirty="0">
              <a:solidFill>
                <a:srgbClr val="4F81BD"/>
              </a:solidFill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endParaRPr lang="zh-CN" altLang="zh-CN" sz="2000" b="1" kern="100" dirty="0">
              <a:solidFill>
                <a:srgbClr val="4F81BD"/>
              </a:solidFill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2000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③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在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开放与安全</a:t>
            </a:r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协同发力</a:t>
            </a:r>
            <a:r>
              <a:rPr lang="en-US" altLang="zh-CN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动态平衡</a:t>
            </a:r>
            <a:r>
              <a:rPr lang="en-US" altLang="zh-CN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系统协同</a:t>
            </a: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中推动未来产业高质量发展。 </a:t>
            </a:r>
            <a:r>
              <a:rPr lang="en-US" altLang="zh-CN" sz="2000" b="1" kern="100" dirty="0">
                <a:solidFill>
                  <a:srgbClr val="4F81BD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---1</a:t>
            </a:r>
            <a:r>
              <a:rPr lang="zh-CN" altLang="zh-CN" sz="2000" b="1" kern="100" dirty="0">
                <a:solidFill>
                  <a:srgbClr val="4F81BD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分</a:t>
            </a:r>
            <a:endParaRPr lang="zh-CN" altLang="zh-CN" sz="20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>
              <a:lnSpc>
                <a:spcPct val="125000"/>
              </a:lnSpc>
              <a:spcAft>
                <a:spcPts val="0"/>
              </a:spcAft>
            </a:pPr>
            <a:r>
              <a:rPr lang="en-US" altLang="zh-CN" sz="2000" kern="100" dirty="0">
                <a:solidFill>
                  <a:srgbClr val="FF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 </a:t>
            </a:r>
            <a:endParaRPr lang="zh-CN" altLang="zh-CN" sz="2000" kern="1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indent="266700" algn="just">
              <a:lnSpc>
                <a:spcPct val="125000"/>
              </a:lnSpc>
              <a:spcAft>
                <a:spcPts val="0"/>
              </a:spcAft>
            </a:pPr>
            <a:endParaRPr lang="zh-CN" altLang="zh-CN" sz="2000" kern="1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63" b="7665"/>
          <a:stretch>
            <a:fillRect/>
          </a:stretch>
        </p:blipFill>
        <p:spPr>
          <a:xfrm>
            <a:off x="6564702" y="711390"/>
            <a:ext cx="5627298" cy="5603147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689" b="8841"/>
          <a:stretch>
            <a:fillRect/>
          </a:stretch>
        </p:blipFill>
        <p:spPr>
          <a:xfrm>
            <a:off x="0" y="1552755"/>
            <a:ext cx="6483929" cy="4761782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3632663" y="42663"/>
            <a:ext cx="307673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266700" algn="just">
              <a:lnSpc>
                <a:spcPct val="125000"/>
              </a:lnSpc>
            </a:pPr>
            <a:r>
              <a:rPr lang="zh-CN" altLang="zh-CN" sz="3200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3200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优秀试卷</a:t>
            </a:r>
            <a:r>
              <a:rPr lang="zh-CN" altLang="zh-CN" sz="3200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</a:p>
        </p:txBody>
      </p:sp>
    </p:spTree>
    <p:extLst>
      <p:ext uri="{BB962C8B-B14F-4D97-AF65-F5344CB8AC3E}">
        <p14:creationId xmlns:p14="http://schemas.microsoft.com/office/powerpoint/2010/main" val="35769290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-170110" y="-156611"/>
            <a:ext cx="2916183" cy="65165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indent="266700" algn="just">
              <a:lnSpc>
                <a:spcPct val="125000"/>
              </a:lnSpc>
            </a:pPr>
            <a:r>
              <a:rPr lang="zh-CN" altLang="zh-CN" sz="3200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3200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典型问题</a:t>
            </a:r>
            <a:r>
              <a:rPr lang="zh-CN" altLang="zh-CN" sz="3200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93134" y="457334"/>
            <a:ext cx="1176019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优点：大部分同学都能写出高水平对外开放的一些举措，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分卷很少。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不足：</a:t>
            </a:r>
          </a:p>
          <a:p>
            <a:pPr>
              <a:lnSpc>
                <a:spcPct val="125000"/>
              </a:lnSpc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①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审题不清，不能理解题目意图，写不出层次、关系；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②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部</a:t>
            </a:r>
            <a:r>
              <a:rPr lang="zh-CN" altLang="en-US" sz="2400" dirty="0">
                <a:highlight>
                  <a:srgbClr val="E7FFFF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分学生</a:t>
            </a:r>
            <a:r>
              <a:rPr lang="zh-CN" altLang="en-US" sz="240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关系分析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只有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，没有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，还有同学分析忽略了逻辑落脚点。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326"/>
          <a:stretch>
            <a:fillRect/>
          </a:stretch>
        </p:blipFill>
        <p:spPr>
          <a:xfrm>
            <a:off x="138222" y="2358633"/>
            <a:ext cx="5868489" cy="4206084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2045836" y="5862804"/>
            <a:ext cx="331356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缺少关系层面分析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247"/>
          <a:stretch>
            <a:fillRect/>
          </a:stretch>
        </p:blipFill>
        <p:spPr>
          <a:xfrm>
            <a:off x="6138333" y="2358619"/>
            <a:ext cx="5904090" cy="4119820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7024511" y="5943862"/>
            <a:ext cx="6096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2400" b="1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罗列知识，不从问题和材料出发</a:t>
            </a:r>
          </a:p>
        </p:txBody>
      </p:sp>
    </p:spTree>
    <p:extLst>
      <p:ext uri="{BB962C8B-B14F-4D97-AF65-F5344CB8AC3E}">
        <p14:creationId xmlns:p14="http://schemas.microsoft.com/office/powerpoint/2010/main" val="37670077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022002" y="229391"/>
            <a:ext cx="2916183" cy="65165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indent="266700" algn="just">
              <a:lnSpc>
                <a:spcPct val="125000"/>
              </a:lnSpc>
            </a:pPr>
            <a:r>
              <a:rPr lang="zh-CN" altLang="zh-CN" sz="3200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3200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改进建议</a:t>
            </a:r>
            <a:r>
              <a:rPr lang="zh-CN" altLang="zh-CN" sz="3200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713058" y="1006879"/>
            <a:ext cx="11170920" cy="44821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审准设问，下笔之前想清楚如何表述能够把问题说清楚；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认真揣摩出题人的出题意图，精准解读材料；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积累关系类答题思路：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）明确关系性质：对立统一、相互促进、相互制约、相辅相成等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）分别阐述各自作用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）重点分析关系层面：相互影响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）总结升华：要坚持有机统一、协同推进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结合时政全面理解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推动开放型世界经济。</a:t>
            </a:r>
          </a:p>
          <a:p>
            <a:pPr>
              <a:lnSpc>
                <a:spcPct val="125000"/>
              </a:lnSpc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001371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689</TotalTime>
  <Words>644</Words>
  <Application>Microsoft Office PowerPoint</Application>
  <PresentationFormat>宽屏</PresentationFormat>
  <Paragraphs>49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4" baseType="lpstr">
      <vt:lpstr>等线</vt:lpstr>
      <vt:lpstr>楷体</vt:lpstr>
      <vt:lpstr>宋体</vt:lpstr>
      <vt:lpstr>微软雅黑</vt:lpstr>
      <vt:lpstr>Arial</vt:lpstr>
      <vt:lpstr>Calibri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Windows 用户</dc:creator>
  <cp:lastModifiedBy>英杰 宫</cp:lastModifiedBy>
  <cp:revision>556</cp:revision>
  <dcterms:created xsi:type="dcterms:W3CDTF">2024-01-19T12:22:30Z</dcterms:created>
  <dcterms:modified xsi:type="dcterms:W3CDTF">2026-04-11T02:00:44Z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0F4B809D4694851E24E4A9658B180F20</vt:lpwstr>
  </property>
  <property fmtid="{D5CDD505-2E9C-101B-9397-08002B2CF9AE}" pid="3" name="KSOProductBuildVer">
    <vt:lpwstr>2052-11.8.2.1130</vt:lpwstr>
  </property>
</Properties>
</file>