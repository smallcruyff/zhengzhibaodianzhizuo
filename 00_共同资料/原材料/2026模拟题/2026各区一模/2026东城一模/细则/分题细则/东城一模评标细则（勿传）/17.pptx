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8"/>
  </p:notesMasterIdLst>
  <p:sldIdLst>
    <p:sldId id="263" r:id="rId4"/>
    <p:sldId id="579" r:id="rId5"/>
    <p:sldId id="582" r:id="rId6"/>
    <p:sldId id="583" r:id="rId7"/>
    <p:sldId id="584" r:id="rId9"/>
    <p:sldId id="585" r:id="rId10"/>
    <p:sldId id="54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A9A3BF"/>
    <a:srgbClr val="0A8E8E"/>
    <a:srgbClr val="E7FFFF"/>
    <a:srgbClr val="66CCFF"/>
    <a:srgbClr val="CCFFFF"/>
    <a:srgbClr val="95A4DE"/>
    <a:srgbClr val="0B8899"/>
    <a:srgbClr val="075A65"/>
    <a:srgbClr val="F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49" autoAdjust="0"/>
  </p:normalViewPr>
  <p:slideViewPr>
    <p:cSldViewPr snapToGrid="0">
      <p:cViewPr varScale="1">
        <p:scale>
          <a:sx n="74" d="100"/>
          <a:sy n="74" d="100"/>
        </p:scale>
        <p:origin x="3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985B1-E424-424D-99CC-6A269406BF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954A4-3139-4AFF-A4D3-FE414C2AA0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E1C0E59-4556-41C7-AA11-55263971DA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5538650"/>
            <a:ext cx="10058400" cy="132778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026" t="66827"/>
          <a:stretch>
            <a:fillRect/>
          </a:stretch>
        </p:blipFill>
        <p:spPr>
          <a:xfrm>
            <a:off x="7236823" y="5222691"/>
            <a:ext cx="4966138" cy="16573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5"/>
          <a:srcRect l="6847" t="12150" r="3418" b="7071"/>
          <a:stretch>
            <a:fillRect/>
          </a:stretch>
        </p:blipFill>
        <p:spPr>
          <a:xfrm>
            <a:off x="239810" y="199176"/>
            <a:ext cx="4403969" cy="719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7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 userDrawn="1"/>
        </p:nvSpPr>
        <p:spPr>
          <a:xfrm rot="2586612">
            <a:off x="281030" y="316048"/>
            <a:ext cx="558898" cy="558898"/>
          </a:xfrm>
          <a:prstGeom prst="roundRect">
            <a:avLst>
              <a:gd name="adj" fmla="val 1370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6"/>
          <p:cNvSpPr/>
          <p:nvPr userDrawn="1"/>
        </p:nvSpPr>
        <p:spPr>
          <a:xfrm rot="7910967">
            <a:off x="671616" y="-307053"/>
            <a:ext cx="708147" cy="764307"/>
          </a:xfrm>
          <a:custGeom>
            <a:avLst/>
            <a:gdLst>
              <a:gd name="connsiteX0" fmla="*/ 0 w 716505"/>
              <a:gd name="connsiteY0" fmla="*/ 119420 h 764307"/>
              <a:gd name="connsiteX1" fmla="*/ 119420 w 716505"/>
              <a:gd name="connsiteY1" fmla="*/ 0 h 764307"/>
              <a:gd name="connsiteX2" fmla="*/ 597085 w 716505"/>
              <a:gd name="connsiteY2" fmla="*/ 0 h 764307"/>
              <a:gd name="connsiteX3" fmla="*/ 716505 w 716505"/>
              <a:gd name="connsiteY3" fmla="*/ 119420 h 764307"/>
              <a:gd name="connsiteX4" fmla="*/ 716505 w 716505"/>
              <a:gd name="connsiteY4" fmla="*/ 644887 h 764307"/>
              <a:gd name="connsiteX5" fmla="*/ 597085 w 716505"/>
              <a:gd name="connsiteY5" fmla="*/ 764307 h 764307"/>
              <a:gd name="connsiteX6" fmla="*/ 119420 w 716505"/>
              <a:gd name="connsiteY6" fmla="*/ 764307 h 764307"/>
              <a:gd name="connsiteX7" fmla="*/ 0 w 716505"/>
              <a:gd name="connsiteY7" fmla="*/ 644887 h 764307"/>
              <a:gd name="connsiteX8" fmla="*/ 0 w 716505"/>
              <a:gd name="connsiteY8" fmla="*/ 119420 h 764307"/>
              <a:gd name="connsiteX0-1" fmla="*/ 0 w 716505"/>
              <a:gd name="connsiteY0-2" fmla="*/ 119420 h 764307"/>
              <a:gd name="connsiteX1-3" fmla="*/ 119420 w 716505"/>
              <a:gd name="connsiteY1-4" fmla="*/ 0 h 764307"/>
              <a:gd name="connsiteX2-5" fmla="*/ 597085 w 716505"/>
              <a:gd name="connsiteY2-6" fmla="*/ 0 h 764307"/>
              <a:gd name="connsiteX3-7" fmla="*/ 716505 w 716505"/>
              <a:gd name="connsiteY3-8" fmla="*/ 119420 h 764307"/>
              <a:gd name="connsiteX4-9" fmla="*/ 716505 w 716505"/>
              <a:gd name="connsiteY4-10" fmla="*/ 644887 h 764307"/>
              <a:gd name="connsiteX5-11" fmla="*/ 597085 w 716505"/>
              <a:gd name="connsiteY5-12" fmla="*/ 764307 h 764307"/>
              <a:gd name="connsiteX6-13" fmla="*/ 119420 w 716505"/>
              <a:gd name="connsiteY6-14" fmla="*/ 764307 h 764307"/>
              <a:gd name="connsiteX7-15" fmla="*/ 0 w 716505"/>
              <a:gd name="connsiteY7-16" fmla="*/ 119420 h 764307"/>
              <a:gd name="connsiteX0-17" fmla="*/ 0 w 716505"/>
              <a:gd name="connsiteY0-18" fmla="*/ 119420 h 764307"/>
              <a:gd name="connsiteX1-19" fmla="*/ 119420 w 716505"/>
              <a:gd name="connsiteY1-20" fmla="*/ 0 h 764307"/>
              <a:gd name="connsiteX2-21" fmla="*/ 597085 w 716505"/>
              <a:gd name="connsiteY2-22" fmla="*/ 0 h 764307"/>
              <a:gd name="connsiteX3-23" fmla="*/ 716505 w 716505"/>
              <a:gd name="connsiteY3-24" fmla="*/ 119420 h 764307"/>
              <a:gd name="connsiteX4-25" fmla="*/ 716505 w 716505"/>
              <a:gd name="connsiteY4-26" fmla="*/ 644887 h 764307"/>
              <a:gd name="connsiteX5-27" fmla="*/ 597085 w 716505"/>
              <a:gd name="connsiteY5-28" fmla="*/ 764307 h 764307"/>
              <a:gd name="connsiteX6-29" fmla="*/ 0 w 716505"/>
              <a:gd name="connsiteY6-30" fmla="*/ 119420 h 764307"/>
              <a:gd name="connsiteX0-31" fmla="*/ 0 w 708147"/>
              <a:gd name="connsiteY0-32" fmla="*/ 111935 h 764307"/>
              <a:gd name="connsiteX1-33" fmla="*/ 111062 w 708147"/>
              <a:gd name="connsiteY1-34" fmla="*/ 0 h 764307"/>
              <a:gd name="connsiteX2-35" fmla="*/ 588727 w 708147"/>
              <a:gd name="connsiteY2-36" fmla="*/ 0 h 764307"/>
              <a:gd name="connsiteX3-37" fmla="*/ 708147 w 708147"/>
              <a:gd name="connsiteY3-38" fmla="*/ 119420 h 764307"/>
              <a:gd name="connsiteX4-39" fmla="*/ 708147 w 708147"/>
              <a:gd name="connsiteY4-40" fmla="*/ 644887 h 764307"/>
              <a:gd name="connsiteX5-41" fmla="*/ 588727 w 708147"/>
              <a:gd name="connsiteY5-42" fmla="*/ 764307 h 764307"/>
              <a:gd name="connsiteX6-43" fmla="*/ 0 w 708147"/>
              <a:gd name="connsiteY6-44" fmla="*/ 111935 h 764307"/>
              <a:gd name="connsiteX0-45" fmla="*/ 0 w 708147"/>
              <a:gd name="connsiteY0-46" fmla="*/ 111935 h 764307"/>
              <a:gd name="connsiteX1-47" fmla="*/ 111062 w 708147"/>
              <a:gd name="connsiteY1-48" fmla="*/ 0 h 764307"/>
              <a:gd name="connsiteX2-49" fmla="*/ 588727 w 708147"/>
              <a:gd name="connsiteY2-50" fmla="*/ 0 h 764307"/>
              <a:gd name="connsiteX3-51" fmla="*/ 708147 w 708147"/>
              <a:gd name="connsiteY3-52" fmla="*/ 119420 h 764307"/>
              <a:gd name="connsiteX4-53" fmla="*/ 708147 w 708147"/>
              <a:gd name="connsiteY4-54" fmla="*/ 644887 h 764307"/>
              <a:gd name="connsiteX5-55" fmla="*/ 588727 w 708147"/>
              <a:gd name="connsiteY5-56" fmla="*/ 764307 h 764307"/>
              <a:gd name="connsiteX6-57" fmla="*/ 0 w 708147"/>
              <a:gd name="connsiteY6-58" fmla="*/ 111935 h 764307"/>
              <a:gd name="connsiteX0-59" fmla="*/ 0 w 708147"/>
              <a:gd name="connsiteY0-60" fmla="*/ 111935 h 764307"/>
              <a:gd name="connsiteX1-61" fmla="*/ 111062 w 708147"/>
              <a:gd name="connsiteY1-62" fmla="*/ 0 h 764307"/>
              <a:gd name="connsiteX2-63" fmla="*/ 588727 w 708147"/>
              <a:gd name="connsiteY2-64" fmla="*/ 0 h 764307"/>
              <a:gd name="connsiteX3-65" fmla="*/ 708147 w 708147"/>
              <a:gd name="connsiteY3-66" fmla="*/ 119420 h 764307"/>
              <a:gd name="connsiteX4-67" fmla="*/ 708147 w 708147"/>
              <a:gd name="connsiteY4-68" fmla="*/ 644887 h 764307"/>
              <a:gd name="connsiteX5-69" fmla="*/ 588727 w 708147"/>
              <a:gd name="connsiteY5-70" fmla="*/ 764307 h 764307"/>
              <a:gd name="connsiteX6-71" fmla="*/ 0 w 708147"/>
              <a:gd name="connsiteY6-72" fmla="*/ 111935 h 7643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708147" h="764307">
                <a:moveTo>
                  <a:pt x="0" y="111935"/>
                </a:moveTo>
                <a:cubicBezTo>
                  <a:pt x="0" y="45981"/>
                  <a:pt x="45108" y="0"/>
                  <a:pt x="111062" y="0"/>
                </a:cubicBezTo>
                <a:lnTo>
                  <a:pt x="588727" y="0"/>
                </a:lnTo>
                <a:cubicBezTo>
                  <a:pt x="654681" y="0"/>
                  <a:pt x="708147" y="53466"/>
                  <a:pt x="708147" y="119420"/>
                </a:cubicBezTo>
                <a:lnTo>
                  <a:pt x="708147" y="644887"/>
                </a:lnTo>
                <a:cubicBezTo>
                  <a:pt x="708147" y="710841"/>
                  <a:pt x="654681" y="764307"/>
                  <a:pt x="588727" y="764307"/>
                </a:cubicBezTo>
                <a:cubicBezTo>
                  <a:pt x="386871" y="540582"/>
                  <a:pt x="478818" y="644888"/>
                  <a:pt x="0" y="111935"/>
                </a:cubicBezTo>
                <a:close/>
              </a:path>
            </a:pathLst>
          </a:custGeom>
          <a:solidFill>
            <a:srgbClr val="5DCEAF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: 圆角 8"/>
          <p:cNvSpPr/>
          <p:nvPr userDrawn="1"/>
        </p:nvSpPr>
        <p:spPr>
          <a:xfrm rot="2711003">
            <a:off x="-173387" y="-31420"/>
            <a:ext cx="469451" cy="590074"/>
          </a:xfrm>
          <a:custGeom>
            <a:avLst/>
            <a:gdLst>
              <a:gd name="connsiteX0" fmla="*/ 0 w 597488"/>
              <a:gd name="connsiteY0" fmla="*/ 99583 h 597488"/>
              <a:gd name="connsiteX1" fmla="*/ 99583 w 597488"/>
              <a:gd name="connsiteY1" fmla="*/ 0 h 597488"/>
              <a:gd name="connsiteX2" fmla="*/ 497905 w 597488"/>
              <a:gd name="connsiteY2" fmla="*/ 0 h 597488"/>
              <a:gd name="connsiteX3" fmla="*/ 597488 w 597488"/>
              <a:gd name="connsiteY3" fmla="*/ 99583 h 597488"/>
              <a:gd name="connsiteX4" fmla="*/ 597488 w 597488"/>
              <a:gd name="connsiteY4" fmla="*/ 497905 h 597488"/>
              <a:gd name="connsiteX5" fmla="*/ 497905 w 597488"/>
              <a:gd name="connsiteY5" fmla="*/ 597488 h 597488"/>
              <a:gd name="connsiteX6" fmla="*/ 99583 w 597488"/>
              <a:gd name="connsiteY6" fmla="*/ 597488 h 597488"/>
              <a:gd name="connsiteX7" fmla="*/ 0 w 597488"/>
              <a:gd name="connsiteY7" fmla="*/ 497905 h 597488"/>
              <a:gd name="connsiteX8" fmla="*/ 0 w 597488"/>
              <a:gd name="connsiteY8" fmla="*/ 99583 h 597488"/>
              <a:gd name="connsiteX0-1" fmla="*/ 0 w 597488"/>
              <a:gd name="connsiteY0-2" fmla="*/ 99583 h 597488"/>
              <a:gd name="connsiteX1-3" fmla="*/ 99583 w 597488"/>
              <a:gd name="connsiteY1-4" fmla="*/ 0 h 597488"/>
              <a:gd name="connsiteX2-5" fmla="*/ 497905 w 597488"/>
              <a:gd name="connsiteY2-6" fmla="*/ 0 h 597488"/>
              <a:gd name="connsiteX3-7" fmla="*/ 597488 w 597488"/>
              <a:gd name="connsiteY3-8" fmla="*/ 99583 h 597488"/>
              <a:gd name="connsiteX4-9" fmla="*/ 597488 w 597488"/>
              <a:gd name="connsiteY4-10" fmla="*/ 497905 h 597488"/>
              <a:gd name="connsiteX5-11" fmla="*/ 563225 w 597488"/>
              <a:gd name="connsiteY5-12" fmla="*/ 577132 h 597488"/>
              <a:gd name="connsiteX6-13" fmla="*/ 497905 w 597488"/>
              <a:gd name="connsiteY6-14" fmla="*/ 597488 h 597488"/>
              <a:gd name="connsiteX7-15" fmla="*/ 99583 w 597488"/>
              <a:gd name="connsiteY7-16" fmla="*/ 597488 h 597488"/>
              <a:gd name="connsiteX8-17" fmla="*/ 0 w 597488"/>
              <a:gd name="connsiteY8-18" fmla="*/ 497905 h 597488"/>
              <a:gd name="connsiteX9" fmla="*/ 0 w 597488"/>
              <a:gd name="connsiteY9" fmla="*/ 99583 h 597488"/>
              <a:gd name="connsiteX0-19" fmla="*/ 0 w 597488"/>
              <a:gd name="connsiteY0-20" fmla="*/ 99583 h 597488"/>
              <a:gd name="connsiteX1-21" fmla="*/ 99583 w 597488"/>
              <a:gd name="connsiteY1-22" fmla="*/ 0 h 597488"/>
              <a:gd name="connsiteX2-23" fmla="*/ 266879 w 597488"/>
              <a:gd name="connsiteY2-24" fmla="*/ 1152 h 597488"/>
              <a:gd name="connsiteX3-25" fmla="*/ 497905 w 597488"/>
              <a:gd name="connsiteY3-26" fmla="*/ 0 h 597488"/>
              <a:gd name="connsiteX4-27" fmla="*/ 597488 w 597488"/>
              <a:gd name="connsiteY4-28" fmla="*/ 99583 h 597488"/>
              <a:gd name="connsiteX5-29" fmla="*/ 597488 w 597488"/>
              <a:gd name="connsiteY5-30" fmla="*/ 497905 h 597488"/>
              <a:gd name="connsiteX6-31" fmla="*/ 563225 w 597488"/>
              <a:gd name="connsiteY6-32" fmla="*/ 577132 h 597488"/>
              <a:gd name="connsiteX7-33" fmla="*/ 497905 w 597488"/>
              <a:gd name="connsiteY7-34" fmla="*/ 597488 h 597488"/>
              <a:gd name="connsiteX8-35" fmla="*/ 99583 w 597488"/>
              <a:gd name="connsiteY8-36" fmla="*/ 597488 h 597488"/>
              <a:gd name="connsiteX9-37" fmla="*/ 0 w 597488"/>
              <a:gd name="connsiteY9-38" fmla="*/ 497905 h 597488"/>
              <a:gd name="connsiteX10" fmla="*/ 0 w 597488"/>
              <a:gd name="connsiteY10" fmla="*/ 99583 h 597488"/>
              <a:gd name="connsiteX0-39" fmla="*/ 0 w 597488"/>
              <a:gd name="connsiteY0-40" fmla="*/ 99583 h 597488"/>
              <a:gd name="connsiteX1-41" fmla="*/ 99583 w 597488"/>
              <a:gd name="connsiteY1-42" fmla="*/ 0 h 597488"/>
              <a:gd name="connsiteX2-43" fmla="*/ 266879 w 597488"/>
              <a:gd name="connsiteY2-44" fmla="*/ 1152 h 597488"/>
              <a:gd name="connsiteX3-45" fmla="*/ 497905 w 597488"/>
              <a:gd name="connsiteY3-46" fmla="*/ 0 h 597488"/>
              <a:gd name="connsiteX4-47" fmla="*/ 597488 w 597488"/>
              <a:gd name="connsiteY4-48" fmla="*/ 99583 h 597488"/>
              <a:gd name="connsiteX5-49" fmla="*/ 597488 w 597488"/>
              <a:gd name="connsiteY5-50" fmla="*/ 497905 h 597488"/>
              <a:gd name="connsiteX6-51" fmla="*/ 563225 w 597488"/>
              <a:gd name="connsiteY6-52" fmla="*/ 577132 h 597488"/>
              <a:gd name="connsiteX7-53" fmla="*/ 497905 w 597488"/>
              <a:gd name="connsiteY7-54" fmla="*/ 597488 h 597488"/>
              <a:gd name="connsiteX8-55" fmla="*/ 99583 w 597488"/>
              <a:gd name="connsiteY8-56" fmla="*/ 597488 h 597488"/>
              <a:gd name="connsiteX9-57" fmla="*/ 0 w 597488"/>
              <a:gd name="connsiteY9-58" fmla="*/ 497905 h 597488"/>
              <a:gd name="connsiteX10-59" fmla="*/ 2747 w 597488"/>
              <a:gd name="connsiteY10-60" fmla="*/ 303216 h 597488"/>
              <a:gd name="connsiteX11" fmla="*/ 0 w 597488"/>
              <a:gd name="connsiteY11" fmla="*/ 99583 h 597488"/>
              <a:gd name="connsiteX0-61" fmla="*/ 2747 w 597488"/>
              <a:gd name="connsiteY0-62" fmla="*/ 303216 h 597488"/>
              <a:gd name="connsiteX1-63" fmla="*/ 99583 w 597488"/>
              <a:gd name="connsiteY1-64" fmla="*/ 0 h 597488"/>
              <a:gd name="connsiteX2-65" fmla="*/ 266879 w 597488"/>
              <a:gd name="connsiteY2-66" fmla="*/ 1152 h 597488"/>
              <a:gd name="connsiteX3-67" fmla="*/ 497905 w 597488"/>
              <a:gd name="connsiteY3-68" fmla="*/ 0 h 597488"/>
              <a:gd name="connsiteX4-69" fmla="*/ 597488 w 597488"/>
              <a:gd name="connsiteY4-70" fmla="*/ 99583 h 597488"/>
              <a:gd name="connsiteX5-71" fmla="*/ 597488 w 597488"/>
              <a:gd name="connsiteY5-72" fmla="*/ 497905 h 597488"/>
              <a:gd name="connsiteX6-73" fmla="*/ 563225 w 597488"/>
              <a:gd name="connsiteY6-74" fmla="*/ 577132 h 597488"/>
              <a:gd name="connsiteX7-75" fmla="*/ 497905 w 597488"/>
              <a:gd name="connsiteY7-76" fmla="*/ 597488 h 597488"/>
              <a:gd name="connsiteX8-77" fmla="*/ 99583 w 597488"/>
              <a:gd name="connsiteY8-78" fmla="*/ 597488 h 597488"/>
              <a:gd name="connsiteX9-79" fmla="*/ 0 w 597488"/>
              <a:gd name="connsiteY9-80" fmla="*/ 497905 h 597488"/>
              <a:gd name="connsiteX10-81" fmla="*/ 2747 w 597488"/>
              <a:gd name="connsiteY10-82" fmla="*/ 303216 h 597488"/>
              <a:gd name="connsiteX0-83" fmla="*/ 2747 w 597488"/>
              <a:gd name="connsiteY0-84" fmla="*/ 303216 h 597488"/>
              <a:gd name="connsiteX1-85" fmla="*/ 266879 w 597488"/>
              <a:gd name="connsiteY1-86" fmla="*/ 1152 h 597488"/>
              <a:gd name="connsiteX2-87" fmla="*/ 497905 w 597488"/>
              <a:gd name="connsiteY2-88" fmla="*/ 0 h 597488"/>
              <a:gd name="connsiteX3-89" fmla="*/ 597488 w 597488"/>
              <a:gd name="connsiteY3-90" fmla="*/ 99583 h 597488"/>
              <a:gd name="connsiteX4-91" fmla="*/ 597488 w 597488"/>
              <a:gd name="connsiteY4-92" fmla="*/ 497905 h 597488"/>
              <a:gd name="connsiteX5-93" fmla="*/ 563225 w 597488"/>
              <a:gd name="connsiteY5-94" fmla="*/ 577132 h 597488"/>
              <a:gd name="connsiteX6-95" fmla="*/ 497905 w 597488"/>
              <a:gd name="connsiteY6-96" fmla="*/ 597488 h 597488"/>
              <a:gd name="connsiteX7-97" fmla="*/ 99583 w 597488"/>
              <a:gd name="connsiteY7-98" fmla="*/ 597488 h 597488"/>
              <a:gd name="connsiteX8-99" fmla="*/ 0 w 597488"/>
              <a:gd name="connsiteY8-100" fmla="*/ 497905 h 597488"/>
              <a:gd name="connsiteX9-101" fmla="*/ 2747 w 597488"/>
              <a:gd name="connsiteY9-102" fmla="*/ 303216 h 597488"/>
              <a:gd name="connsiteX0-103" fmla="*/ 2747 w 597488"/>
              <a:gd name="connsiteY0-104" fmla="*/ 303216 h 597488"/>
              <a:gd name="connsiteX1-105" fmla="*/ 266879 w 597488"/>
              <a:gd name="connsiteY1-106" fmla="*/ 1152 h 597488"/>
              <a:gd name="connsiteX2-107" fmla="*/ 497905 w 597488"/>
              <a:gd name="connsiteY2-108" fmla="*/ 0 h 597488"/>
              <a:gd name="connsiteX3-109" fmla="*/ 597488 w 597488"/>
              <a:gd name="connsiteY3-110" fmla="*/ 99583 h 597488"/>
              <a:gd name="connsiteX4-111" fmla="*/ 597488 w 597488"/>
              <a:gd name="connsiteY4-112" fmla="*/ 497905 h 597488"/>
              <a:gd name="connsiteX5-113" fmla="*/ 563225 w 597488"/>
              <a:gd name="connsiteY5-114" fmla="*/ 577132 h 597488"/>
              <a:gd name="connsiteX6-115" fmla="*/ 497905 w 597488"/>
              <a:gd name="connsiteY6-116" fmla="*/ 597488 h 597488"/>
              <a:gd name="connsiteX7-117" fmla="*/ 99583 w 597488"/>
              <a:gd name="connsiteY7-118" fmla="*/ 597488 h 597488"/>
              <a:gd name="connsiteX8-119" fmla="*/ 0 w 597488"/>
              <a:gd name="connsiteY8-120" fmla="*/ 497905 h 597488"/>
              <a:gd name="connsiteX9-121" fmla="*/ 2747 w 597488"/>
              <a:gd name="connsiteY9-122" fmla="*/ 303216 h 597488"/>
              <a:gd name="connsiteX0-123" fmla="*/ 2747 w 597488"/>
              <a:gd name="connsiteY0-124" fmla="*/ 303216 h 597488"/>
              <a:gd name="connsiteX1-125" fmla="*/ 266879 w 597488"/>
              <a:gd name="connsiteY1-126" fmla="*/ 1152 h 597488"/>
              <a:gd name="connsiteX2-127" fmla="*/ 497905 w 597488"/>
              <a:gd name="connsiteY2-128" fmla="*/ 0 h 597488"/>
              <a:gd name="connsiteX3-129" fmla="*/ 597488 w 597488"/>
              <a:gd name="connsiteY3-130" fmla="*/ 99583 h 597488"/>
              <a:gd name="connsiteX4-131" fmla="*/ 597488 w 597488"/>
              <a:gd name="connsiteY4-132" fmla="*/ 497905 h 597488"/>
              <a:gd name="connsiteX5-133" fmla="*/ 563225 w 597488"/>
              <a:gd name="connsiteY5-134" fmla="*/ 577132 h 597488"/>
              <a:gd name="connsiteX6-135" fmla="*/ 497905 w 597488"/>
              <a:gd name="connsiteY6-136" fmla="*/ 597488 h 597488"/>
              <a:gd name="connsiteX7-137" fmla="*/ 99583 w 597488"/>
              <a:gd name="connsiteY7-138" fmla="*/ 597488 h 597488"/>
              <a:gd name="connsiteX8-139" fmla="*/ 0 w 597488"/>
              <a:gd name="connsiteY8-140" fmla="*/ 497905 h 597488"/>
              <a:gd name="connsiteX9-141" fmla="*/ 2747 w 597488"/>
              <a:gd name="connsiteY9-142" fmla="*/ 303216 h 597488"/>
              <a:gd name="connsiteX0-143" fmla="*/ 2747 w 597488"/>
              <a:gd name="connsiteY0-144" fmla="*/ 303216 h 597488"/>
              <a:gd name="connsiteX1-145" fmla="*/ 108791 w 597488"/>
              <a:gd name="connsiteY1-146" fmla="*/ 172053 h 597488"/>
              <a:gd name="connsiteX2-147" fmla="*/ 266879 w 597488"/>
              <a:gd name="connsiteY2-148" fmla="*/ 1152 h 597488"/>
              <a:gd name="connsiteX3-149" fmla="*/ 497905 w 597488"/>
              <a:gd name="connsiteY3-150" fmla="*/ 0 h 597488"/>
              <a:gd name="connsiteX4-151" fmla="*/ 597488 w 597488"/>
              <a:gd name="connsiteY4-152" fmla="*/ 99583 h 597488"/>
              <a:gd name="connsiteX5-153" fmla="*/ 597488 w 597488"/>
              <a:gd name="connsiteY5-154" fmla="*/ 497905 h 597488"/>
              <a:gd name="connsiteX6-155" fmla="*/ 563225 w 597488"/>
              <a:gd name="connsiteY6-156" fmla="*/ 577132 h 597488"/>
              <a:gd name="connsiteX7-157" fmla="*/ 497905 w 597488"/>
              <a:gd name="connsiteY7-158" fmla="*/ 597488 h 597488"/>
              <a:gd name="connsiteX8-159" fmla="*/ 99583 w 597488"/>
              <a:gd name="connsiteY8-160" fmla="*/ 597488 h 597488"/>
              <a:gd name="connsiteX9-161" fmla="*/ 0 w 597488"/>
              <a:gd name="connsiteY9-162" fmla="*/ 497905 h 597488"/>
              <a:gd name="connsiteX10-163" fmla="*/ 2747 w 597488"/>
              <a:gd name="connsiteY10-164" fmla="*/ 303216 h 597488"/>
              <a:gd name="connsiteX0-165" fmla="*/ 0 w 597488"/>
              <a:gd name="connsiteY0-166" fmla="*/ 497905 h 597488"/>
              <a:gd name="connsiteX1-167" fmla="*/ 108791 w 597488"/>
              <a:gd name="connsiteY1-168" fmla="*/ 172053 h 597488"/>
              <a:gd name="connsiteX2-169" fmla="*/ 266879 w 597488"/>
              <a:gd name="connsiteY2-170" fmla="*/ 1152 h 597488"/>
              <a:gd name="connsiteX3-171" fmla="*/ 497905 w 597488"/>
              <a:gd name="connsiteY3-172" fmla="*/ 0 h 597488"/>
              <a:gd name="connsiteX4-173" fmla="*/ 597488 w 597488"/>
              <a:gd name="connsiteY4-174" fmla="*/ 99583 h 597488"/>
              <a:gd name="connsiteX5-175" fmla="*/ 597488 w 597488"/>
              <a:gd name="connsiteY5-176" fmla="*/ 497905 h 597488"/>
              <a:gd name="connsiteX6-177" fmla="*/ 563225 w 597488"/>
              <a:gd name="connsiteY6-178" fmla="*/ 577132 h 597488"/>
              <a:gd name="connsiteX7-179" fmla="*/ 497905 w 597488"/>
              <a:gd name="connsiteY7-180" fmla="*/ 597488 h 597488"/>
              <a:gd name="connsiteX8-181" fmla="*/ 99583 w 597488"/>
              <a:gd name="connsiteY8-182" fmla="*/ 597488 h 597488"/>
              <a:gd name="connsiteX9-183" fmla="*/ 0 w 597488"/>
              <a:gd name="connsiteY9-184" fmla="*/ 497905 h 597488"/>
              <a:gd name="connsiteX0-185" fmla="*/ 32939 w 530844"/>
              <a:gd name="connsiteY0-186" fmla="*/ 597488 h 597488"/>
              <a:gd name="connsiteX1-187" fmla="*/ 42147 w 530844"/>
              <a:gd name="connsiteY1-188" fmla="*/ 172053 h 597488"/>
              <a:gd name="connsiteX2-189" fmla="*/ 200235 w 530844"/>
              <a:gd name="connsiteY2-190" fmla="*/ 1152 h 597488"/>
              <a:gd name="connsiteX3-191" fmla="*/ 431261 w 530844"/>
              <a:gd name="connsiteY3-192" fmla="*/ 0 h 597488"/>
              <a:gd name="connsiteX4-193" fmla="*/ 530844 w 530844"/>
              <a:gd name="connsiteY4-194" fmla="*/ 99583 h 597488"/>
              <a:gd name="connsiteX5-195" fmla="*/ 530844 w 530844"/>
              <a:gd name="connsiteY5-196" fmla="*/ 497905 h 597488"/>
              <a:gd name="connsiteX6-197" fmla="*/ 496581 w 530844"/>
              <a:gd name="connsiteY6-198" fmla="*/ 577132 h 597488"/>
              <a:gd name="connsiteX7-199" fmla="*/ 431261 w 530844"/>
              <a:gd name="connsiteY7-200" fmla="*/ 597488 h 597488"/>
              <a:gd name="connsiteX8-201" fmla="*/ 32939 w 530844"/>
              <a:gd name="connsiteY8-202" fmla="*/ 597488 h 597488"/>
              <a:gd name="connsiteX0-203" fmla="*/ 389114 w 488697"/>
              <a:gd name="connsiteY0-204" fmla="*/ 597488 h 597488"/>
              <a:gd name="connsiteX1-205" fmla="*/ 0 w 488697"/>
              <a:gd name="connsiteY1-206" fmla="*/ 172053 h 597488"/>
              <a:gd name="connsiteX2-207" fmla="*/ 158088 w 488697"/>
              <a:gd name="connsiteY2-208" fmla="*/ 1152 h 597488"/>
              <a:gd name="connsiteX3-209" fmla="*/ 389114 w 488697"/>
              <a:gd name="connsiteY3-210" fmla="*/ 0 h 597488"/>
              <a:gd name="connsiteX4-211" fmla="*/ 488697 w 488697"/>
              <a:gd name="connsiteY4-212" fmla="*/ 99583 h 597488"/>
              <a:gd name="connsiteX5-213" fmla="*/ 488697 w 488697"/>
              <a:gd name="connsiteY5-214" fmla="*/ 497905 h 597488"/>
              <a:gd name="connsiteX6-215" fmla="*/ 454434 w 488697"/>
              <a:gd name="connsiteY6-216" fmla="*/ 577132 h 597488"/>
              <a:gd name="connsiteX7-217" fmla="*/ 389114 w 488697"/>
              <a:gd name="connsiteY7-218" fmla="*/ 597488 h 597488"/>
              <a:gd name="connsiteX0-219" fmla="*/ 454434 w 500360"/>
              <a:gd name="connsiteY0-220" fmla="*/ 577132 h 599103"/>
              <a:gd name="connsiteX1-221" fmla="*/ 0 w 500360"/>
              <a:gd name="connsiteY1-222" fmla="*/ 172053 h 599103"/>
              <a:gd name="connsiteX2-223" fmla="*/ 158088 w 500360"/>
              <a:gd name="connsiteY2-224" fmla="*/ 1152 h 599103"/>
              <a:gd name="connsiteX3-225" fmla="*/ 389114 w 500360"/>
              <a:gd name="connsiteY3-226" fmla="*/ 0 h 599103"/>
              <a:gd name="connsiteX4-227" fmla="*/ 488697 w 500360"/>
              <a:gd name="connsiteY4-228" fmla="*/ 99583 h 599103"/>
              <a:gd name="connsiteX5-229" fmla="*/ 488697 w 500360"/>
              <a:gd name="connsiteY5-230" fmla="*/ 497905 h 599103"/>
              <a:gd name="connsiteX6-231" fmla="*/ 454434 w 500360"/>
              <a:gd name="connsiteY6-232" fmla="*/ 577132 h 599103"/>
              <a:gd name="connsiteX0-233" fmla="*/ 454434 w 500360"/>
              <a:gd name="connsiteY0-234" fmla="*/ 577132 h 599103"/>
              <a:gd name="connsiteX1-235" fmla="*/ 0 w 500360"/>
              <a:gd name="connsiteY1-236" fmla="*/ 172053 h 599103"/>
              <a:gd name="connsiteX2-237" fmla="*/ 158088 w 500360"/>
              <a:gd name="connsiteY2-238" fmla="*/ 1152 h 599103"/>
              <a:gd name="connsiteX3-239" fmla="*/ 389114 w 500360"/>
              <a:gd name="connsiteY3-240" fmla="*/ 0 h 599103"/>
              <a:gd name="connsiteX4-241" fmla="*/ 488697 w 500360"/>
              <a:gd name="connsiteY4-242" fmla="*/ 99583 h 599103"/>
              <a:gd name="connsiteX5-243" fmla="*/ 488697 w 500360"/>
              <a:gd name="connsiteY5-244" fmla="*/ 497905 h 599103"/>
              <a:gd name="connsiteX6-245" fmla="*/ 454434 w 500360"/>
              <a:gd name="connsiteY6-246" fmla="*/ 577132 h 599103"/>
              <a:gd name="connsiteX0-247" fmla="*/ 454434 w 500360"/>
              <a:gd name="connsiteY0-248" fmla="*/ 577132 h 599103"/>
              <a:gd name="connsiteX1-249" fmla="*/ 0 w 500360"/>
              <a:gd name="connsiteY1-250" fmla="*/ 172053 h 599103"/>
              <a:gd name="connsiteX2-251" fmla="*/ 158088 w 500360"/>
              <a:gd name="connsiteY2-252" fmla="*/ 1152 h 599103"/>
              <a:gd name="connsiteX3-253" fmla="*/ 389114 w 500360"/>
              <a:gd name="connsiteY3-254" fmla="*/ 0 h 599103"/>
              <a:gd name="connsiteX4-255" fmla="*/ 488697 w 500360"/>
              <a:gd name="connsiteY4-256" fmla="*/ 99583 h 599103"/>
              <a:gd name="connsiteX5-257" fmla="*/ 488697 w 500360"/>
              <a:gd name="connsiteY5-258" fmla="*/ 497905 h 599103"/>
              <a:gd name="connsiteX6-259" fmla="*/ 454434 w 500360"/>
              <a:gd name="connsiteY6-260" fmla="*/ 577132 h 599103"/>
              <a:gd name="connsiteX0-261" fmla="*/ 454434 w 500360"/>
              <a:gd name="connsiteY0-262" fmla="*/ 577132 h 599103"/>
              <a:gd name="connsiteX1-263" fmla="*/ 0 w 500360"/>
              <a:gd name="connsiteY1-264" fmla="*/ 172053 h 599103"/>
              <a:gd name="connsiteX2-265" fmla="*/ 158088 w 500360"/>
              <a:gd name="connsiteY2-266" fmla="*/ 1152 h 599103"/>
              <a:gd name="connsiteX3-267" fmla="*/ 389114 w 500360"/>
              <a:gd name="connsiteY3-268" fmla="*/ 0 h 599103"/>
              <a:gd name="connsiteX4-269" fmla="*/ 488697 w 500360"/>
              <a:gd name="connsiteY4-270" fmla="*/ 99583 h 599103"/>
              <a:gd name="connsiteX5-271" fmla="*/ 488697 w 500360"/>
              <a:gd name="connsiteY5-272" fmla="*/ 497905 h 599103"/>
              <a:gd name="connsiteX6-273" fmla="*/ 454434 w 500360"/>
              <a:gd name="connsiteY6-274" fmla="*/ 577132 h 599103"/>
              <a:gd name="connsiteX0-275" fmla="*/ 454434 w 500360"/>
              <a:gd name="connsiteY0-276" fmla="*/ 577132 h 599103"/>
              <a:gd name="connsiteX1-277" fmla="*/ 0 w 500360"/>
              <a:gd name="connsiteY1-278" fmla="*/ 172053 h 599103"/>
              <a:gd name="connsiteX2-279" fmla="*/ 158088 w 500360"/>
              <a:gd name="connsiteY2-280" fmla="*/ 1152 h 599103"/>
              <a:gd name="connsiteX3-281" fmla="*/ 389114 w 500360"/>
              <a:gd name="connsiteY3-282" fmla="*/ 0 h 599103"/>
              <a:gd name="connsiteX4-283" fmla="*/ 488697 w 500360"/>
              <a:gd name="connsiteY4-284" fmla="*/ 99583 h 599103"/>
              <a:gd name="connsiteX5-285" fmla="*/ 488697 w 500360"/>
              <a:gd name="connsiteY5-286" fmla="*/ 497905 h 599103"/>
              <a:gd name="connsiteX6-287" fmla="*/ 454434 w 500360"/>
              <a:gd name="connsiteY6-288" fmla="*/ 577132 h 599103"/>
              <a:gd name="connsiteX0-289" fmla="*/ 454434 w 488697"/>
              <a:gd name="connsiteY0-290" fmla="*/ 577132 h 579017"/>
              <a:gd name="connsiteX1-291" fmla="*/ 0 w 488697"/>
              <a:gd name="connsiteY1-292" fmla="*/ 172053 h 579017"/>
              <a:gd name="connsiteX2-293" fmla="*/ 158088 w 488697"/>
              <a:gd name="connsiteY2-294" fmla="*/ 1152 h 579017"/>
              <a:gd name="connsiteX3-295" fmla="*/ 389114 w 488697"/>
              <a:gd name="connsiteY3-296" fmla="*/ 0 h 579017"/>
              <a:gd name="connsiteX4-297" fmla="*/ 488697 w 488697"/>
              <a:gd name="connsiteY4-298" fmla="*/ 99583 h 579017"/>
              <a:gd name="connsiteX5-299" fmla="*/ 488697 w 488697"/>
              <a:gd name="connsiteY5-300" fmla="*/ 497905 h 579017"/>
              <a:gd name="connsiteX6-301" fmla="*/ 454434 w 488697"/>
              <a:gd name="connsiteY6-302" fmla="*/ 577132 h 579017"/>
              <a:gd name="connsiteX0-303" fmla="*/ 454434 w 488697"/>
              <a:gd name="connsiteY0-304" fmla="*/ 577132 h 579017"/>
              <a:gd name="connsiteX1-305" fmla="*/ 0 w 488697"/>
              <a:gd name="connsiteY1-306" fmla="*/ 172053 h 579017"/>
              <a:gd name="connsiteX2-307" fmla="*/ 158088 w 488697"/>
              <a:gd name="connsiteY2-308" fmla="*/ 1152 h 579017"/>
              <a:gd name="connsiteX3-309" fmla="*/ 389114 w 488697"/>
              <a:gd name="connsiteY3-310" fmla="*/ 0 h 579017"/>
              <a:gd name="connsiteX4-311" fmla="*/ 488697 w 488697"/>
              <a:gd name="connsiteY4-312" fmla="*/ 99583 h 579017"/>
              <a:gd name="connsiteX5-313" fmla="*/ 488697 w 488697"/>
              <a:gd name="connsiteY5-314" fmla="*/ 497905 h 579017"/>
              <a:gd name="connsiteX6-315" fmla="*/ 454434 w 488697"/>
              <a:gd name="connsiteY6-316" fmla="*/ 577132 h 579017"/>
              <a:gd name="connsiteX0-317" fmla="*/ 454434 w 488697"/>
              <a:gd name="connsiteY0-318" fmla="*/ 577132 h 579017"/>
              <a:gd name="connsiteX1-319" fmla="*/ 0 w 488697"/>
              <a:gd name="connsiteY1-320" fmla="*/ 172053 h 579017"/>
              <a:gd name="connsiteX2-321" fmla="*/ 158088 w 488697"/>
              <a:gd name="connsiteY2-322" fmla="*/ 1152 h 579017"/>
              <a:gd name="connsiteX3-323" fmla="*/ 389114 w 488697"/>
              <a:gd name="connsiteY3-324" fmla="*/ 0 h 579017"/>
              <a:gd name="connsiteX4-325" fmla="*/ 488697 w 488697"/>
              <a:gd name="connsiteY4-326" fmla="*/ 99583 h 579017"/>
              <a:gd name="connsiteX5-327" fmla="*/ 488697 w 488697"/>
              <a:gd name="connsiteY5-328" fmla="*/ 497905 h 579017"/>
              <a:gd name="connsiteX6-329" fmla="*/ 454434 w 488697"/>
              <a:gd name="connsiteY6-330" fmla="*/ 577132 h 579017"/>
              <a:gd name="connsiteX0-331" fmla="*/ 437370 w 471633"/>
              <a:gd name="connsiteY0-332" fmla="*/ 577132 h 579017"/>
              <a:gd name="connsiteX1-333" fmla="*/ 0 w 471633"/>
              <a:gd name="connsiteY1-334" fmla="*/ 165531 h 579017"/>
              <a:gd name="connsiteX2-335" fmla="*/ 141024 w 471633"/>
              <a:gd name="connsiteY2-336" fmla="*/ 1152 h 579017"/>
              <a:gd name="connsiteX3-337" fmla="*/ 372050 w 471633"/>
              <a:gd name="connsiteY3-338" fmla="*/ 0 h 579017"/>
              <a:gd name="connsiteX4-339" fmla="*/ 471633 w 471633"/>
              <a:gd name="connsiteY4-340" fmla="*/ 99583 h 579017"/>
              <a:gd name="connsiteX5-341" fmla="*/ 471633 w 471633"/>
              <a:gd name="connsiteY5-342" fmla="*/ 497905 h 579017"/>
              <a:gd name="connsiteX6-343" fmla="*/ 437370 w 471633"/>
              <a:gd name="connsiteY6-344" fmla="*/ 577132 h 579017"/>
              <a:gd name="connsiteX0-345" fmla="*/ 437370 w 471633"/>
              <a:gd name="connsiteY0-346" fmla="*/ 577132 h 579017"/>
              <a:gd name="connsiteX1-347" fmla="*/ 0 w 471633"/>
              <a:gd name="connsiteY1-348" fmla="*/ 165531 h 579017"/>
              <a:gd name="connsiteX2-349" fmla="*/ 141024 w 471633"/>
              <a:gd name="connsiteY2-350" fmla="*/ 1152 h 579017"/>
              <a:gd name="connsiteX3-351" fmla="*/ 372050 w 471633"/>
              <a:gd name="connsiteY3-352" fmla="*/ 0 h 579017"/>
              <a:gd name="connsiteX4-353" fmla="*/ 471633 w 471633"/>
              <a:gd name="connsiteY4-354" fmla="*/ 99583 h 579017"/>
              <a:gd name="connsiteX5-355" fmla="*/ 471633 w 471633"/>
              <a:gd name="connsiteY5-356" fmla="*/ 497905 h 579017"/>
              <a:gd name="connsiteX6-357" fmla="*/ 437370 w 471633"/>
              <a:gd name="connsiteY6-358" fmla="*/ 577132 h 579017"/>
              <a:gd name="connsiteX0-359" fmla="*/ 437370 w 471633"/>
              <a:gd name="connsiteY0-360" fmla="*/ 577132 h 579017"/>
              <a:gd name="connsiteX1-361" fmla="*/ 0 w 471633"/>
              <a:gd name="connsiteY1-362" fmla="*/ 165531 h 579017"/>
              <a:gd name="connsiteX2-363" fmla="*/ 141024 w 471633"/>
              <a:gd name="connsiteY2-364" fmla="*/ 1152 h 579017"/>
              <a:gd name="connsiteX3-365" fmla="*/ 372050 w 471633"/>
              <a:gd name="connsiteY3-366" fmla="*/ 0 h 579017"/>
              <a:gd name="connsiteX4-367" fmla="*/ 471633 w 471633"/>
              <a:gd name="connsiteY4-368" fmla="*/ 99583 h 579017"/>
              <a:gd name="connsiteX5-369" fmla="*/ 471633 w 471633"/>
              <a:gd name="connsiteY5-370" fmla="*/ 497905 h 579017"/>
              <a:gd name="connsiteX6-371" fmla="*/ 437370 w 471633"/>
              <a:gd name="connsiteY6-372" fmla="*/ 577132 h 579017"/>
              <a:gd name="connsiteX0-373" fmla="*/ 437370 w 471633"/>
              <a:gd name="connsiteY0-374" fmla="*/ 577132 h 579017"/>
              <a:gd name="connsiteX1-375" fmla="*/ 0 w 471633"/>
              <a:gd name="connsiteY1-376" fmla="*/ 165531 h 579017"/>
              <a:gd name="connsiteX2-377" fmla="*/ 141024 w 471633"/>
              <a:gd name="connsiteY2-378" fmla="*/ 1152 h 579017"/>
              <a:gd name="connsiteX3-379" fmla="*/ 372050 w 471633"/>
              <a:gd name="connsiteY3-380" fmla="*/ 0 h 579017"/>
              <a:gd name="connsiteX4-381" fmla="*/ 471633 w 471633"/>
              <a:gd name="connsiteY4-382" fmla="*/ 99583 h 579017"/>
              <a:gd name="connsiteX5-383" fmla="*/ 471633 w 471633"/>
              <a:gd name="connsiteY5-384" fmla="*/ 497905 h 579017"/>
              <a:gd name="connsiteX6-385" fmla="*/ 437370 w 471633"/>
              <a:gd name="connsiteY6-386" fmla="*/ 577132 h 579017"/>
              <a:gd name="connsiteX0-387" fmla="*/ 445204 w 479467"/>
              <a:gd name="connsiteY0-388" fmla="*/ 577132 h 579017"/>
              <a:gd name="connsiteX1-389" fmla="*/ 0 w 479467"/>
              <a:gd name="connsiteY1-390" fmla="*/ 161940 h 579017"/>
              <a:gd name="connsiteX2-391" fmla="*/ 148858 w 479467"/>
              <a:gd name="connsiteY2-392" fmla="*/ 1152 h 579017"/>
              <a:gd name="connsiteX3-393" fmla="*/ 379884 w 479467"/>
              <a:gd name="connsiteY3-394" fmla="*/ 0 h 579017"/>
              <a:gd name="connsiteX4-395" fmla="*/ 479467 w 479467"/>
              <a:gd name="connsiteY4-396" fmla="*/ 99583 h 579017"/>
              <a:gd name="connsiteX5-397" fmla="*/ 479467 w 479467"/>
              <a:gd name="connsiteY5-398" fmla="*/ 497905 h 579017"/>
              <a:gd name="connsiteX6-399" fmla="*/ 445204 w 479467"/>
              <a:gd name="connsiteY6-400" fmla="*/ 577132 h 579017"/>
              <a:gd name="connsiteX0-401" fmla="*/ 445204 w 479467"/>
              <a:gd name="connsiteY0-402" fmla="*/ 577132 h 579017"/>
              <a:gd name="connsiteX1-403" fmla="*/ 0 w 479467"/>
              <a:gd name="connsiteY1-404" fmla="*/ 161940 h 579017"/>
              <a:gd name="connsiteX2-405" fmla="*/ 148858 w 479467"/>
              <a:gd name="connsiteY2-406" fmla="*/ 1152 h 579017"/>
              <a:gd name="connsiteX3-407" fmla="*/ 379884 w 479467"/>
              <a:gd name="connsiteY3-408" fmla="*/ 0 h 579017"/>
              <a:gd name="connsiteX4-409" fmla="*/ 479467 w 479467"/>
              <a:gd name="connsiteY4-410" fmla="*/ 99583 h 579017"/>
              <a:gd name="connsiteX5-411" fmla="*/ 479467 w 479467"/>
              <a:gd name="connsiteY5-412" fmla="*/ 497905 h 579017"/>
              <a:gd name="connsiteX6-413" fmla="*/ 445204 w 479467"/>
              <a:gd name="connsiteY6-414" fmla="*/ 577132 h 579017"/>
              <a:gd name="connsiteX0-415" fmla="*/ 445204 w 479467"/>
              <a:gd name="connsiteY0-416" fmla="*/ 577132 h 579017"/>
              <a:gd name="connsiteX1-417" fmla="*/ 0 w 479467"/>
              <a:gd name="connsiteY1-418" fmla="*/ 161940 h 579017"/>
              <a:gd name="connsiteX2-419" fmla="*/ 148858 w 479467"/>
              <a:gd name="connsiteY2-420" fmla="*/ 1152 h 579017"/>
              <a:gd name="connsiteX3-421" fmla="*/ 379884 w 479467"/>
              <a:gd name="connsiteY3-422" fmla="*/ 0 h 579017"/>
              <a:gd name="connsiteX4-423" fmla="*/ 479467 w 479467"/>
              <a:gd name="connsiteY4-424" fmla="*/ 99583 h 579017"/>
              <a:gd name="connsiteX5-425" fmla="*/ 479467 w 479467"/>
              <a:gd name="connsiteY5-426" fmla="*/ 497905 h 579017"/>
              <a:gd name="connsiteX6-427" fmla="*/ 445204 w 479467"/>
              <a:gd name="connsiteY6-428" fmla="*/ 577132 h 579017"/>
              <a:gd name="connsiteX0-429" fmla="*/ 445204 w 479467"/>
              <a:gd name="connsiteY0-430" fmla="*/ 577702 h 579587"/>
              <a:gd name="connsiteX1-431" fmla="*/ 0 w 479467"/>
              <a:gd name="connsiteY1-432" fmla="*/ 162510 h 579587"/>
              <a:gd name="connsiteX2-433" fmla="*/ 170070 w 479467"/>
              <a:gd name="connsiteY2-434" fmla="*/ 0 h 579587"/>
              <a:gd name="connsiteX3-435" fmla="*/ 379884 w 479467"/>
              <a:gd name="connsiteY3-436" fmla="*/ 570 h 579587"/>
              <a:gd name="connsiteX4-437" fmla="*/ 479467 w 479467"/>
              <a:gd name="connsiteY4-438" fmla="*/ 100153 h 579587"/>
              <a:gd name="connsiteX5-439" fmla="*/ 479467 w 479467"/>
              <a:gd name="connsiteY5-440" fmla="*/ 498475 h 579587"/>
              <a:gd name="connsiteX6-441" fmla="*/ 445204 w 479467"/>
              <a:gd name="connsiteY6-442" fmla="*/ 577702 h 579587"/>
              <a:gd name="connsiteX0-443" fmla="*/ 428863 w 463126"/>
              <a:gd name="connsiteY0-444" fmla="*/ 577702 h 579587"/>
              <a:gd name="connsiteX1-445" fmla="*/ 0 w 463126"/>
              <a:gd name="connsiteY1-446" fmla="*/ 169073 h 579587"/>
              <a:gd name="connsiteX2-447" fmla="*/ 153729 w 463126"/>
              <a:gd name="connsiteY2-448" fmla="*/ 0 h 579587"/>
              <a:gd name="connsiteX3-449" fmla="*/ 363543 w 463126"/>
              <a:gd name="connsiteY3-450" fmla="*/ 570 h 579587"/>
              <a:gd name="connsiteX4-451" fmla="*/ 463126 w 463126"/>
              <a:gd name="connsiteY4-452" fmla="*/ 100153 h 579587"/>
              <a:gd name="connsiteX5-453" fmla="*/ 463126 w 463126"/>
              <a:gd name="connsiteY5-454" fmla="*/ 498475 h 579587"/>
              <a:gd name="connsiteX6-455" fmla="*/ 428863 w 463126"/>
              <a:gd name="connsiteY6-456" fmla="*/ 577702 h 579587"/>
              <a:gd name="connsiteX0-457" fmla="*/ 428863 w 463126"/>
              <a:gd name="connsiteY0-458" fmla="*/ 577702 h 579587"/>
              <a:gd name="connsiteX1-459" fmla="*/ 0 w 463126"/>
              <a:gd name="connsiteY1-460" fmla="*/ 169073 h 579587"/>
              <a:gd name="connsiteX2-461" fmla="*/ 153729 w 463126"/>
              <a:gd name="connsiteY2-462" fmla="*/ 0 h 579587"/>
              <a:gd name="connsiteX3-463" fmla="*/ 363543 w 463126"/>
              <a:gd name="connsiteY3-464" fmla="*/ 570 h 579587"/>
              <a:gd name="connsiteX4-465" fmla="*/ 463126 w 463126"/>
              <a:gd name="connsiteY4-466" fmla="*/ 100153 h 579587"/>
              <a:gd name="connsiteX5-467" fmla="*/ 463126 w 463126"/>
              <a:gd name="connsiteY5-468" fmla="*/ 498475 h 579587"/>
              <a:gd name="connsiteX6-469" fmla="*/ 428863 w 463126"/>
              <a:gd name="connsiteY6-470" fmla="*/ 577702 h 579587"/>
              <a:gd name="connsiteX0-471" fmla="*/ 420729 w 454992"/>
              <a:gd name="connsiteY0-472" fmla="*/ 577702 h 579587"/>
              <a:gd name="connsiteX1-473" fmla="*/ 0 w 454992"/>
              <a:gd name="connsiteY1-474" fmla="*/ 160777 h 579587"/>
              <a:gd name="connsiteX2-475" fmla="*/ 145595 w 454992"/>
              <a:gd name="connsiteY2-476" fmla="*/ 0 h 579587"/>
              <a:gd name="connsiteX3-477" fmla="*/ 355409 w 454992"/>
              <a:gd name="connsiteY3-478" fmla="*/ 570 h 579587"/>
              <a:gd name="connsiteX4-479" fmla="*/ 454992 w 454992"/>
              <a:gd name="connsiteY4-480" fmla="*/ 100153 h 579587"/>
              <a:gd name="connsiteX5-481" fmla="*/ 454992 w 454992"/>
              <a:gd name="connsiteY5-482" fmla="*/ 498475 h 579587"/>
              <a:gd name="connsiteX6-483" fmla="*/ 420729 w 454992"/>
              <a:gd name="connsiteY6-484" fmla="*/ 577702 h 579587"/>
              <a:gd name="connsiteX0-485" fmla="*/ 414232 w 448495"/>
              <a:gd name="connsiteY0-486" fmla="*/ 577702 h 579587"/>
              <a:gd name="connsiteX1-487" fmla="*/ 0 w 448495"/>
              <a:gd name="connsiteY1-488" fmla="*/ 150830 h 579587"/>
              <a:gd name="connsiteX2-489" fmla="*/ 139098 w 448495"/>
              <a:gd name="connsiteY2-490" fmla="*/ 0 h 579587"/>
              <a:gd name="connsiteX3-491" fmla="*/ 348912 w 448495"/>
              <a:gd name="connsiteY3-492" fmla="*/ 570 h 579587"/>
              <a:gd name="connsiteX4-493" fmla="*/ 448495 w 448495"/>
              <a:gd name="connsiteY4-494" fmla="*/ 100153 h 579587"/>
              <a:gd name="connsiteX5-495" fmla="*/ 448495 w 448495"/>
              <a:gd name="connsiteY5-496" fmla="*/ 498475 h 579587"/>
              <a:gd name="connsiteX6-497" fmla="*/ 414232 w 448495"/>
              <a:gd name="connsiteY6-498" fmla="*/ 577702 h 579587"/>
              <a:gd name="connsiteX0-499" fmla="*/ 419112 w 453375"/>
              <a:gd name="connsiteY0-500" fmla="*/ 577702 h 579587"/>
              <a:gd name="connsiteX1-501" fmla="*/ 0 w 453375"/>
              <a:gd name="connsiteY1-502" fmla="*/ 155807 h 579587"/>
              <a:gd name="connsiteX2-503" fmla="*/ 143978 w 453375"/>
              <a:gd name="connsiteY2-504" fmla="*/ 0 h 579587"/>
              <a:gd name="connsiteX3-505" fmla="*/ 353792 w 453375"/>
              <a:gd name="connsiteY3-506" fmla="*/ 570 h 579587"/>
              <a:gd name="connsiteX4-507" fmla="*/ 453375 w 453375"/>
              <a:gd name="connsiteY4-508" fmla="*/ 100153 h 579587"/>
              <a:gd name="connsiteX5-509" fmla="*/ 453375 w 453375"/>
              <a:gd name="connsiteY5-510" fmla="*/ 498475 h 579587"/>
              <a:gd name="connsiteX6-511" fmla="*/ 419112 w 453375"/>
              <a:gd name="connsiteY6-512" fmla="*/ 577702 h 579587"/>
              <a:gd name="connsiteX0-513" fmla="*/ 419112 w 453375"/>
              <a:gd name="connsiteY0-514" fmla="*/ 577132 h 579017"/>
              <a:gd name="connsiteX1-515" fmla="*/ 0 w 453375"/>
              <a:gd name="connsiteY1-516" fmla="*/ 155237 h 579017"/>
              <a:gd name="connsiteX2-517" fmla="*/ 152144 w 453375"/>
              <a:gd name="connsiteY2-518" fmla="*/ 1058 h 579017"/>
              <a:gd name="connsiteX3-519" fmla="*/ 353792 w 453375"/>
              <a:gd name="connsiteY3-520" fmla="*/ 0 h 579017"/>
              <a:gd name="connsiteX4-521" fmla="*/ 453375 w 453375"/>
              <a:gd name="connsiteY4-522" fmla="*/ 99583 h 579017"/>
              <a:gd name="connsiteX5-523" fmla="*/ 453375 w 453375"/>
              <a:gd name="connsiteY5-524" fmla="*/ 497905 h 579017"/>
              <a:gd name="connsiteX6-525" fmla="*/ 419112 w 453375"/>
              <a:gd name="connsiteY6-526" fmla="*/ 577132 h 579017"/>
              <a:gd name="connsiteX0-527" fmla="*/ 419112 w 453375"/>
              <a:gd name="connsiteY0-528" fmla="*/ 577132 h 579017"/>
              <a:gd name="connsiteX1-529" fmla="*/ 0 w 453375"/>
              <a:gd name="connsiteY1-530" fmla="*/ 155237 h 579017"/>
              <a:gd name="connsiteX2-531" fmla="*/ 152144 w 453375"/>
              <a:gd name="connsiteY2-532" fmla="*/ 1058 h 579017"/>
              <a:gd name="connsiteX3-533" fmla="*/ 353792 w 453375"/>
              <a:gd name="connsiteY3-534" fmla="*/ 0 h 579017"/>
              <a:gd name="connsiteX4-535" fmla="*/ 453375 w 453375"/>
              <a:gd name="connsiteY4-536" fmla="*/ 99583 h 579017"/>
              <a:gd name="connsiteX5-537" fmla="*/ 453375 w 453375"/>
              <a:gd name="connsiteY5-538" fmla="*/ 497905 h 579017"/>
              <a:gd name="connsiteX6-539" fmla="*/ 419112 w 453375"/>
              <a:gd name="connsiteY6-540" fmla="*/ 577132 h 579017"/>
              <a:gd name="connsiteX0-541" fmla="*/ 420749 w 455012"/>
              <a:gd name="connsiteY0-542" fmla="*/ 577132 h 579017"/>
              <a:gd name="connsiteX1-543" fmla="*/ 0 w 455012"/>
              <a:gd name="connsiteY1-544" fmla="*/ 153587 h 579017"/>
              <a:gd name="connsiteX2-545" fmla="*/ 153781 w 455012"/>
              <a:gd name="connsiteY2-546" fmla="*/ 1058 h 579017"/>
              <a:gd name="connsiteX3-547" fmla="*/ 355429 w 455012"/>
              <a:gd name="connsiteY3-548" fmla="*/ 0 h 579017"/>
              <a:gd name="connsiteX4-549" fmla="*/ 455012 w 455012"/>
              <a:gd name="connsiteY4-550" fmla="*/ 99583 h 579017"/>
              <a:gd name="connsiteX5-551" fmla="*/ 455012 w 455012"/>
              <a:gd name="connsiteY5-552" fmla="*/ 497905 h 579017"/>
              <a:gd name="connsiteX6-553" fmla="*/ 420749 w 455012"/>
              <a:gd name="connsiteY6-554" fmla="*/ 577132 h 579017"/>
              <a:gd name="connsiteX0-555" fmla="*/ 420749 w 455012"/>
              <a:gd name="connsiteY0-556" fmla="*/ 577723 h 579608"/>
              <a:gd name="connsiteX1-557" fmla="*/ 0 w 455012"/>
              <a:gd name="connsiteY1-558" fmla="*/ 154178 h 579608"/>
              <a:gd name="connsiteX2-559" fmla="*/ 152144 w 455012"/>
              <a:gd name="connsiteY2-560" fmla="*/ 0 h 579608"/>
              <a:gd name="connsiteX3-561" fmla="*/ 355429 w 455012"/>
              <a:gd name="connsiteY3-562" fmla="*/ 591 h 579608"/>
              <a:gd name="connsiteX4-563" fmla="*/ 455012 w 455012"/>
              <a:gd name="connsiteY4-564" fmla="*/ 100174 h 579608"/>
              <a:gd name="connsiteX5-565" fmla="*/ 455012 w 455012"/>
              <a:gd name="connsiteY5-566" fmla="*/ 498496 h 579608"/>
              <a:gd name="connsiteX6-567" fmla="*/ 420749 w 455012"/>
              <a:gd name="connsiteY6-568" fmla="*/ 577723 h 579608"/>
              <a:gd name="connsiteX0-569" fmla="*/ 420749 w 455012"/>
              <a:gd name="connsiteY0-570" fmla="*/ 577723 h 579608"/>
              <a:gd name="connsiteX1-571" fmla="*/ 0 w 455012"/>
              <a:gd name="connsiteY1-572" fmla="*/ 154178 h 579608"/>
              <a:gd name="connsiteX2-573" fmla="*/ 152144 w 455012"/>
              <a:gd name="connsiteY2-574" fmla="*/ 0 h 579608"/>
              <a:gd name="connsiteX3-575" fmla="*/ 355429 w 455012"/>
              <a:gd name="connsiteY3-576" fmla="*/ 591 h 579608"/>
              <a:gd name="connsiteX4-577" fmla="*/ 455012 w 455012"/>
              <a:gd name="connsiteY4-578" fmla="*/ 100174 h 579608"/>
              <a:gd name="connsiteX5-579" fmla="*/ 455012 w 455012"/>
              <a:gd name="connsiteY5-580" fmla="*/ 498496 h 579608"/>
              <a:gd name="connsiteX6-581" fmla="*/ 420749 w 455012"/>
              <a:gd name="connsiteY6-582" fmla="*/ 577723 h 579608"/>
              <a:gd name="connsiteX0-583" fmla="*/ 420749 w 455012"/>
              <a:gd name="connsiteY0-584" fmla="*/ 577723 h 579608"/>
              <a:gd name="connsiteX1-585" fmla="*/ 0 w 455012"/>
              <a:gd name="connsiteY1-586" fmla="*/ 154178 h 579608"/>
              <a:gd name="connsiteX2-587" fmla="*/ 152144 w 455012"/>
              <a:gd name="connsiteY2-588" fmla="*/ 0 h 579608"/>
              <a:gd name="connsiteX3-589" fmla="*/ 355429 w 455012"/>
              <a:gd name="connsiteY3-590" fmla="*/ 591 h 579608"/>
              <a:gd name="connsiteX4-591" fmla="*/ 455012 w 455012"/>
              <a:gd name="connsiteY4-592" fmla="*/ 100174 h 579608"/>
              <a:gd name="connsiteX5-593" fmla="*/ 455012 w 455012"/>
              <a:gd name="connsiteY5-594" fmla="*/ 498496 h 579608"/>
              <a:gd name="connsiteX6-595" fmla="*/ 420749 w 455012"/>
              <a:gd name="connsiteY6-596" fmla="*/ 577723 h 579608"/>
              <a:gd name="connsiteX0-597" fmla="*/ 420749 w 455012"/>
              <a:gd name="connsiteY0-598" fmla="*/ 577714 h 579599"/>
              <a:gd name="connsiteX1-599" fmla="*/ 0 w 455012"/>
              <a:gd name="connsiteY1-600" fmla="*/ 154169 h 579599"/>
              <a:gd name="connsiteX2-601" fmla="*/ 148881 w 455012"/>
              <a:gd name="connsiteY2-602" fmla="*/ 0 h 579599"/>
              <a:gd name="connsiteX3-603" fmla="*/ 355429 w 455012"/>
              <a:gd name="connsiteY3-604" fmla="*/ 582 h 579599"/>
              <a:gd name="connsiteX4-605" fmla="*/ 455012 w 455012"/>
              <a:gd name="connsiteY4-606" fmla="*/ 100165 h 579599"/>
              <a:gd name="connsiteX5-607" fmla="*/ 455012 w 455012"/>
              <a:gd name="connsiteY5-608" fmla="*/ 498487 h 579599"/>
              <a:gd name="connsiteX6-609" fmla="*/ 420749 w 455012"/>
              <a:gd name="connsiteY6-610" fmla="*/ 577714 h 579599"/>
              <a:gd name="connsiteX0-611" fmla="*/ 424023 w 458286"/>
              <a:gd name="connsiteY0-612" fmla="*/ 577714 h 579599"/>
              <a:gd name="connsiteX1-613" fmla="*/ 0 w 458286"/>
              <a:gd name="connsiteY1-614" fmla="*/ 150872 h 579599"/>
              <a:gd name="connsiteX2-615" fmla="*/ 152155 w 458286"/>
              <a:gd name="connsiteY2-616" fmla="*/ 0 h 579599"/>
              <a:gd name="connsiteX3-617" fmla="*/ 358703 w 458286"/>
              <a:gd name="connsiteY3-618" fmla="*/ 582 h 579599"/>
              <a:gd name="connsiteX4-619" fmla="*/ 458286 w 458286"/>
              <a:gd name="connsiteY4-620" fmla="*/ 100165 h 579599"/>
              <a:gd name="connsiteX5-621" fmla="*/ 458286 w 458286"/>
              <a:gd name="connsiteY5-622" fmla="*/ 498487 h 579599"/>
              <a:gd name="connsiteX6-623" fmla="*/ 424023 w 458286"/>
              <a:gd name="connsiteY6-624" fmla="*/ 577714 h 579599"/>
              <a:gd name="connsiteX0-625" fmla="*/ 424023 w 458286"/>
              <a:gd name="connsiteY0-626" fmla="*/ 577714 h 579599"/>
              <a:gd name="connsiteX1-627" fmla="*/ 0 w 458286"/>
              <a:gd name="connsiteY1-628" fmla="*/ 150873 h 579599"/>
              <a:gd name="connsiteX2-629" fmla="*/ 152155 w 458286"/>
              <a:gd name="connsiteY2-630" fmla="*/ 0 h 579599"/>
              <a:gd name="connsiteX3-631" fmla="*/ 358703 w 458286"/>
              <a:gd name="connsiteY3-632" fmla="*/ 582 h 579599"/>
              <a:gd name="connsiteX4-633" fmla="*/ 458286 w 458286"/>
              <a:gd name="connsiteY4-634" fmla="*/ 100165 h 579599"/>
              <a:gd name="connsiteX5-635" fmla="*/ 458286 w 458286"/>
              <a:gd name="connsiteY5-636" fmla="*/ 498487 h 579599"/>
              <a:gd name="connsiteX6-637" fmla="*/ 424023 w 458286"/>
              <a:gd name="connsiteY6-638" fmla="*/ 577714 h 579599"/>
              <a:gd name="connsiteX0-639" fmla="*/ 420758 w 455021"/>
              <a:gd name="connsiteY0-640" fmla="*/ 577714 h 579599"/>
              <a:gd name="connsiteX1-641" fmla="*/ 0 w 455021"/>
              <a:gd name="connsiteY1-642" fmla="*/ 150861 h 579599"/>
              <a:gd name="connsiteX2-643" fmla="*/ 148890 w 455021"/>
              <a:gd name="connsiteY2-644" fmla="*/ 0 h 579599"/>
              <a:gd name="connsiteX3-645" fmla="*/ 355438 w 455021"/>
              <a:gd name="connsiteY3-646" fmla="*/ 582 h 579599"/>
              <a:gd name="connsiteX4-647" fmla="*/ 455021 w 455021"/>
              <a:gd name="connsiteY4-648" fmla="*/ 100165 h 579599"/>
              <a:gd name="connsiteX5-649" fmla="*/ 455021 w 455021"/>
              <a:gd name="connsiteY5-650" fmla="*/ 498487 h 579599"/>
              <a:gd name="connsiteX6-651" fmla="*/ 420758 w 455021"/>
              <a:gd name="connsiteY6-652" fmla="*/ 577714 h 579599"/>
              <a:gd name="connsiteX0-653" fmla="*/ 420758 w 455021"/>
              <a:gd name="connsiteY0-654" fmla="*/ 577714 h 579599"/>
              <a:gd name="connsiteX1-655" fmla="*/ 0 w 455021"/>
              <a:gd name="connsiteY1-656" fmla="*/ 150861 h 579599"/>
              <a:gd name="connsiteX2-657" fmla="*/ 148890 w 455021"/>
              <a:gd name="connsiteY2-658" fmla="*/ 0 h 579599"/>
              <a:gd name="connsiteX3-659" fmla="*/ 355438 w 455021"/>
              <a:gd name="connsiteY3-660" fmla="*/ 582 h 579599"/>
              <a:gd name="connsiteX4-661" fmla="*/ 455021 w 455021"/>
              <a:gd name="connsiteY4-662" fmla="*/ 100165 h 579599"/>
              <a:gd name="connsiteX5-663" fmla="*/ 455021 w 455021"/>
              <a:gd name="connsiteY5-664" fmla="*/ 498487 h 579599"/>
              <a:gd name="connsiteX6-665" fmla="*/ 420758 w 455021"/>
              <a:gd name="connsiteY6-666" fmla="*/ 577714 h 5795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55021" h="579599">
                <a:moveTo>
                  <a:pt x="420758" y="577714"/>
                </a:moveTo>
                <a:lnTo>
                  <a:pt x="0" y="150861"/>
                </a:lnTo>
                <a:cubicBezTo>
                  <a:pt x="106333" y="44964"/>
                  <a:pt x="25853" y="126431"/>
                  <a:pt x="148890" y="0"/>
                </a:cubicBezTo>
                <a:lnTo>
                  <a:pt x="355438" y="582"/>
                </a:lnTo>
                <a:cubicBezTo>
                  <a:pt x="410436" y="582"/>
                  <a:pt x="455021" y="45167"/>
                  <a:pt x="455021" y="100165"/>
                </a:cubicBezTo>
                <a:lnTo>
                  <a:pt x="455021" y="498487"/>
                </a:lnTo>
                <a:cubicBezTo>
                  <a:pt x="449311" y="578078"/>
                  <a:pt x="458659" y="584098"/>
                  <a:pt x="420758" y="577714"/>
                </a:cubicBezTo>
                <a:close/>
              </a:path>
            </a:pathLst>
          </a:custGeom>
          <a:solidFill>
            <a:srgbClr val="4E67C8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bg>
      <p:bgPr>
        <a:solidFill>
          <a:srgbClr val="F7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l="6847" t="12150" r="3418" b="7071"/>
          <a:stretch>
            <a:fillRect/>
          </a:stretch>
        </p:blipFill>
        <p:spPr>
          <a:xfrm>
            <a:off x="239810" y="199176"/>
            <a:ext cx="4403969" cy="7190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023" y="5378867"/>
            <a:ext cx="4490485" cy="15011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5637"/>
            <a:ext cx="10028465" cy="11329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image" Target="../media/image7.png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microsoft.com/office/2007/relationships/hdphoto" Target="../media/image13.wdp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45880" y="1464101"/>
            <a:ext cx="102770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2025-2026B</a:t>
            </a:r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东城高三政治综合练习（一）</a:t>
            </a:r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主观题细则</a:t>
            </a:r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2026.4</a:t>
            </a:r>
            <a:endParaRPr lang="en-US" altLang="zh-CN" sz="28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4305" y="0"/>
            <a:ext cx="1185291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latin typeface="+mn-ea"/>
              </a:rPr>
              <a:t>17.</a:t>
            </a:r>
            <a:r>
              <a:rPr lang="zh-CN" altLang="en-US" sz="2400" b="1" dirty="0">
                <a:latin typeface="+mn-ea"/>
              </a:rPr>
              <a:t>结合材料，运用《政治与法治》知识，说明青年友好城市建设是如何将</a:t>
            </a:r>
            <a:r>
              <a:rPr lang="en-US" altLang="zh-CN" sz="2400" b="1" dirty="0">
                <a:latin typeface="+mn-ea"/>
              </a:rPr>
              <a:t>“</a:t>
            </a:r>
            <a:r>
              <a:rPr lang="zh-CN" altLang="en-US" sz="2400" b="1" dirty="0">
                <a:latin typeface="+mn-ea"/>
              </a:rPr>
              <a:t>青年心事</a:t>
            </a:r>
            <a:r>
              <a:rPr lang="en-US" altLang="zh-CN" sz="2400" b="1" dirty="0">
                <a:latin typeface="+mn-ea"/>
              </a:rPr>
              <a:t>”</a:t>
            </a:r>
            <a:r>
              <a:rPr lang="zh-CN" altLang="en-US" sz="2400" b="1" dirty="0">
                <a:latin typeface="+mn-ea"/>
              </a:rPr>
              <a:t>转化为城市治理</a:t>
            </a:r>
            <a:r>
              <a:rPr lang="en-US" altLang="zh-CN" sz="2400" b="1" dirty="0">
                <a:latin typeface="+mn-ea"/>
              </a:rPr>
              <a:t>“</a:t>
            </a:r>
            <a:r>
              <a:rPr lang="zh-CN" altLang="en-US" sz="2400" b="1" dirty="0">
                <a:latin typeface="+mn-ea"/>
              </a:rPr>
              <a:t>实事</a:t>
            </a:r>
            <a:r>
              <a:rPr lang="en-US" altLang="zh-CN" sz="2400" b="1" dirty="0">
                <a:latin typeface="+mn-ea"/>
              </a:rPr>
              <a:t>”</a:t>
            </a:r>
            <a:r>
              <a:rPr lang="zh-CN" altLang="en-US" sz="2400" b="1" dirty="0">
                <a:latin typeface="+mn-ea"/>
              </a:rPr>
              <a:t>的。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62340" y="466090"/>
            <a:ext cx="2470785" cy="46037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ea"/>
                <a:sym typeface="+mn-ea"/>
              </a:rPr>
              <a:t>材料分析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ea"/>
                <a:sym typeface="+mn-ea"/>
              </a:rPr>
              <a:t>1*3</a:t>
            </a:r>
            <a:endParaRPr lang="zh-CN" altLang="en-US" sz="2400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FF00"/>
              </a:highlight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8315" y="1377315"/>
            <a:ext cx="2330450" cy="46037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400" b="1" dirty="0">
                <a:latin typeface="+mn-ea"/>
                <a:sym typeface="+mn-ea"/>
              </a:rPr>
              <a:t>“</a:t>
            </a:r>
            <a:r>
              <a:rPr lang="zh-CN" altLang="en-US" sz="2400" b="1" dirty="0">
                <a:latin typeface="+mn-ea"/>
                <a:sym typeface="+mn-ea"/>
              </a:rPr>
              <a:t>心事</a:t>
            </a:r>
            <a:r>
              <a:rPr lang="en-US" altLang="zh-CN" sz="2400" b="1" dirty="0">
                <a:latin typeface="+mn-ea"/>
                <a:sym typeface="+mn-ea"/>
              </a:rPr>
              <a:t>”</a:t>
            </a:r>
            <a:r>
              <a:rPr lang="zh-CN" altLang="en-US" sz="2400" b="1" dirty="0">
                <a:latin typeface="+mn-ea"/>
                <a:sym typeface="+mn-ea"/>
              </a:rPr>
              <a:t>被听见</a:t>
            </a:r>
            <a:endParaRPr lang="en-US" altLang="zh-CN" sz="2400" b="1" dirty="0">
              <a:latin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96225" y="1008380"/>
            <a:ext cx="4015105" cy="119888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 anchor="t">
            <a:spAutoFit/>
          </a:bodyPr>
          <a:p>
            <a:r>
              <a:rPr lang="zh-CN" altLang="en-US" sz="2400" b="1" dirty="0">
                <a:latin typeface="+mn-ea"/>
                <a:sym typeface="+mn-ea"/>
              </a:rPr>
              <a:t>调研、梳理、征集模拟提案、人大代表联络站，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汇集民意与诉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求，心事被听见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。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7675" y="2968625"/>
            <a:ext cx="2329815" cy="46037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2400" b="1" dirty="0">
                <a:latin typeface="+mn-ea"/>
                <a:sym typeface="+mn-ea"/>
              </a:rPr>
              <a:t>期待有回应</a:t>
            </a:r>
            <a:endParaRPr lang="en-US" altLang="zh-CN" sz="2400" b="1" dirty="0">
              <a:latin typeface="+mn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89875" y="2333625"/>
            <a:ext cx="4022090" cy="156845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 anchor="t">
            <a:spAutoFit/>
          </a:bodyPr>
          <a:p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完整的制度程序、参与实践；构建多样、畅通、有序的民主渠道，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转化议题为提案、议案、期待有回应。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8950" y="4267200"/>
            <a:ext cx="2329815" cy="46037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 dirty="0">
                <a:latin typeface="+mn-ea"/>
                <a:sym typeface="+mn-ea"/>
              </a:rPr>
              <a:t>实惠落实处</a:t>
            </a:r>
            <a:endParaRPr lang="zh-CN" altLang="en-US" sz="2400" b="1" dirty="0">
              <a:latin typeface="+mn-ea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94955" y="4028440"/>
            <a:ext cx="3982085" cy="124079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 anchor="t">
            <a:noAutofit/>
          </a:bodyPr>
          <a:p>
            <a:r>
              <a:rPr lang="zh-CN" altLang="en-US" sz="2400" b="1" dirty="0">
                <a:latin typeface="+mn-ea"/>
                <a:sym typeface="+mn-ea"/>
              </a:rPr>
              <a:t>青年的心事通过政策落地，提升城市建设治理效能，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实惠落实处。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sym typeface="+mn-ea"/>
            </a:endParaRPr>
          </a:p>
          <a:p>
            <a:endParaRPr lang="en-US" altLang="zh-CN" sz="2400" b="1" dirty="0">
              <a:latin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75965" y="631190"/>
            <a:ext cx="3956050" cy="46037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知识：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ea"/>
                <a:sym typeface="+mn-ea"/>
              </a:rPr>
              <a:t>6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ea"/>
                <a:sym typeface="+mn-ea"/>
              </a:rPr>
              <a:t>主体选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ea"/>
                <a:sym typeface="+mn-ea"/>
              </a:rPr>
              <a:t>4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ea"/>
                <a:sym typeface="+mn-ea"/>
              </a:rPr>
              <a:t>个，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ea"/>
                <a:sym typeface="+mn-ea"/>
              </a:rPr>
              <a:t>4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ea"/>
                <a:sym typeface="+mn-ea"/>
              </a:rPr>
              <a:t>分</a:t>
            </a:r>
            <a:endParaRPr lang="zh-CN" altLang="en-US" sz="2400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FF00"/>
              </a:highlight>
              <a:latin typeface="+mn-ea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420" y="5309870"/>
            <a:ext cx="11853545" cy="1084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sym typeface="+mn-ea"/>
              </a:rPr>
              <a:t>民主角度的宏观总结（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sym typeface="+mn-ea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sym typeface="+mn-ea"/>
              </a:rPr>
              <a:t>分）：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全过程人民民主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/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最广泛、最真实、最管用的民主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/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人民当家作主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/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发扬民主集中制的优势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/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多元协调共治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/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协商民主的优势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//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以人民为中心。</a:t>
            </a:r>
            <a:endParaRPr lang="zh-CN" altLang="en-US" sz="2800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02280" y="2732405"/>
            <a:ext cx="4403090" cy="936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sym typeface="+mn-ea"/>
              </a:rPr>
              <a:t>人大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+mn-ea"/>
              </a:rPr>
              <a:t>行使决定权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sym typeface="+mn-ea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+mn-ea"/>
              </a:rPr>
              <a:t>或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sym typeface="+mn-ea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+mn-ea"/>
              </a:rPr>
              <a:t>监督权</a:t>
            </a:r>
            <a:endParaRPr lang="zh-CN" altLang="en-US" sz="2400" b="1" dirty="0">
              <a:solidFill>
                <a:srgbClr val="FF0000"/>
              </a:solidFill>
              <a:latin typeface="+mn-ea"/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sym typeface="+mn-ea"/>
              </a:rPr>
              <a:t>政协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+mn-ea"/>
              </a:rPr>
              <a:t>参政议政</a:t>
            </a:r>
            <a:endParaRPr lang="zh-CN" altLang="en-US" sz="2400" b="1" dirty="0">
              <a:solidFill>
                <a:srgbClr val="FF0000"/>
              </a:solidFill>
              <a:latin typeface="+mn-ea"/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400" b="1" dirty="0">
              <a:solidFill>
                <a:srgbClr val="FF0000"/>
              </a:solidFill>
              <a:latin typeface="+mn-ea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24810" y="1091565"/>
            <a:ext cx="48710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坚持中国共产党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党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的领导</a:t>
            </a:r>
            <a:endParaRPr lang="zh-CN" altLang="en-US" sz="20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人大代表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依法履职，密切联系群众</a:t>
            </a:r>
            <a:endParaRPr lang="zh-CN" altLang="en-US" sz="20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青年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的知情权、表达权、参与权和监督权</a:t>
            </a:r>
            <a:endParaRPr lang="en-US" altLang="zh-CN" sz="20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2280" y="4110990"/>
            <a:ext cx="470916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sym typeface="+mn-ea"/>
              </a:rPr>
              <a:t>政府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+mn-ea"/>
              </a:rPr>
              <a:t>履行公共服务职能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sym typeface="+mn-ea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+mn-ea"/>
              </a:rPr>
              <a:t>履行职能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sym typeface="+mn-ea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+mn-ea"/>
              </a:rPr>
              <a:t>职能科学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sym typeface="+mn-ea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+mn-ea"/>
              </a:rPr>
              <a:t>依法行政</a:t>
            </a:r>
            <a:endParaRPr lang="zh-CN" altLang="en-US" sz="2400" b="1" dirty="0">
              <a:solidFill>
                <a:srgbClr val="FF0000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28650" y="32194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latin typeface="+mn-ea"/>
                <a:sym typeface="+mn-ea"/>
              </a:rPr>
              <a:t>满分示例</a:t>
            </a:r>
            <a:endParaRPr lang="zh-CN" altLang="en-US" sz="2400" b="1" dirty="0">
              <a:latin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0435" t="15957" r="21403" b="7995"/>
          <a:stretch>
            <a:fillRect/>
          </a:stretch>
        </p:blipFill>
        <p:spPr>
          <a:xfrm>
            <a:off x="99060" y="1294765"/>
            <a:ext cx="5751195" cy="39700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9774" t="17430" r="24940" b="7671"/>
          <a:stretch>
            <a:fillRect/>
          </a:stretch>
        </p:blipFill>
        <p:spPr>
          <a:xfrm>
            <a:off x="5850255" y="1294765"/>
            <a:ext cx="6153150" cy="3970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76555" y="193040"/>
            <a:ext cx="11552555" cy="6092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ea"/>
                <a:sym typeface="+mn-ea"/>
              </a:rPr>
              <a:t>典型情况与问题：</a:t>
            </a:r>
            <a:endParaRPr lang="zh-CN" altLang="en-US" sz="2400" b="1" dirty="0">
              <a:latin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latin typeface="+mn-ea"/>
                <a:sym typeface="+mn-ea"/>
              </a:rPr>
              <a:t>1. </a:t>
            </a:r>
            <a:r>
              <a:rPr lang="zh-CN" altLang="en-US" sz="2400" b="1" dirty="0">
                <a:latin typeface="+mn-ea"/>
                <a:sym typeface="+mn-ea"/>
              </a:rPr>
              <a:t>在情境结合方面：</a:t>
            </a:r>
            <a:r>
              <a:rPr lang="en-US" altLang="zh-CN" sz="2400" b="1" dirty="0">
                <a:latin typeface="+mn-ea"/>
                <a:sym typeface="+mn-ea"/>
              </a:rPr>
              <a:t> </a:t>
            </a:r>
            <a:r>
              <a:rPr lang="zh-CN" altLang="en-US" sz="2400" b="1" dirty="0">
                <a:latin typeface="+mn-ea"/>
                <a:sym typeface="+mn-ea"/>
              </a:rPr>
              <a:t>被听见</a:t>
            </a:r>
            <a:r>
              <a:rPr lang="en-US" altLang="zh-CN" sz="2400" b="1" dirty="0">
                <a:latin typeface="+mn-ea"/>
                <a:sym typeface="+mn-ea"/>
              </a:rPr>
              <a:t> → </a:t>
            </a:r>
            <a:r>
              <a:rPr lang="zh-CN" altLang="en-US" sz="2400" b="1" dirty="0">
                <a:latin typeface="+mn-ea"/>
                <a:sym typeface="+mn-ea"/>
              </a:rPr>
              <a:t>有回应</a:t>
            </a:r>
            <a:r>
              <a:rPr lang="en-US" altLang="zh-CN" sz="2400" b="1" dirty="0">
                <a:latin typeface="+mn-ea"/>
                <a:sym typeface="+mn-ea"/>
              </a:rPr>
              <a:t> → </a:t>
            </a:r>
            <a:r>
              <a:rPr lang="zh-CN" altLang="en-US" sz="2400" b="1" dirty="0">
                <a:latin typeface="+mn-ea"/>
                <a:sym typeface="+mn-ea"/>
              </a:rPr>
              <a:t>落实处；</a:t>
            </a:r>
            <a:endParaRPr lang="zh-CN" altLang="en-US" sz="2400" b="1" dirty="0">
              <a:latin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latin typeface="+mn-ea"/>
                <a:sym typeface="+mn-ea"/>
              </a:rPr>
              <a:t> </a:t>
            </a:r>
            <a:r>
              <a:rPr lang="en-US" altLang="zh-CN" sz="2400" b="1" dirty="0">
                <a:latin typeface="+mn-ea"/>
                <a:sym typeface="+mn-ea"/>
              </a:rPr>
              <a:t>   </a:t>
            </a:r>
            <a:r>
              <a:rPr lang="zh-CN" altLang="en-US" sz="2400" b="1" dirty="0">
                <a:latin typeface="+mn-ea"/>
                <a:sym typeface="+mn-ea"/>
              </a:rPr>
              <a:t>绝大多数同学能从听见、回应和落到实处的三个环节进行阐释，极少数人知识答得好但忽视材料。</a:t>
            </a:r>
            <a:br>
              <a:rPr lang="zh-CN" altLang="en-US" sz="2400" b="1" dirty="0">
                <a:latin typeface="+mn-ea"/>
                <a:sym typeface="+mn-ea"/>
              </a:rPr>
            </a:br>
            <a:r>
              <a:rPr lang="en-US" altLang="zh-CN" sz="2400" b="1" dirty="0">
                <a:latin typeface="+mn-ea"/>
                <a:sym typeface="+mn-ea"/>
              </a:rPr>
              <a:t>2.</a:t>
            </a:r>
            <a:r>
              <a:rPr lang="zh-CN" altLang="en-US" sz="2400" b="1" dirty="0">
                <a:latin typeface="+mn-ea"/>
                <a:sym typeface="+mn-ea"/>
              </a:rPr>
              <a:t>在知识运用方面：政治模块答题底线要求与重要基础：分主体：权力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职能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权利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义务，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+mn-ea"/>
              </a:rPr>
              <a:t>表现不佳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+mn-ea"/>
              </a:rPr>
              <a:t>。</a:t>
            </a:r>
            <a:endParaRPr lang="zh-CN" altLang="en-US" sz="2400" b="1" dirty="0">
              <a:solidFill>
                <a:srgbClr val="FF0000"/>
              </a:solidFill>
              <a:latin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latin typeface="+mn-ea"/>
                <a:sym typeface="+mn-ea"/>
              </a:rPr>
              <a:t>如：人大主体：</a:t>
            </a:r>
            <a:r>
              <a:rPr lang="en-US" altLang="zh-CN" sz="2400" b="1" dirty="0">
                <a:latin typeface="+mn-ea"/>
                <a:sym typeface="+mn-ea"/>
              </a:rPr>
              <a:t> </a:t>
            </a:r>
            <a:r>
              <a:rPr lang="zh-CN" altLang="en-US" sz="2400" b="1" dirty="0">
                <a:latin typeface="+mn-ea"/>
                <a:sym typeface="+mn-ea"/>
              </a:rPr>
              <a:t>直接忽视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有主体无知识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写立法权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提案权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表决权</a:t>
            </a:r>
            <a:r>
              <a:rPr lang="en-US" altLang="zh-CN" sz="2400" b="1" dirty="0">
                <a:latin typeface="+mn-ea"/>
                <a:sym typeface="+mn-ea"/>
              </a:rPr>
              <a:t>    </a:t>
            </a:r>
            <a:endParaRPr lang="en-US" altLang="zh-CN" sz="2400" b="1" dirty="0">
              <a:latin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latin typeface="+mn-ea"/>
                <a:sym typeface="+mn-ea"/>
              </a:rPr>
              <a:t>                          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+mn-ea"/>
              </a:rPr>
              <a:t>决定权和监督权都能写出的很少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400" b="1" dirty="0">
                <a:latin typeface="+mn-ea"/>
                <a:sym typeface="+mn-ea"/>
              </a:rPr>
              <a:t>       </a:t>
            </a:r>
            <a:r>
              <a:rPr lang="zh-CN" altLang="en-US" sz="2400" b="1" dirty="0">
                <a:latin typeface="+mn-ea"/>
                <a:sym typeface="+mn-ea"/>
              </a:rPr>
              <a:t>政府主体：</a:t>
            </a:r>
            <a:r>
              <a:rPr lang="en-US" altLang="zh-CN" sz="2400" b="1" dirty="0">
                <a:latin typeface="+mn-ea"/>
                <a:sym typeface="+mn-ea"/>
              </a:rPr>
              <a:t> </a:t>
            </a:r>
            <a:r>
              <a:rPr lang="zh-CN" altLang="en-US" sz="2400" b="1" dirty="0">
                <a:latin typeface="+mn-ea"/>
                <a:sym typeface="+mn-ea"/>
              </a:rPr>
              <a:t>直接忽视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有主体无知识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写政府立法、执政</a:t>
            </a:r>
            <a:r>
              <a:rPr lang="en-US" altLang="zh-CN" sz="2400" b="1" dirty="0">
                <a:latin typeface="+mn-ea"/>
                <a:sym typeface="+mn-ea"/>
              </a:rPr>
              <a:t>   </a:t>
            </a:r>
            <a:endParaRPr lang="en-US" altLang="zh-CN" sz="2400" b="1" dirty="0">
              <a:latin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400" b="1" dirty="0">
                <a:latin typeface="+mn-ea"/>
                <a:sym typeface="+mn-ea"/>
              </a:rPr>
              <a:t>                         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+mn-ea"/>
              </a:rPr>
              <a:t>具体写出公共服务职能的很少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latin typeface="+mn-ea"/>
                <a:sym typeface="+mn-ea"/>
              </a:rPr>
              <a:t>       </a:t>
            </a:r>
            <a:r>
              <a:rPr lang="zh-CN" altLang="en-US" sz="2400" b="1" dirty="0">
                <a:latin typeface="+mn-ea"/>
                <a:sym typeface="+mn-ea"/>
              </a:rPr>
              <a:t>公民主体：</a:t>
            </a:r>
            <a:r>
              <a:rPr lang="en-US" altLang="zh-CN" sz="2400" b="1" dirty="0">
                <a:latin typeface="+mn-ea"/>
                <a:sym typeface="+mn-ea"/>
              </a:rPr>
              <a:t> </a:t>
            </a:r>
            <a:r>
              <a:rPr lang="zh-CN" altLang="en-US" sz="2400" b="1" dirty="0">
                <a:latin typeface="+mn-ea"/>
                <a:sym typeface="+mn-ea"/>
              </a:rPr>
              <a:t>直接忽视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写青年参政议政</a:t>
            </a:r>
            <a:r>
              <a:rPr lang="en-US" altLang="zh-CN" sz="2400" b="1" dirty="0">
                <a:latin typeface="+mn-ea"/>
                <a:sym typeface="+mn-ea"/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+mn-ea"/>
              </a:rPr>
              <a:t>能写出公民四权的很少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latin typeface="+mn-ea"/>
                <a:sym typeface="+mn-ea"/>
              </a:rPr>
              <a:t>       </a:t>
            </a:r>
            <a:r>
              <a:rPr lang="zh-CN" altLang="en-US" sz="2400" b="1" dirty="0">
                <a:latin typeface="+mn-ea"/>
                <a:sym typeface="+mn-ea"/>
              </a:rPr>
              <a:t>政协委员：</a:t>
            </a:r>
            <a:r>
              <a:rPr lang="en-US" altLang="zh-CN" sz="2400" b="1" dirty="0">
                <a:latin typeface="+mn-ea"/>
                <a:sym typeface="+mn-ea"/>
              </a:rPr>
              <a:t> </a:t>
            </a:r>
            <a:r>
              <a:rPr lang="zh-CN" altLang="en-US" sz="2400" b="1" dirty="0">
                <a:latin typeface="+mn-ea"/>
                <a:sym typeface="+mn-ea"/>
              </a:rPr>
              <a:t>直接忽视</a:t>
            </a:r>
            <a:r>
              <a:rPr lang="en-US" altLang="zh-CN" sz="2400" b="1" dirty="0">
                <a:latin typeface="+mn-ea"/>
                <a:sym typeface="+mn-ea"/>
              </a:rPr>
              <a:t>/</a:t>
            </a:r>
            <a:r>
              <a:rPr lang="zh-CN" altLang="en-US" sz="2400" b="1" dirty="0">
                <a:latin typeface="+mn-ea"/>
                <a:sym typeface="+mn-ea"/>
              </a:rPr>
              <a:t>写不出任何职能</a:t>
            </a:r>
            <a:r>
              <a:rPr lang="en-US" altLang="zh-CN" sz="2400" b="1" dirty="0">
                <a:latin typeface="+mn-ea"/>
                <a:sym typeface="+mn-ea"/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+mn-ea"/>
              </a:rPr>
              <a:t>1/3的同学能写出来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latin typeface="+mn-ea"/>
                <a:sym typeface="+mn-ea"/>
              </a:rPr>
              <a:t>       </a:t>
            </a:r>
            <a:r>
              <a:rPr lang="zh-CN" altLang="en-US" sz="2400" b="1" dirty="0">
                <a:latin typeface="+mn-ea"/>
                <a:sym typeface="+mn-ea"/>
              </a:rPr>
              <a:t>党、人大代表：党的领导、密切联系群众写得最好。</a:t>
            </a:r>
            <a:endParaRPr lang="zh-CN" altLang="en-US" sz="2400" b="1" dirty="0"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3375" y="1536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  <a:sym typeface="+mn-ea"/>
              </a:rPr>
              <a:t>典型问题样例：</a:t>
            </a:r>
            <a:endParaRPr lang="zh-CN" altLang="en-US" sz="2400" b="1" dirty="0">
              <a:latin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5929" t="17397" r="26104" b="15307"/>
          <a:stretch>
            <a:fillRect/>
          </a:stretch>
        </p:blipFill>
        <p:spPr>
          <a:xfrm>
            <a:off x="123825" y="1118235"/>
            <a:ext cx="5847080" cy="32569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2240" y="4522470"/>
            <a:ext cx="5829300" cy="193802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 anchor="t">
            <a:spAutoFit/>
          </a:bodyPr>
          <a:p>
            <a:r>
              <a:rPr lang="zh-CN" altLang="en-US" sz="2400" b="1" dirty="0">
                <a:latin typeface="+mn-ea"/>
                <a:sym typeface="+mn-ea"/>
              </a:rPr>
              <a:t>本卷</a:t>
            </a:r>
            <a:r>
              <a:rPr lang="en-US" altLang="zh-CN" sz="2400" b="1" dirty="0">
                <a:latin typeface="+mn-ea"/>
                <a:sym typeface="+mn-ea"/>
              </a:rPr>
              <a:t>4</a:t>
            </a:r>
            <a:r>
              <a:rPr lang="zh-CN" altLang="en-US" sz="2400" b="1" dirty="0">
                <a:latin typeface="+mn-ea"/>
                <a:sym typeface="+mn-ea"/>
              </a:rPr>
              <a:t>分</a:t>
            </a:r>
            <a:endParaRPr lang="zh-CN" altLang="en-US" sz="2400" b="1" dirty="0">
              <a:latin typeface="+mn-ea"/>
              <a:sym typeface="+mn-ea"/>
            </a:endParaRPr>
          </a:p>
          <a:p>
            <a:r>
              <a:rPr lang="zh-CN" altLang="en-US" sz="2400" b="1" dirty="0">
                <a:latin typeface="+mn-ea"/>
                <a:sym typeface="+mn-ea"/>
              </a:rPr>
              <a:t>知识层面：人大代表听取意见建议、全过程人民民主。</a:t>
            </a:r>
            <a:r>
              <a:rPr lang="en-US" altLang="zh-CN" sz="2400" b="1" dirty="0">
                <a:latin typeface="+mn-ea"/>
                <a:sym typeface="+mn-ea"/>
              </a:rPr>
              <a:t>2</a:t>
            </a:r>
            <a:r>
              <a:rPr lang="zh-CN" altLang="en-US" sz="2400" b="1" dirty="0">
                <a:latin typeface="+mn-ea"/>
                <a:sym typeface="+mn-ea"/>
              </a:rPr>
              <a:t>分</a:t>
            </a:r>
            <a:endParaRPr lang="zh-CN" altLang="en-US" sz="2400" b="1" dirty="0">
              <a:latin typeface="+mn-ea"/>
              <a:sym typeface="+mn-ea"/>
            </a:endParaRPr>
          </a:p>
          <a:p>
            <a:r>
              <a:rPr lang="zh-CN" altLang="en-US" sz="2400" b="1" dirty="0">
                <a:latin typeface="+mn-ea"/>
                <a:sym typeface="+mn-ea"/>
              </a:rPr>
              <a:t>分析层面：有</a:t>
            </a:r>
            <a:r>
              <a:rPr lang="zh-CN" sz="2400" b="1" dirty="0">
                <a:latin typeface="+mn-ea"/>
                <a:sym typeface="+mn-ea"/>
              </a:rPr>
              <a:t>提到促进青年发展、落到实处的意思。</a:t>
            </a:r>
            <a:r>
              <a:rPr lang="en-US" altLang="zh-CN" sz="2400" b="1" dirty="0">
                <a:latin typeface="+mn-ea"/>
                <a:sym typeface="+mn-ea"/>
              </a:rPr>
              <a:t>2</a:t>
            </a:r>
            <a:r>
              <a:rPr lang="zh-CN" altLang="en-US" sz="2400" b="1" dirty="0">
                <a:latin typeface="+mn-ea"/>
                <a:sym typeface="+mn-ea"/>
              </a:rPr>
              <a:t>分</a:t>
            </a:r>
            <a:endParaRPr lang="zh-CN" altLang="en-US" sz="2400" b="1" dirty="0">
              <a:latin typeface="+mn-ea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2734" t="21519" r="20521" b="8481"/>
          <a:stretch>
            <a:fillRect/>
          </a:stretch>
        </p:blipFill>
        <p:spPr>
          <a:xfrm>
            <a:off x="6019800" y="1118235"/>
            <a:ext cx="6038215" cy="32562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19800" y="4522470"/>
            <a:ext cx="5889625" cy="193802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 anchor="t">
            <a:spAutoFit/>
          </a:bodyPr>
          <a:p>
            <a:r>
              <a:rPr lang="zh-CN" altLang="en-US" sz="2400" b="1" dirty="0">
                <a:latin typeface="+mn-ea"/>
                <a:sym typeface="+mn-ea"/>
              </a:rPr>
              <a:t>本卷</a:t>
            </a:r>
            <a:r>
              <a:rPr lang="en-US" altLang="zh-CN" sz="2400" b="1" dirty="0">
                <a:latin typeface="+mn-ea"/>
                <a:sym typeface="+mn-ea"/>
              </a:rPr>
              <a:t>6</a:t>
            </a:r>
            <a:r>
              <a:rPr lang="zh-CN" altLang="en-US" sz="2400" b="1" dirty="0">
                <a:latin typeface="+mn-ea"/>
                <a:sym typeface="+mn-ea"/>
              </a:rPr>
              <a:t>分</a:t>
            </a:r>
            <a:endParaRPr lang="zh-CN" altLang="en-US" sz="2400" b="1" dirty="0">
              <a:latin typeface="+mn-ea"/>
              <a:sym typeface="+mn-ea"/>
            </a:endParaRPr>
          </a:p>
          <a:p>
            <a:r>
              <a:rPr lang="zh-CN" altLang="en-US" sz="2400" b="1" dirty="0">
                <a:latin typeface="+mn-ea"/>
                <a:sym typeface="+mn-ea"/>
              </a:rPr>
              <a:t>知识层面：人大代表权利、政府职能</a:t>
            </a:r>
            <a:endParaRPr lang="zh-CN" altLang="en-US" sz="2400" b="1" dirty="0">
              <a:latin typeface="+mn-ea"/>
              <a:sym typeface="+mn-ea"/>
            </a:endParaRPr>
          </a:p>
          <a:p>
            <a:r>
              <a:rPr lang="en-US" altLang="zh-CN" sz="2400" b="1" dirty="0">
                <a:latin typeface="+mn-ea"/>
                <a:sym typeface="+mn-ea"/>
              </a:rPr>
              <a:t>                  </a:t>
            </a:r>
            <a:r>
              <a:rPr lang="zh-CN" altLang="en-US" sz="2400" b="1" dirty="0">
                <a:latin typeface="+mn-ea"/>
                <a:sym typeface="+mn-ea"/>
              </a:rPr>
              <a:t>全过程人民民主。</a:t>
            </a:r>
            <a:r>
              <a:rPr lang="en-US" altLang="zh-CN" sz="2400" b="1" dirty="0">
                <a:latin typeface="+mn-ea"/>
                <a:sym typeface="+mn-ea"/>
              </a:rPr>
              <a:t>3</a:t>
            </a:r>
            <a:r>
              <a:rPr lang="zh-CN" altLang="en-US" sz="2400" b="1" dirty="0">
                <a:latin typeface="+mn-ea"/>
                <a:sym typeface="+mn-ea"/>
              </a:rPr>
              <a:t>分</a:t>
            </a:r>
            <a:endParaRPr lang="zh-CN" altLang="en-US" sz="2400" b="1" dirty="0">
              <a:latin typeface="+mn-ea"/>
              <a:sym typeface="+mn-ea"/>
            </a:endParaRPr>
          </a:p>
          <a:p>
            <a:r>
              <a:rPr lang="zh-CN" altLang="en-US" sz="2400" b="1" dirty="0">
                <a:latin typeface="+mn-ea"/>
                <a:sym typeface="+mn-ea"/>
              </a:rPr>
              <a:t>分析层面：反映青年建议、回应群体需要、转为治理实事</a:t>
            </a:r>
            <a:r>
              <a:rPr lang="zh-CN" sz="2400" b="1" dirty="0">
                <a:latin typeface="+mn-ea"/>
                <a:sym typeface="+mn-ea"/>
              </a:rPr>
              <a:t>。</a:t>
            </a:r>
            <a:r>
              <a:rPr lang="en-US" altLang="zh-CN" sz="2400" b="1" dirty="0">
                <a:latin typeface="+mn-ea"/>
                <a:sym typeface="+mn-ea"/>
              </a:rPr>
              <a:t>3</a:t>
            </a:r>
            <a:r>
              <a:rPr lang="zh-CN" altLang="en-US" sz="2400" b="1" dirty="0">
                <a:latin typeface="+mn-ea"/>
                <a:sym typeface="+mn-ea"/>
              </a:rPr>
              <a:t>分</a:t>
            </a:r>
            <a:endParaRPr lang="zh-CN" altLang="en-US" sz="2400" b="1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58750" y="553720"/>
            <a:ext cx="12033250" cy="5346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ea"/>
              </a:rPr>
              <a:t>备考改进建议</a:t>
            </a:r>
            <a:endParaRPr lang="zh-CN" altLang="en-US" sz="24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latin typeface="+mn-ea"/>
              </a:rPr>
              <a:t>    1.不鼓励缺乏逻辑地罗列与材料有关的知识。学生需要紧扣问题，依据三段主旨清晰的材料，分析青年“心事”转化为“实事”的过程与落点。（在这个过程中，有逻辑、有情境内容、有学科知识），</a:t>
            </a:r>
            <a:r>
              <a:rPr lang="zh-CN" altLang="en-US" sz="2400" b="1" dirty="0">
                <a:latin typeface="+mn-ea"/>
              </a:rPr>
              <a:t>继续保持紧扣问题的好习惯。</a:t>
            </a:r>
            <a:endParaRPr lang="zh-CN" altLang="en-US" sz="24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latin typeface="+mn-ea"/>
              </a:rPr>
              <a:t>    2.政治与法治的答题思维：主体意识、制度意识。有必要带着学生把制度下的主要主体的性质、权力/职能/权利/义务等再强化一遍：一个做法让学生说出2-3个例子。</a:t>
            </a:r>
            <a:endParaRPr lang="zh-CN" altLang="en-US" sz="24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latin typeface="+mn-ea"/>
              </a:rPr>
              <a:t>   3.最好有总结、综述的意识，一句话。</a:t>
            </a:r>
            <a:endParaRPr lang="zh-CN" altLang="en-US" sz="2400" b="1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zh-CN" sz="24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149" y="804802"/>
            <a:ext cx="2857500" cy="1190625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1509622" y="3013501"/>
            <a:ext cx="9036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BE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3">
      <a:dk1>
        <a:sysClr val="windowText" lastClr="000000"/>
      </a:dk1>
      <a:lt1>
        <a:sysClr val="window" lastClr="FFFFFF"/>
      </a:lt1>
      <a:dk2>
        <a:srgbClr val="BE0000"/>
      </a:dk2>
      <a:lt2>
        <a:srgbClr val="E7E6E6"/>
      </a:lt2>
      <a:accent1>
        <a:srgbClr val="BE0000"/>
      </a:accent1>
      <a:accent2>
        <a:srgbClr val="ED7D31"/>
      </a:accent2>
      <a:accent3>
        <a:srgbClr val="D20000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WPS 演示</Application>
  <PresentationFormat>宽屏</PresentationFormat>
  <Paragraphs>70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等线</vt:lpstr>
      <vt:lpstr>微软雅黑</vt:lpstr>
      <vt:lpstr>黑体</vt:lpstr>
      <vt:lpstr>Arial Unicode MS</vt:lpstr>
      <vt:lpstr>Calibri Light</vt:lpstr>
      <vt:lpstr>Calibri</vt:lpstr>
      <vt:lpstr>Office 主题​​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Jenny李</cp:lastModifiedBy>
  <cp:revision>590</cp:revision>
  <dcterms:created xsi:type="dcterms:W3CDTF">2024-01-19T12:22:00Z</dcterms:created>
  <dcterms:modified xsi:type="dcterms:W3CDTF">2026-04-10T11:21:08Z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0F4B809D4694851E24E4A9658B180F20</vt:lpwstr>
  </property>
  <property fmtid="{D5CDD505-2E9C-101B-9397-08002B2CF9AE}" pid="3" name="KSOProductBuildVer">
    <vt:lpwstr>2052-12.1.0.25225</vt:lpwstr>
  </property>
</Properties>
</file>