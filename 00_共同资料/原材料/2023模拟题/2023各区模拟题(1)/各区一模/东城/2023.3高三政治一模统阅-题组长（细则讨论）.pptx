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2" r:id="rId2"/>
  </p:sldMasterIdLst>
  <p:notesMasterIdLst>
    <p:notesMasterId r:id="rId16"/>
  </p:notesMasterIdLst>
  <p:sldIdLst>
    <p:sldId id="263" r:id="rId3"/>
    <p:sldId id="546" r:id="rId4"/>
    <p:sldId id="545" r:id="rId5"/>
    <p:sldId id="547" r:id="rId6"/>
    <p:sldId id="548" r:id="rId7"/>
    <p:sldId id="560" r:id="rId8"/>
    <p:sldId id="561" r:id="rId9"/>
    <p:sldId id="549" r:id="rId10"/>
    <p:sldId id="550" r:id="rId11"/>
    <p:sldId id="562" r:id="rId12"/>
    <p:sldId id="554" r:id="rId13"/>
    <p:sldId id="559" r:id="rId14"/>
    <p:sldId id="544"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A8E8E"/>
    <a:srgbClr val="0000CC"/>
    <a:srgbClr val="E7FFFF"/>
    <a:srgbClr val="66CCFF"/>
    <a:srgbClr val="CCFFFF"/>
    <a:srgbClr val="95A4DE"/>
    <a:srgbClr val="0B8899"/>
    <a:srgbClr val="075A65"/>
    <a:srgbClr val="F7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C4B1156A-380E-4F78-BDF5-A606A8083BF9}" styleName="中度样式 4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249" autoAdjust="0"/>
  </p:normalViewPr>
  <p:slideViewPr>
    <p:cSldViewPr snapToGrid="0">
      <p:cViewPr varScale="1">
        <p:scale>
          <a:sx n="72" d="100"/>
          <a:sy n="72" d="100"/>
        </p:scale>
        <p:origin x="63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BC9B42D-C946-49B9-9BEA-A4EED2239A50}" type="doc">
      <dgm:prSet loTypeId="urn:microsoft.com/office/officeart/2005/8/layout/process1" loCatId="process" qsTypeId="urn:microsoft.com/office/officeart/2005/8/quickstyle/simple1" qsCatId="simple" csTypeId="urn:microsoft.com/office/officeart/2005/8/colors/colorful1" csCatId="colorful" phldr="1"/>
      <dgm:spPr/>
    </dgm:pt>
    <dgm:pt modelId="{B281FB84-EBED-4B3E-AABE-0C9DF1565C66}">
      <dgm:prSet phldrT="[文本]" custT="1"/>
      <dgm:spPr/>
      <dgm:t>
        <a:bodyPr/>
        <a:lstStyle/>
        <a:p>
          <a:r>
            <a:rPr lang="zh-CN" altLang="en-US" sz="2400" dirty="0"/>
            <a:t>颜色美</a:t>
          </a:r>
        </a:p>
      </dgm:t>
    </dgm:pt>
    <dgm:pt modelId="{B9663FCA-E244-4AB1-8C37-7E26D0F70382}" type="parTrans" cxnId="{1DFDFA5F-7F69-4918-838E-2629799DC428}">
      <dgm:prSet/>
      <dgm:spPr/>
      <dgm:t>
        <a:bodyPr/>
        <a:lstStyle/>
        <a:p>
          <a:endParaRPr lang="zh-CN" altLang="en-US" sz="2400"/>
        </a:p>
      </dgm:t>
    </dgm:pt>
    <dgm:pt modelId="{8B72479F-3867-4DE0-9459-33EC69B6AB6B}" type="sibTrans" cxnId="{1DFDFA5F-7F69-4918-838E-2629799DC428}">
      <dgm:prSet custT="1"/>
      <dgm:spPr/>
      <dgm:t>
        <a:bodyPr/>
        <a:lstStyle/>
        <a:p>
          <a:endParaRPr lang="zh-CN" altLang="en-US" sz="2400" dirty="0">
            <a:solidFill>
              <a:schemeClr val="tx1"/>
            </a:solidFill>
          </a:endParaRPr>
        </a:p>
      </dgm:t>
    </dgm:pt>
    <dgm:pt modelId="{3479A224-002A-43E0-A31E-885D4E21FB9C}">
      <dgm:prSet phldrT="[文本]" custT="1"/>
      <dgm:spPr/>
      <dgm:t>
        <a:bodyPr/>
        <a:lstStyle/>
        <a:p>
          <a:r>
            <a:rPr lang="zh-CN" altLang="en-US" sz="2400" dirty="0"/>
            <a:t>文化美</a:t>
          </a:r>
        </a:p>
      </dgm:t>
    </dgm:pt>
    <dgm:pt modelId="{648BEE64-835F-45C1-82AA-14181F41BB85}" type="parTrans" cxnId="{BF338B77-8693-491F-9EED-D52B6A83A6C3}">
      <dgm:prSet/>
      <dgm:spPr/>
      <dgm:t>
        <a:bodyPr/>
        <a:lstStyle/>
        <a:p>
          <a:endParaRPr lang="zh-CN" altLang="en-US" sz="2400"/>
        </a:p>
      </dgm:t>
    </dgm:pt>
    <dgm:pt modelId="{0E798E33-9BEC-4FFE-9FB6-1522D91958AF}" type="sibTrans" cxnId="{BF338B77-8693-491F-9EED-D52B6A83A6C3}">
      <dgm:prSet custT="1"/>
      <dgm:spPr/>
      <dgm:t>
        <a:bodyPr/>
        <a:lstStyle/>
        <a:p>
          <a:endParaRPr lang="zh-CN" altLang="en-US" sz="2400" dirty="0">
            <a:solidFill>
              <a:schemeClr val="tx1"/>
            </a:solidFill>
          </a:endParaRPr>
        </a:p>
      </dgm:t>
    </dgm:pt>
    <dgm:pt modelId="{CB64D3B5-AFB0-4776-AFA5-26DE16BD056D}">
      <dgm:prSet custT="1"/>
      <dgm:spPr/>
      <dgm:t>
        <a:bodyPr/>
        <a:lstStyle/>
        <a:p>
          <a:r>
            <a:rPr lang="zh-CN" altLang="en-US" sz="2400" dirty="0"/>
            <a:t>价值认同</a:t>
          </a:r>
        </a:p>
      </dgm:t>
    </dgm:pt>
    <dgm:pt modelId="{AA364199-3CF6-4526-A4FE-F7ECA284D35F}" type="parTrans" cxnId="{97D31387-42B2-4972-87F3-B8D0D975FF17}">
      <dgm:prSet/>
      <dgm:spPr/>
      <dgm:t>
        <a:bodyPr/>
        <a:lstStyle/>
        <a:p>
          <a:endParaRPr lang="zh-CN" altLang="en-US" sz="2400"/>
        </a:p>
      </dgm:t>
    </dgm:pt>
    <dgm:pt modelId="{3DD1421C-6F82-438E-8B74-F8036641DBBA}" type="sibTrans" cxnId="{97D31387-42B2-4972-87F3-B8D0D975FF17}">
      <dgm:prSet/>
      <dgm:spPr/>
      <dgm:t>
        <a:bodyPr/>
        <a:lstStyle/>
        <a:p>
          <a:endParaRPr lang="zh-CN" altLang="en-US" sz="2400"/>
        </a:p>
      </dgm:t>
    </dgm:pt>
    <dgm:pt modelId="{FC21B595-64F9-410E-8828-4C79A3BFC9B6}" type="pres">
      <dgm:prSet presAssocID="{4BC9B42D-C946-49B9-9BEA-A4EED2239A50}" presName="Name0" presStyleCnt="0">
        <dgm:presLayoutVars>
          <dgm:dir/>
          <dgm:resizeHandles val="exact"/>
        </dgm:presLayoutVars>
      </dgm:prSet>
      <dgm:spPr/>
    </dgm:pt>
    <dgm:pt modelId="{18A015D2-650B-448B-9B81-AE05C1C7BD69}" type="pres">
      <dgm:prSet presAssocID="{B281FB84-EBED-4B3E-AABE-0C9DF1565C66}" presName="node" presStyleLbl="node1" presStyleIdx="0" presStyleCnt="3">
        <dgm:presLayoutVars>
          <dgm:bulletEnabled val="1"/>
        </dgm:presLayoutVars>
      </dgm:prSet>
      <dgm:spPr/>
    </dgm:pt>
    <dgm:pt modelId="{0498DDB6-5976-4780-906C-3A1C0696FFB7}" type="pres">
      <dgm:prSet presAssocID="{8B72479F-3867-4DE0-9459-33EC69B6AB6B}" presName="sibTrans" presStyleLbl="sibTrans2D1" presStyleIdx="0" presStyleCnt="2"/>
      <dgm:spPr/>
    </dgm:pt>
    <dgm:pt modelId="{70CF0425-BE97-482E-B020-C11DCAF08EFE}" type="pres">
      <dgm:prSet presAssocID="{8B72479F-3867-4DE0-9459-33EC69B6AB6B}" presName="connectorText" presStyleLbl="sibTrans2D1" presStyleIdx="0" presStyleCnt="2"/>
      <dgm:spPr/>
    </dgm:pt>
    <dgm:pt modelId="{893CAFD8-951B-4378-9F57-365F7FCB7A76}" type="pres">
      <dgm:prSet presAssocID="{3479A224-002A-43E0-A31E-885D4E21FB9C}" presName="node" presStyleLbl="node1" presStyleIdx="1" presStyleCnt="3">
        <dgm:presLayoutVars>
          <dgm:bulletEnabled val="1"/>
        </dgm:presLayoutVars>
      </dgm:prSet>
      <dgm:spPr/>
    </dgm:pt>
    <dgm:pt modelId="{1245D498-F3D3-49B5-B5D8-C69BB156C9F9}" type="pres">
      <dgm:prSet presAssocID="{0E798E33-9BEC-4FFE-9FB6-1522D91958AF}" presName="sibTrans" presStyleLbl="sibTrans2D1" presStyleIdx="1" presStyleCnt="2"/>
      <dgm:spPr/>
    </dgm:pt>
    <dgm:pt modelId="{E56AB6D6-F73E-436C-BF85-AC3EB32ED277}" type="pres">
      <dgm:prSet presAssocID="{0E798E33-9BEC-4FFE-9FB6-1522D91958AF}" presName="connectorText" presStyleLbl="sibTrans2D1" presStyleIdx="1" presStyleCnt="2"/>
      <dgm:spPr/>
    </dgm:pt>
    <dgm:pt modelId="{12F52D01-AE32-4DFF-969B-E88A2041DC52}" type="pres">
      <dgm:prSet presAssocID="{CB64D3B5-AFB0-4776-AFA5-26DE16BD056D}" presName="node" presStyleLbl="node1" presStyleIdx="2" presStyleCnt="3">
        <dgm:presLayoutVars>
          <dgm:bulletEnabled val="1"/>
        </dgm:presLayoutVars>
      </dgm:prSet>
      <dgm:spPr/>
    </dgm:pt>
  </dgm:ptLst>
  <dgm:cxnLst>
    <dgm:cxn modelId="{D5DF7315-CCA3-469E-B4DE-A8A6CE6FCA04}" type="presOf" srcId="{B281FB84-EBED-4B3E-AABE-0C9DF1565C66}" destId="{18A015D2-650B-448B-9B81-AE05C1C7BD69}" srcOrd="0" destOrd="0" presId="urn:microsoft.com/office/officeart/2005/8/layout/process1"/>
    <dgm:cxn modelId="{DAD5FE24-ABC3-430C-B377-A338FC667A8C}" type="presOf" srcId="{8B72479F-3867-4DE0-9459-33EC69B6AB6B}" destId="{70CF0425-BE97-482E-B020-C11DCAF08EFE}" srcOrd="1" destOrd="0" presId="urn:microsoft.com/office/officeart/2005/8/layout/process1"/>
    <dgm:cxn modelId="{B52FEB28-33D1-49E2-BE7E-B2ACE58CAC85}" type="presOf" srcId="{8B72479F-3867-4DE0-9459-33EC69B6AB6B}" destId="{0498DDB6-5976-4780-906C-3A1C0696FFB7}" srcOrd="0" destOrd="0" presId="urn:microsoft.com/office/officeart/2005/8/layout/process1"/>
    <dgm:cxn modelId="{1DFDFA5F-7F69-4918-838E-2629799DC428}" srcId="{4BC9B42D-C946-49B9-9BEA-A4EED2239A50}" destId="{B281FB84-EBED-4B3E-AABE-0C9DF1565C66}" srcOrd="0" destOrd="0" parTransId="{B9663FCA-E244-4AB1-8C37-7E26D0F70382}" sibTransId="{8B72479F-3867-4DE0-9459-33EC69B6AB6B}"/>
    <dgm:cxn modelId="{0C5CAF48-CD77-4BAF-A936-998B7B39F812}" type="presOf" srcId="{0E798E33-9BEC-4FFE-9FB6-1522D91958AF}" destId="{E56AB6D6-F73E-436C-BF85-AC3EB32ED277}" srcOrd="1" destOrd="0" presId="urn:microsoft.com/office/officeart/2005/8/layout/process1"/>
    <dgm:cxn modelId="{BF338B77-8693-491F-9EED-D52B6A83A6C3}" srcId="{4BC9B42D-C946-49B9-9BEA-A4EED2239A50}" destId="{3479A224-002A-43E0-A31E-885D4E21FB9C}" srcOrd="1" destOrd="0" parTransId="{648BEE64-835F-45C1-82AA-14181F41BB85}" sibTransId="{0E798E33-9BEC-4FFE-9FB6-1522D91958AF}"/>
    <dgm:cxn modelId="{97D31387-42B2-4972-87F3-B8D0D975FF17}" srcId="{4BC9B42D-C946-49B9-9BEA-A4EED2239A50}" destId="{CB64D3B5-AFB0-4776-AFA5-26DE16BD056D}" srcOrd="2" destOrd="0" parTransId="{AA364199-3CF6-4526-A4FE-F7ECA284D35F}" sibTransId="{3DD1421C-6F82-438E-8B74-F8036641DBBA}"/>
    <dgm:cxn modelId="{EC0B22D1-E185-4B15-BA83-CED70CE988AB}" type="presOf" srcId="{CB64D3B5-AFB0-4776-AFA5-26DE16BD056D}" destId="{12F52D01-AE32-4DFF-969B-E88A2041DC52}" srcOrd="0" destOrd="0" presId="urn:microsoft.com/office/officeart/2005/8/layout/process1"/>
    <dgm:cxn modelId="{842215D2-7B08-4B9C-889F-8350B31DAD74}" type="presOf" srcId="{0E798E33-9BEC-4FFE-9FB6-1522D91958AF}" destId="{1245D498-F3D3-49B5-B5D8-C69BB156C9F9}" srcOrd="0" destOrd="0" presId="urn:microsoft.com/office/officeart/2005/8/layout/process1"/>
    <dgm:cxn modelId="{3F897EDB-E8A4-4C00-B82F-DBE05AE08AAC}" type="presOf" srcId="{4BC9B42D-C946-49B9-9BEA-A4EED2239A50}" destId="{FC21B595-64F9-410E-8828-4C79A3BFC9B6}" srcOrd="0" destOrd="0" presId="urn:microsoft.com/office/officeart/2005/8/layout/process1"/>
    <dgm:cxn modelId="{2075A8DB-741F-4D26-8409-1BFCCCBF4326}" type="presOf" srcId="{3479A224-002A-43E0-A31E-885D4E21FB9C}" destId="{893CAFD8-951B-4378-9F57-365F7FCB7A76}" srcOrd="0" destOrd="0" presId="urn:microsoft.com/office/officeart/2005/8/layout/process1"/>
    <dgm:cxn modelId="{4F49F88D-0319-4685-9801-932A34AE024B}" type="presParOf" srcId="{FC21B595-64F9-410E-8828-4C79A3BFC9B6}" destId="{18A015D2-650B-448B-9B81-AE05C1C7BD69}" srcOrd="0" destOrd="0" presId="urn:microsoft.com/office/officeart/2005/8/layout/process1"/>
    <dgm:cxn modelId="{E06FB44D-1712-47F5-91D8-AFAA19BC1CFE}" type="presParOf" srcId="{FC21B595-64F9-410E-8828-4C79A3BFC9B6}" destId="{0498DDB6-5976-4780-906C-3A1C0696FFB7}" srcOrd="1" destOrd="0" presId="urn:microsoft.com/office/officeart/2005/8/layout/process1"/>
    <dgm:cxn modelId="{2906A46C-817C-494B-A0AF-6C89D47F4648}" type="presParOf" srcId="{0498DDB6-5976-4780-906C-3A1C0696FFB7}" destId="{70CF0425-BE97-482E-B020-C11DCAF08EFE}" srcOrd="0" destOrd="0" presId="urn:microsoft.com/office/officeart/2005/8/layout/process1"/>
    <dgm:cxn modelId="{1D932F00-5402-4B40-9142-3DA0594E2144}" type="presParOf" srcId="{FC21B595-64F9-410E-8828-4C79A3BFC9B6}" destId="{893CAFD8-951B-4378-9F57-365F7FCB7A76}" srcOrd="2" destOrd="0" presId="urn:microsoft.com/office/officeart/2005/8/layout/process1"/>
    <dgm:cxn modelId="{A1D91B57-2D1F-434B-9501-ED7A08C12D0A}" type="presParOf" srcId="{FC21B595-64F9-410E-8828-4C79A3BFC9B6}" destId="{1245D498-F3D3-49B5-B5D8-C69BB156C9F9}" srcOrd="3" destOrd="0" presId="urn:microsoft.com/office/officeart/2005/8/layout/process1"/>
    <dgm:cxn modelId="{BB9F5AEA-DCD1-4F2E-BED1-D9E520CA0832}" type="presParOf" srcId="{1245D498-F3D3-49B5-B5D8-C69BB156C9F9}" destId="{E56AB6D6-F73E-436C-BF85-AC3EB32ED277}" srcOrd="0" destOrd="0" presId="urn:microsoft.com/office/officeart/2005/8/layout/process1"/>
    <dgm:cxn modelId="{9C8E9CBA-137F-4D06-AAB6-D932B6EB461D}" type="presParOf" srcId="{FC21B595-64F9-410E-8828-4C79A3BFC9B6}" destId="{12F52D01-AE32-4DFF-969B-E88A2041DC52}"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A015D2-650B-448B-9B81-AE05C1C7BD69}">
      <dsp:nvSpPr>
        <dsp:cNvPr id="0" name=""/>
        <dsp:cNvSpPr/>
      </dsp:nvSpPr>
      <dsp:spPr>
        <a:xfrm>
          <a:off x="7735" y="0"/>
          <a:ext cx="1485884" cy="527507"/>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t>颜色美</a:t>
          </a:r>
        </a:p>
      </dsp:txBody>
      <dsp:txXfrm>
        <a:off x="23185" y="15450"/>
        <a:ext cx="1454984" cy="496607"/>
      </dsp:txXfrm>
    </dsp:sp>
    <dsp:sp modelId="{0498DDB6-5976-4780-906C-3A1C0696FFB7}">
      <dsp:nvSpPr>
        <dsp:cNvPr id="0" name=""/>
        <dsp:cNvSpPr/>
      </dsp:nvSpPr>
      <dsp:spPr>
        <a:xfrm>
          <a:off x="1642209" y="79503"/>
          <a:ext cx="315007" cy="368499"/>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zh-CN" altLang="en-US" sz="2400" kern="1200" dirty="0">
            <a:solidFill>
              <a:schemeClr val="tx1"/>
            </a:solidFill>
          </a:endParaRPr>
        </a:p>
      </dsp:txBody>
      <dsp:txXfrm>
        <a:off x="1642209" y="153203"/>
        <a:ext cx="220505" cy="221099"/>
      </dsp:txXfrm>
    </dsp:sp>
    <dsp:sp modelId="{893CAFD8-951B-4378-9F57-365F7FCB7A76}">
      <dsp:nvSpPr>
        <dsp:cNvPr id="0" name=""/>
        <dsp:cNvSpPr/>
      </dsp:nvSpPr>
      <dsp:spPr>
        <a:xfrm>
          <a:off x="2087974" y="0"/>
          <a:ext cx="1485884" cy="527507"/>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t>文化美</a:t>
          </a:r>
        </a:p>
      </dsp:txBody>
      <dsp:txXfrm>
        <a:off x="2103424" y="15450"/>
        <a:ext cx="1454984" cy="496607"/>
      </dsp:txXfrm>
    </dsp:sp>
    <dsp:sp modelId="{1245D498-F3D3-49B5-B5D8-C69BB156C9F9}">
      <dsp:nvSpPr>
        <dsp:cNvPr id="0" name=""/>
        <dsp:cNvSpPr/>
      </dsp:nvSpPr>
      <dsp:spPr>
        <a:xfrm>
          <a:off x="3722447" y="79503"/>
          <a:ext cx="315007" cy="368499"/>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zh-CN" altLang="en-US" sz="2400" kern="1200" dirty="0">
            <a:solidFill>
              <a:schemeClr val="tx1"/>
            </a:solidFill>
          </a:endParaRPr>
        </a:p>
      </dsp:txBody>
      <dsp:txXfrm>
        <a:off x="3722447" y="153203"/>
        <a:ext cx="220505" cy="221099"/>
      </dsp:txXfrm>
    </dsp:sp>
    <dsp:sp modelId="{12F52D01-AE32-4DFF-969B-E88A2041DC52}">
      <dsp:nvSpPr>
        <dsp:cNvPr id="0" name=""/>
        <dsp:cNvSpPr/>
      </dsp:nvSpPr>
      <dsp:spPr>
        <a:xfrm>
          <a:off x="4168213" y="0"/>
          <a:ext cx="1485884" cy="527507"/>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t>价值认同</a:t>
          </a:r>
        </a:p>
      </dsp:txBody>
      <dsp:txXfrm>
        <a:off x="4183663" y="15450"/>
        <a:ext cx="1454984" cy="496607"/>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4985B1-E424-424D-99CC-6A269406BF54}" type="datetimeFigureOut">
              <a:rPr lang="zh-CN" altLang="en-US" smtClean="0"/>
              <a:t>2023-3-29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7954A4-3139-4AFF-A4D3-FE414C2AA015}" type="slidenum">
              <a:rPr lang="zh-CN" altLang="en-US" smtClean="0"/>
              <a:t>‹#›</a:t>
            </a:fld>
            <a:endParaRPr lang="zh-CN" altLang="en-US"/>
          </a:p>
        </p:txBody>
      </p:sp>
    </p:spTree>
    <p:extLst>
      <p:ext uri="{BB962C8B-B14F-4D97-AF65-F5344CB8AC3E}">
        <p14:creationId xmlns:p14="http://schemas.microsoft.com/office/powerpoint/2010/main" val="33640956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E1C0E59-4556-41C7-AA11-55263971DAF6}"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85434920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png"/><Relationship Id="rId4" Type="http://schemas.microsoft.com/office/2007/relationships/hdphoto" Target="../media/hdphoto1.wdp"/></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21" name="图片 2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5538650"/>
            <a:ext cx="10058400" cy="1327789"/>
          </a:xfrm>
          <a:prstGeom prst="rect">
            <a:avLst/>
          </a:prstGeom>
        </p:spPr>
      </p:pic>
      <p:pic>
        <p:nvPicPr>
          <p:cNvPr id="19" name="图片 18"/>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val="0"/>
              </a:ext>
            </a:extLst>
          </a:blip>
          <a:srcRect l="44026" t="66827"/>
          <a:stretch/>
        </p:blipFill>
        <p:spPr>
          <a:xfrm>
            <a:off x="7236823" y="5222691"/>
            <a:ext cx="4966138" cy="1657342"/>
          </a:xfrm>
          <a:prstGeom prst="rect">
            <a:avLst/>
          </a:prstGeom>
        </p:spPr>
      </p:pic>
      <p:pic>
        <p:nvPicPr>
          <p:cNvPr id="7" name="图片 6">
            <a:extLst>
              <a:ext uri="{FF2B5EF4-FFF2-40B4-BE49-F238E27FC236}">
                <a16:creationId xmlns:a16="http://schemas.microsoft.com/office/drawing/2014/main" id="{8340837F-A256-46A0-9E0B-BB9F961E231F}"/>
              </a:ext>
            </a:extLst>
          </p:cNvPr>
          <p:cNvPicPr>
            <a:picLocks noChangeAspect="1"/>
          </p:cNvPicPr>
          <p:nvPr userDrawn="1"/>
        </p:nvPicPr>
        <p:blipFill rotWithShape="1">
          <a:blip r:embed="rId5"/>
          <a:srcRect l="6847" t="12150" r="3418" b="7071"/>
          <a:stretch/>
        </p:blipFill>
        <p:spPr>
          <a:xfrm>
            <a:off x="239810" y="199176"/>
            <a:ext cx="4403969" cy="719016"/>
          </a:xfrm>
          <a:prstGeom prst="rect">
            <a:avLst/>
          </a:prstGeom>
        </p:spPr>
      </p:pic>
    </p:spTree>
    <p:extLst>
      <p:ext uri="{BB962C8B-B14F-4D97-AF65-F5344CB8AC3E}">
        <p14:creationId xmlns:p14="http://schemas.microsoft.com/office/powerpoint/2010/main" val="27522804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F7FFFF"/>
        </a:solidFill>
        <a:effectLst/>
      </p:bgPr>
    </p:bg>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F7AC457A-110C-4C9B-B7F4-FCA61B90297D}"/>
              </a:ext>
            </a:extLst>
          </p:cNvPr>
          <p:cNvSpPr/>
          <p:nvPr userDrawn="1"/>
        </p:nvSpPr>
        <p:spPr>
          <a:xfrm rot="2586612">
            <a:off x="281030" y="316048"/>
            <a:ext cx="558898" cy="558898"/>
          </a:xfrm>
          <a:prstGeom prst="roundRect">
            <a:avLst>
              <a:gd name="adj" fmla="val 1370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6">
            <a:extLst>
              <a:ext uri="{FF2B5EF4-FFF2-40B4-BE49-F238E27FC236}">
                <a16:creationId xmlns:a16="http://schemas.microsoft.com/office/drawing/2014/main" id="{BDB3F2DF-0B27-444B-B4F6-52D4920C1E13}"/>
              </a:ext>
            </a:extLst>
          </p:cNvPr>
          <p:cNvSpPr>
            <a:spLocks/>
          </p:cNvSpPr>
          <p:nvPr userDrawn="1"/>
        </p:nvSpPr>
        <p:spPr>
          <a:xfrm rot="7910967">
            <a:off x="671616" y="-307053"/>
            <a:ext cx="708147" cy="764307"/>
          </a:xfrm>
          <a:custGeom>
            <a:avLst/>
            <a:gdLst>
              <a:gd name="connsiteX0" fmla="*/ 0 w 716505"/>
              <a:gd name="connsiteY0" fmla="*/ 119420 h 764307"/>
              <a:gd name="connsiteX1" fmla="*/ 119420 w 716505"/>
              <a:gd name="connsiteY1" fmla="*/ 0 h 764307"/>
              <a:gd name="connsiteX2" fmla="*/ 597085 w 716505"/>
              <a:gd name="connsiteY2" fmla="*/ 0 h 764307"/>
              <a:gd name="connsiteX3" fmla="*/ 716505 w 716505"/>
              <a:gd name="connsiteY3" fmla="*/ 119420 h 764307"/>
              <a:gd name="connsiteX4" fmla="*/ 716505 w 716505"/>
              <a:gd name="connsiteY4" fmla="*/ 644887 h 764307"/>
              <a:gd name="connsiteX5" fmla="*/ 597085 w 716505"/>
              <a:gd name="connsiteY5" fmla="*/ 764307 h 764307"/>
              <a:gd name="connsiteX6" fmla="*/ 119420 w 716505"/>
              <a:gd name="connsiteY6" fmla="*/ 764307 h 764307"/>
              <a:gd name="connsiteX7" fmla="*/ 0 w 716505"/>
              <a:gd name="connsiteY7" fmla="*/ 644887 h 764307"/>
              <a:gd name="connsiteX8" fmla="*/ 0 w 716505"/>
              <a:gd name="connsiteY8" fmla="*/ 119420 h 764307"/>
              <a:gd name="connsiteX0" fmla="*/ 0 w 716505"/>
              <a:gd name="connsiteY0" fmla="*/ 119420 h 764307"/>
              <a:gd name="connsiteX1" fmla="*/ 119420 w 716505"/>
              <a:gd name="connsiteY1" fmla="*/ 0 h 764307"/>
              <a:gd name="connsiteX2" fmla="*/ 597085 w 716505"/>
              <a:gd name="connsiteY2" fmla="*/ 0 h 764307"/>
              <a:gd name="connsiteX3" fmla="*/ 716505 w 716505"/>
              <a:gd name="connsiteY3" fmla="*/ 119420 h 764307"/>
              <a:gd name="connsiteX4" fmla="*/ 716505 w 716505"/>
              <a:gd name="connsiteY4" fmla="*/ 644887 h 764307"/>
              <a:gd name="connsiteX5" fmla="*/ 597085 w 716505"/>
              <a:gd name="connsiteY5" fmla="*/ 764307 h 764307"/>
              <a:gd name="connsiteX6" fmla="*/ 119420 w 716505"/>
              <a:gd name="connsiteY6" fmla="*/ 764307 h 764307"/>
              <a:gd name="connsiteX7" fmla="*/ 0 w 716505"/>
              <a:gd name="connsiteY7" fmla="*/ 119420 h 764307"/>
              <a:gd name="connsiteX0" fmla="*/ 0 w 716505"/>
              <a:gd name="connsiteY0" fmla="*/ 119420 h 764307"/>
              <a:gd name="connsiteX1" fmla="*/ 119420 w 716505"/>
              <a:gd name="connsiteY1" fmla="*/ 0 h 764307"/>
              <a:gd name="connsiteX2" fmla="*/ 597085 w 716505"/>
              <a:gd name="connsiteY2" fmla="*/ 0 h 764307"/>
              <a:gd name="connsiteX3" fmla="*/ 716505 w 716505"/>
              <a:gd name="connsiteY3" fmla="*/ 119420 h 764307"/>
              <a:gd name="connsiteX4" fmla="*/ 716505 w 716505"/>
              <a:gd name="connsiteY4" fmla="*/ 644887 h 764307"/>
              <a:gd name="connsiteX5" fmla="*/ 597085 w 716505"/>
              <a:gd name="connsiteY5" fmla="*/ 764307 h 764307"/>
              <a:gd name="connsiteX6" fmla="*/ 0 w 716505"/>
              <a:gd name="connsiteY6" fmla="*/ 119420 h 764307"/>
              <a:gd name="connsiteX0" fmla="*/ 0 w 708147"/>
              <a:gd name="connsiteY0" fmla="*/ 111935 h 764307"/>
              <a:gd name="connsiteX1" fmla="*/ 111062 w 708147"/>
              <a:gd name="connsiteY1" fmla="*/ 0 h 764307"/>
              <a:gd name="connsiteX2" fmla="*/ 588727 w 708147"/>
              <a:gd name="connsiteY2" fmla="*/ 0 h 764307"/>
              <a:gd name="connsiteX3" fmla="*/ 708147 w 708147"/>
              <a:gd name="connsiteY3" fmla="*/ 119420 h 764307"/>
              <a:gd name="connsiteX4" fmla="*/ 708147 w 708147"/>
              <a:gd name="connsiteY4" fmla="*/ 644887 h 764307"/>
              <a:gd name="connsiteX5" fmla="*/ 588727 w 708147"/>
              <a:gd name="connsiteY5" fmla="*/ 764307 h 764307"/>
              <a:gd name="connsiteX6" fmla="*/ 0 w 708147"/>
              <a:gd name="connsiteY6" fmla="*/ 111935 h 764307"/>
              <a:gd name="connsiteX0" fmla="*/ 0 w 708147"/>
              <a:gd name="connsiteY0" fmla="*/ 111935 h 764307"/>
              <a:gd name="connsiteX1" fmla="*/ 111062 w 708147"/>
              <a:gd name="connsiteY1" fmla="*/ 0 h 764307"/>
              <a:gd name="connsiteX2" fmla="*/ 588727 w 708147"/>
              <a:gd name="connsiteY2" fmla="*/ 0 h 764307"/>
              <a:gd name="connsiteX3" fmla="*/ 708147 w 708147"/>
              <a:gd name="connsiteY3" fmla="*/ 119420 h 764307"/>
              <a:gd name="connsiteX4" fmla="*/ 708147 w 708147"/>
              <a:gd name="connsiteY4" fmla="*/ 644887 h 764307"/>
              <a:gd name="connsiteX5" fmla="*/ 588727 w 708147"/>
              <a:gd name="connsiteY5" fmla="*/ 764307 h 764307"/>
              <a:gd name="connsiteX6" fmla="*/ 0 w 708147"/>
              <a:gd name="connsiteY6" fmla="*/ 111935 h 764307"/>
              <a:gd name="connsiteX0" fmla="*/ 0 w 708147"/>
              <a:gd name="connsiteY0" fmla="*/ 111935 h 764307"/>
              <a:gd name="connsiteX1" fmla="*/ 111062 w 708147"/>
              <a:gd name="connsiteY1" fmla="*/ 0 h 764307"/>
              <a:gd name="connsiteX2" fmla="*/ 588727 w 708147"/>
              <a:gd name="connsiteY2" fmla="*/ 0 h 764307"/>
              <a:gd name="connsiteX3" fmla="*/ 708147 w 708147"/>
              <a:gd name="connsiteY3" fmla="*/ 119420 h 764307"/>
              <a:gd name="connsiteX4" fmla="*/ 708147 w 708147"/>
              <a:gd name="connsiteY4" fmla="*/ 644887 h 764307"/>
              <a:gd name="connsiteX5" fmla="*/ 588727 w 708147"/>
              <a:gd name="connsiteY5" fmla="*/ 764307 h 764307"/>
              <a:gd name="connsiteX6" fmla="*/ 0 w 708147"/>
              <a:gd name="connsiteY6" fmla="*/ 111935 h 764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08147" h="764307">
                <a:moveTo>
                  <a:pt x="0" y="111935"/>
                </a:moveTo>
                <a:cubicBezTo>
                  <a:pt x="0" y="45981"/>
                  <a:pt x="45108" y="0"/>
                  <a:pt x="111062" y="0"/>
                </a:cubicBezTo>
                <a:lnTo>
                  <a:pt x="588727" y="0"/>
                </a:lnTo>
                <a:cubicBezTo>
                  <a:pt x="654681" y="0"/>
                  <a:pt x="708147" y="53466"/>
                  <a:pt x="708147" y="119420"/>
                </a:cubicBezTo>
                <a:lnTo>
                  <a:pt x="708147" y="644887"/>
                </a:lnTo>
                <a:cubicBezTo>
                  <a:pt x="708147" y="710841"/>
                  <a:pt x="654681" y="764307"/>
                  <a:pt x="588727" y="764307"/>
                </a:cubicBezTo>
                <a:cubicBezTo>
                  <a:pt x="386871" y="540582"/>
                  <a:pt x="478818" y="644888"/>
                  <a:pt x="0" y="111935"/>
                </a:cubicBezTo>
                <a:close/>
              </a:path>
            </a:pathLst>
          </a:custGeom>
          <a:solidFill>
            <a:srgbClr val="5DCEAF">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7" name="矩形: 圆角 8">
            <a:extLst>
              <a:ext uri="{FF2B5EF4-FFF2-40B4-BE49-F238E27FC236}">
                <a16:creationId xmlns:a16="http://schemas.microsoft.com/office/drawing/2014/main" id="{30599E27-995B-41EB-BC35-639FE43C3AD6}"/>
              </a:ext>
            </a:extLst>
          </p:cNvPr>
          <p:cNvSpPr>
            <a:spLocks/>
          </p:cNvSpPr>
          <p:nvPr userDrawn="1"/>
        </p:nvSpPr>
        <p:spPr>
          <a:xfrm rot="2711003">
            <a:off x="-173387" y="-31420"/>
            <a:ext cx="469451" cy="590074"/>
          </a:xfrm>
          <a:custGeom>
            <a:avLst/>
            <a:gdLst>
              <a:gd name="connsiteX0" fmla="*/ 0 w 597488"/>
              <a:gd name="connsiteY0" fmla="*/ 99583 h 597488"/>
              <a:gd name="connsiteX1" fmla="*/ 99583 w 597488"/>
              <a:gd name="connsiteY1" fmla="*/ 0 h 597488"/>
              <a:gd name="connsiteX2" fmla="*/ 497905 w 597488"/>
              <a:gd name="connsiteY2" fmla="*/ 0 h 597488"/>
              <a:gd name="connsiteX3" fmla="*/ 597488 w 597488"/>
              <a:gd name="connsiteY3" fmla="*/ 99583 h 597488"/>
              <a:gd name="connsiteX4" fmla="*/ 597488 w 597488"/>
              <a:gd name="connsiteY4" fmla="*/ 497905 h 597488"/>
              <a:gd name="connsiteX5" fmla="*/ 497905 w 597488"/>
              <a:gd name="connsiteY5" fmla="*/ 597488 h 597488"/>
              <a:gd name="connsiteX6" fmla="*/ 99583 w 597488"/>
              <a:gd name="connsiteY6" fmla="*/ 597488 h 597488"/>
              <a:gd name="connsiteX7" fmla="*/ 0 w 597488"/>
              <a:gd name="connsiteY7" fmla="*/ 497905 h 597488"/>
              <a:gd name="connsiteX8" fmla="*/ 0 w 597488"/>
              <a:gd name="connsiteY8" fmla="*/ 99583 h 597488"/>
              <a:gd name="connsiteX0" fmla="*/ 0 w 597488"/>
              <a:gd name="connsiteY0" fmla="*/ 99583 h 597488"/>
              <a:gd name="connsiteX1" fmla="*/ 99583 w 597488"/>
              <a:gd name="connsiteY1" fmla="*/ 0 h 597488"/>
              <a:gd name="connsiteX2" fmla="*/ 497905 w 597488"/>
              <a:gd name="connsiteY2" fmla="*/ 0 h 597488"/>
              <a:gd name="connsiteX3" fmla="*/ 597488 w 597488"/>
              <a:gd name="connsiteY3" fmla="*/ 99583 h 597488"/>
              <a:gd name="connsiteX4" fmla="*/ 597488 w 597488"/>
              <a:gd name="connsiteY4" fmla="*/ 497905 h 597488"/>
              <a:gd name="connsiteX5" fmla="*/ 563225 w 597488"/>
              <a:gd name="connsiteY5" fmla="*/ 577132 h 597488"/>
              <a:gd name="connsiteX6" fmla="*/ 497905 w 597488"/>
              <a:gd name="connsiteY6" fmla="*/ 597488 h 597488"/>
              <a:gd name="connsiteX7" fmla="*/ 99583 w 597488"/>
              <a:gd name="connsiteY7" fmla="*/ 597488 h 597488"/>
              <a:gd name="connsiteX8" fmla="*/ 0 w 597488"/>
              <a:gd name="connsiteY8" fmla="*/ 497905 h 597488"/>
              <a:gd name="connsiteX9" fmla="*/ 0 w 597488"/>
              <a:gd name="connsiteY9" fmla="*/ 99583 h 597488"/>
              <a:gd name="connsiteX0" fmla="*/ 0 w 597488"/>
              <a:gd name="connsiteY0" fmla="*/ 99583 h 597488"/>
              <a:gd name="connsiteX1" fmla="*/ 99583 w 597488"/>
              <a:gd name="connsiteY1" fmla="*/ 0 h 597488"/>
              <a:gd name="connsiteX2" fmla="*/ 266879 w 597488"/>
              <a:gd name="connsiteY2" fmla="*/ 1152 h 597488"/>
              <a:gd name="connsiteX3" fmla="*/ 497905 w 597488"/>
              <a:gd name="connsiteY3" fmla="*/ 0 h 597488"/>
              <a:gd name="connsiteX4" fmla="*/ 597488 w 597488"/>
              <a:gd name="connsiteY4" fmla="*/ 99583 h 597488"/>
              <a:gd name="connsiteX5" fmla="*/ 597488 w 597488"/>
              <a:gd name="connsiteY5" fmla="*/ 497905 h 597488"/>
              <a:gd name="connsiteX6" fmla="*/ 563225 w 597488"/>
              <a:gd name="connsiteY6" fmla="*/ 577132 h 597488"/>
              <a:gd name="connsiteX7" fmla="*/ 497905 w 597488"/>
              <a:gd name="connsiteY7" fmla="*/ 597488 h 597488"/>
              <a:gd name="connsiteX8" fmla="*/ 99583 w 597488"/>
              <a:gd name="connsiteY8" fmla="*/ 597488 h 597488"/>
              <a:gd name="connsiteX9" fmla="*/ 0 w 597488"/>
              <a:gd name="connsiteY9" fmla="*/ 497905 h 597488"/>
              <a:gd name="connsiteX10" fmla="*/ 0 w 597488"/>
              <a:gd name="connsiteY10" fmla="*/ 99583 h 597488"/>
              <a:gd name="connsiteX0" fmla="*/ 0 w 597488"/>
              <a:gd name="connsiteY0" fmla="*/ 99583 h 597488"/>
              <a:gd name="connsiteX1" fmla="*/ 99583 w 597488"/>
              <a:gd name="connsiteY1" fmla="*/ 0 h 597488"/>
              <a:gd name="connsiteX2" fmla="*/ 266879 w 597488"/>
              <a:gd name="connsiteY2" fmla="*/ 1152 h 597488"/>
              <a:gd name="connsiteX3" fmla="*/ 497905 w 597488"/>
              <a:gd name="connsiteY3" fmla="*/ 0 h 597488"/>
              <a:gd name="connsiteX4" fmla="*/ 597488 w 597488"/>
              <a:gd name="connsiteY4" fmla="*/ 99583 h 597488"/>
              <a:gd name="connsiteX5" fmla="*/ 597488 w 597488"/>
              <a:gd name="connsiteY5" fmla="*/ 497905 h 597488"/>
              <a:gd name="connsiteX6" fmla="*/ 563225 w 597488"/>
              <a:gd name="connsiteY6" fmla="*/ 577132 h 597488"/>
              <a:gd name="connsiteX7" fmla="*/ 497905 w 597488"/>
              <a:gd name="connsiteY7" fmla="*/ 597488 h 597488"/>
              <a:gd name="connsiteX8" fmla="*/ 99583 w 597488"/>
              <a:gd name="connsiteY8" fmla="*/ 597488 h 597488"/>
              <a:gd name="connsiteX9" fmla="*/ 0 w 597488"/>
              <a:gd name="connsiteY9" fmla="*/ 497905 h 597488"/>
              <a:gd name="connsiteX10" fmla="*/ 2747 w 597488"/>
              <a:gd name="connsiteY10" fmla="*/ 303216 h 597488"/>
              <a:gd name="connsiteX11" fmla="*/ 0 w 597488"/>
              <a:gd name="connsiteY11" fmla="*/ 99583 h 597488"/>
              <a:gd name="connsiteX0" fmla="*/ 2747 w 597488"/>
              <a:gd name="connsiteY0" fmla="*/ 303216 h 597488"/>
              <a:gd name="connsiteX1" fmla="*/ 99583 w 597488"/>
              <a:gd name="connsiteY1" fmla="*/ 0 h 597488"/>
              <a:gd name="connsiteX2" fmla="*/ 266879 w 597488"/>
              <a:gd name="connsiteY2" fmla="*/ 1152 h 597488"/>
              <a:gd name="connsiteX3" fmla="*/ 497905 w 597488"/>
              <a:gd name="connsiteY3" fmla="*/ 0 h 597488"/>
              <a:gd name="connsiteX4" fmla="*/ 597488 w 597488"/>
              <a:gd name="connsiteY4" fmla="*/ 99583 h 597488"/>
              <a:gd name="connsiteX5" fmla="*/ 597488 w 597488"/>
              <a:gd name="connsiteY5" fmla="*/ 497905 h 597488"/>
              <a:gd name="connsiteX6" fmla="*/ 563225 w 597488"/>
              <a:gd name="connsiteY6" fmla="*/ 577132 h 597488"/>
              <a:gd name="connsiteX7" fmla="*/ 497905 w 597488"/>
              <a:gd name="connsiteY7" fmla="*/ 597488 h 597488"/>
              <a:gd name="connsiteX8" fmla="*/ 99583 w 597488"/>
              <a:gd name="connsiteY8" fmla="*/ 597488 h 597488"/>
              <a:gd name="connsiteX9" fmla="*/ 0 w 597488"/>
              <a:gd name="connsiteY9" fmla="*/ 497905 h 597488"/>
              <a:gd name="connsiteX10" fmla="*/ 2747 w 597488"/>
              <a:gd name="connsiteY10" fmla="*/ 303216 h 597488"/>
              <a:gd name="connsiteX0" fmla="*/ 2747 w 597488"/>
              <a:gd name="connsiteY0" fmla="*/ 303216 h 597488"/>
              <a:gd name="connsiteX1" fmla="*/ 266879 w 597488"/>
              <a:gd name="connsiteY1" fmla="*/ 1152 h 597488"/>
              <a:gd name="connsiteX2" fmla="*/ 497905 w 597488"/>
              <a:gd name="connsiteY2" fmla="*/ 0 h 597488"/>
              <a:gd name="connsiteX3" fmla="*/ 597488 w 597488"/>
              <a:gd name="connsiteY3" fmla="*/ 99583 h 597488"/>
              <a:gd name="connsiteX4" fmla="*/ 597488 w 597488"/>
              <a:gd name="connsiteY4" fmla="*/ 497905 h 597488"/>
              <a:gd name="connsiteX5" fmla="*/ 563225 w 597488"/>
              <a:gd name="connsiteY5" fmla="*/ 577132 h 597488"/>
              <a:gd name="connsiteX6" fmla="*/ 497905 w 597488"/>
              <a:gd name="connsiteY6" fmla="*/ 597488 h 597488"/>
              <a:gd name="connsiteX7" fmla="*/ 99583 w 597488"/>
              <a:gd name="connsiteY7" fmla="*/ 597488 h 597488"/>
              <a:gd name="connsiteX8" fmla="*/ 0 w 597488"/>
              <a:gd name="connsiteY8" fmla="*/ 497905 h 597488"/>
              <a:gd name="connsiteX9" fmla="*/ 2747 w 597488"/>
              <a:gd name="connsiteY9" fmla="*/ 303216 h 597488"/>
              <a:gd name="connsiteX0" fmla="*/ 2747 w 597488"/>
              <a:gd name="connsiteY0" fmla="*/ 303216 h 597488"/>
              <a:gd name="connsiteX1" fmla="*/ 266879 w 597488"/>
              <a:gd name="connsiteY1" fmla="*/ 1152 h 597488"/>
              <a:gd name="connsiteX2" fmla="*/ 497905 w 597488"/>
              <a:gd name="connsiteY2" fmla="*/ 0 h 597488"/>
              <a:gd name="connsiteX3" fmla="*/ 597488 w 597488"/>
              <a:gd name="connsiteY3" fmla="*/ 99583 h 597488"/>
              <a:gd name="connsiteX4" fmla="*/ 597488 w 597488"/>
              <a:gd name="connsiteY4" fmla="*/ 497905 h 597488"/>
              <a:gd name="connsiteX5" fmla="*/ 563225 w 597488"/>
              <a:gd name="connsiteY5" fmla="*/ 577132 h 597488"/>
              <a:gd name="connsiteX6" fmla="*/ 497905 w 597488"/>
              <a:gd name="connsiteY6" fmla="*/ 597488 h 597488"/>
              <a:gd name="connsiteX7" fmla="*/ 99583 w 597488"/>
              <a:gd name="connsiteY7" fmla="*/ 597488 h 597488"/>
              <a:gd name="connsiteX8" fmla="*/ 0 w 597488"/>
              <a:gd name="connsiteY8" fmla="*/ 497905 h 597488"/>
              <a:gd name="connsiteX9" fmla="*/ 2747 w 597488"/>
              <a:gd name="connsiteY9" fmla="*/ 303216 h 597488"/>
              <a:gd name="connsiteX0" fmla="*/ 2747 w 597488"/>
              <a:gd name="connsiteY0" fmla="*/ 303216 h 597488"/>
              <a:gd name="connsiteX1" fmla="*/ 266879 w 597488"/>
              <a:gd name="connsiteY1" fmla="*/ 1152 h 597488"/>
              <a:gd name="connsiteX2" fmla="*/ 497905 w 597488"/>
              <a:gd name="connsiteY2" fmla="*/ 0 h 597488"/>
              <a:gd name="connsiteX3" fmla="*/ 597488 w 597488"/>
              <a:gd name="connsiteY3" fmla="*/ 99583 h 597488"/>
              <a:gd name="connsiteX4" fmla="*/ 597488 w 597488"/>
              <a:gd name="connsiteY4" fmla="*/ 497905 h 597488"/>
              <a:gd name="connsiteX5" fmla="*/ 563225 w 597488"/>
              <a:gd name="connsiteY5" fmla="*/ 577132 h 597488"/>
              <a:gd name="connsiteX6" fmla="*/ 497905 w 597488"/>
              <a:gd name="connsiteY6" fmla="*/ 597488 h 597488"/>
              <a:gd name="connsiteX7" fmla="*/ 99583 w 597488"/>
              <a:gd name="connsiteY7" fmla="*/ 597488 h 597488"/>
              <a:gd name="connsiteX8" fmla="*/ 0 w 597488"/>
              <a:gd name="connsiteY8" fmla="*/ 497905 h 597488"/>
              <a:gd name="connsiteX9" fmla="*/ 2747 w 597488"/>
              <a:gd name="connsiteY9" fmla="*/ 303216 h 597488"/>
              <a:gd name="connsiteX0" fmla="*/ 2747 w 597488"/>
              <a:gd name="connsiteY0" fmla="*/ 303216 h 597488"/>
              <a:gd name="connsiteX1" fmla="*/ 108791 w 597488"/>
              <a:gd name="connsiteY1" fmla="*/ 172053 h 597488"/>
              <a:gd name="connsiteX2" fmla="*/ 266879 w 597488"/>
              <a:gd name="connsiteY2" fmla="*/ 1152 h 597488"/>
              <a:gd name="connsiteX3" fmla="*/ 497905 w 597488"/>
              <a:gd name="connsiteY3" fmla="*/ 0 h 597488"/>
              <a:gd name="connsiteX4" fmla="*/ 597488 w 597488"/>
              <a:gd name="connsiteY4" fmla="*/ 99583 h 597488"/>
              <a:gd name="connsiteX5" fmla="*/ 597488 w 597488"/>
              <a:gd name="connsiteY5" fmla="*/ 497905 h 597488"/>
              <a:gd name="connsiteX6" fmla="*/ 563225 w 597488"/>
              <a:gd name="connsiteY6" fmla="*/ 577132 h 597488"/>
              <a:gd name="connsiteX7" fmla="*/ 497905 w 597488"/>
              <a:gd name="connsiteY7" fmla="*/ 597488 h 597488"/>
              <a:gd name="connsiteX8" fmla="*/ 99583 w 597488"/>
              <a:gd name="connsiteY8" fmla="*/ 597488 h 597488"/>
              <a:gd name="connsiteX9" fmla="*/ 0 w 597488"/>
              <a:gd name="connsiteY9" fmla="*/ 497905 h 597488"/>
              <a:gd name="connsiteX10" fmla="*/ 2747 w 597488"/>
              <a:gd name="connsiteY10" fmla="*/ 303216 h 597488"/>
              <a:gd name="connsiteX0" fmla="*/ 0 w 597488"/>
              <a:gd name="connsiteY0" fmla="*/ 497905 h 597488"/>
              <a:gd name="connsiteX1" fmla="*/ 108791 w 597488"/>
              <a:gd name="connsiteY1" fmla="*/ 172053 h 597488"/>
              <a:gd name="connsiteX2" fmla="*/ 266879 w 597488"/>
              <a:gd name="connsiteY2" fmla="*/ 1152 h 597488"/>
              <a:gd name="connsiteX3" fmla="*/ 497905 w 597488"/>
              <a:gd name="connsiteY3" fmla="*/ 0 h 597488"/>
              <a:gd name="connsiteX4" fmla="*/ 597488 w 597488"/>
              <a:gd name="connsiteY4" fmla="*/ 99583 h 597488"/>
              <a:gd name="connsiteX5" fmla="*/ 597488 w 597488"/>
              <a:gd name="connsiteY5" fmla="*/ 497905 h 597488"/>
              <a:gd name="connsiteX6" fmla="*/ 563225 w 597488"/>
              <a:gd name="connsiteY6" fmla="*/ 577132 h 597488"/>
              <a:gd name="connsiteX7" fmla="*/ 497905 w 597488"/>
              <a:gd name="connsiteY7" fmla="*/ 597488 h 597488"/>
              <a:gd name="connsiteX8" fmla="*/ 99583 w 597488"/>
              <a:gd name="connsiteY8" fmla="*/ 597488 h 597488"/>
              <a:gd name="connsiteX9" fmla="*/ 0 w 597488"/>
              <a:gd name="connsiteY9" fmla="*/ 497905 h 597488"/>
              <a:gd name="connsiteX0" fmla="*/ 32939 w 530844"/>
              <a:gd name="connsiteY0" fmla="*/ 597488 h 597488"/>
              <a:gd name="connsiteX1" fmla="*/ 42147 w 530844"/>
              <a:gd name="connsiteY1" fmla="*/ 172053 h 597488"/>
              <a:gd name="connsiteX2" fmla="*/ 200235 w 530844"/>
              <a:gd name="connsiteY2" fmla="*/ 1152 h 597488"/>
              <a:gd name="connsiteX3" fmla="*/ 431261 w 530844"/>
              <a:gd name="connsiteY3" fmla="*/ 0 h 597488"/>
              <a:gd name="connsiteX4" fmla="*/ 530844 w 530844"/>
              <a:gd name="connsiteY4" fmla="*/ 99583 h 597488"/>
              <a:gd name="connsiteX5" fmla="*/ 530844 w 530844"/>
              <a:gd name="connsiteY5" fmla="*/ 497905 h 597488"/>
              <a:gd name="connsiteX6" fmla="*/ 496581 w 530844"/>
              <a:gd name="connsiteY6" fmla="*/ 577132 h 597488"/>
              <a:gd name="connsiteX7" fmla="*/ 431261 w 530844"/>
              <a:gd name="connsiteY7" fmla="*/ 597488 h 597488"/>
              <a:gd name="connsiteX8" fmla="*/ 32939 w 530844"/>
              <a:gd name="connsiteY8" fmla="*/ 597488 h 597488"/>
              <a:gd name="connsiteX0" fmla="*/ 389114 w 488697"/>
              <a:gd name="connsiteY0" fmla="*/ 597488 h 597488"/>
              <a:gd name="connsiteX1" fmla="*/ 0 w 488697"/>
              <a:gd name="connsiteY1" fmla="*/ 172053 h 597488"/>
              <a:gd name="connsiteX2" fmla="*/ 158088 w 488697"/>
              <a:gd name="connsiteY2" fmla="*/ 1152 h 597488"/>
              <a:gd name="connsiteX3" fmla="*/ 389114 w 488697"/>
              <a:gd name="connsiteY3" fmla="*/ 0 h 597488"/>
              <a:gd name="connsiteX4" fmla="*/ 488697 w 488697"/>
              <a:gd name="connsiteY4" fmla="*/ 99583 h 597488"/>
              <a:gd name="connsiteX5" fmla="*/ 488697 w 488697"/>
              <a:gd name="connsiteY5" fmla="*/ 497905 h 597488"/>
              <a:gd name="connsiteX6" fmla="*/ 454434 w 488697"/>
              <a:gd name="connsiteY6" fmla="*/ 577132 h 597488"/>
              <a:gd name="connsiteX7" fmla="*/ 389114 w 488697"/>
              <a:gd name="connsiteY7" fmla="*/ 597488 h 597488"/>
              <a:gd name="connsiteX0" fmla="*/ 454434 w 500360"/>
              <a:gd name="connsiteY0" fmla="*/ 577132 h 599103"/>
              <a:gd name="connsiteX1" fmla="*/ 0 w 500360"/>
              <a:gd name="connsiteY1" fmla="*/ 172053 h 599103"/>
              <a:gd name="connsiteX2" fmla="*/ 158088 w 500360"/>
              <a:gd name="connsiteY2" fmla="*/ 1152 h 599103"/>
              <a:gd name="connsiteX3" fmla="*/ 389114 w 500360"/>
              <a:gd name="connsiteY3" fmla="*/ 0 h 599103"/>
              <a:gd name="connsiteX4" fmla="*/ 488697 w 500360"/>
              <a:gd name="connsiteY4" fmla="*/ 99583 h 599103"/>
              <a:gd name="connsiteX5" fmla="*/ 488697 w 500360"/>
              <a:gd name="connsiteY5" fmla="*/ 497905 h 599103"/>
              <a:gd name="connsiteX6" fmla="*/ 454434 w 500360"/>
              <a:gd name="connsiteY6" fmla="*/ 577132 h 599103"/>
              <a:gd name="connsiteX0" fmla="*/ 454434 w 500360"/>
              <a:gd name="connsiteY0" fmla="*/ 577132 h 599103"/>
              <a:gd name="connsiteX1" fmla="*/ 0 w 500360"/>
              <a:gd name="connsiteY1" fmla="*/ 172053 h 599103"/>
              <a:gd name="connsiteX2" fmla="*/ 158088 w 500360"/>
              <a:gd name="connsiteY2" fmla="*/ 1152 h 599103"/>
              <a:gd name="connsiteX3" fmla="*/ 389114 w 500360"/>
              <a:gd name="connsiteY3" fmla="*/ 0 h 599103"/>
              <a:gd name="connsiteX4" fmla="*/ 488697 w 500360"/>
              <a:gd name="connsiteY4" fmla="*/ 99583 h 599103"/>
              <a:gd name="connsiteX5" fmla="*/ 488697 w 500360"/>
              <a:gd name="connsiteY5" fmla="*/ 497905 h 599103"/>
              <a:gd name="connsiteX6" fmla="*/ 454434 w 500360"/>
              <a:gd name="connsiteY6" fmla="*/ 577132 h 599103"/>
              <a:gd name="connsiteX0" fmla="*/ 454434 w 500360"/>
              <a:gd name="connsiteY0" fmla="*/ 577132 h 599103"/>
              <a:gd name="connsiteX1" fmla="*/ 0 w 500360"/>
              <a:gd name="connsiteY1" fmla="*/ 172053 h 599103"/>
              <a:gd name="connsiteX2" fmla="*/ 158088 w 500360"/>
              <a:gd name="connsiteY2" fmla="*/ 1152 h 599103"/>
              <a:gd name="connsiteX3" fmla="*/ 389114 w 500360"/>
              <a:gd name="connsiteY3" fmla="*/ 0 h 599103"/>
              <a:gd name="connsiteX4" fmla="*/ 488697 w 500360"/>
              <a:gd name="connsiteY4" fmla="*/ 99583 h 599103"/>
              <a:gd name="connsiteX5" fmla="*/ 488697 w 500360"/>
              <a:gd name="connsiteY5" fmla="*/ 497905 h 599103"/>
              <a:gd name="connsiteX6" fmla="*/ 454434 w 500360"/>
              <a:gd name="connsiteY6" fmla="*/ 577132 h 599103"/>
              <a:gd name="connsiteX0" fmla="*/ 454434 w 500360"/>
              <a:gd name="connsiteY0" fmla="*/ 577132 h 599103"/>
              <a:gd name="connsiteX1" fmla="*/ 0 w 500360"/>
              <a:gd name="connsiteY1" fmla="*/ 172053 h 599103"/>
              <a:gd name="connsiteX2" fmla="*/ 158088 w 500360"/>
              <a:gd name="connsiteY2" fmla="*/ 1152 h 599103"/>
              <a:gd name="connsiteX3" fmla="*/ 389114 w 500360"/>
              <a:gd name="connsiteY3" fmla="*/ 0 h 599103"/>
              <a:gd name="connsiteX4" fmla="*/ 488697 w 500360"/>
              <a:gd name="connsiteY4" fmla="*/ 99583 h 599103"/>
              <a:gd name="connsiteX5" fmla="*/ 488697 w 500360"/>
              <a:gd name="connsiteY5" fmla="*/ 497905 h 599103"/>
              <a:gd name="connsiteX6" fmla="*/ 454434 w 500360"/>
              <a:gd name="connsiteY6" fmla="*/ 577132 h 599103"/>
              <a:gd name="connsiteX0" fmla="*/ 454434 w 500360"/>
              <a:gd name="connsiteY0" fmla="*/ 577132 h 599103"/>
              <a:gd name="connsiteX1" fmla="*/ 0 w 500360"/>
              <a:gd name="connsiteY1" fmla="*/ 172053 h 599103"/>
              <a:gd name="connsiteX2" fmla="*/ 158088 w 500360"/>
              <a:gd name="connsiteY2" fmla="*/ 1152 h 599103"/>
              <a:gd name="connsiteX3" fmla="*/ 389114 w 500360"/>
              <a:gd name="connsiteY3" fmla="*/ 0 h 599103"/>
              <a:gd name="connsiteX4" fmla="*/ 488697 w 500360"/>
              <a:gd name="connsiteY4" fmla="*/ 99583 h 599103"/>
              <a:gd name="connsiteX5" fmla="*/ 488697 w 500360"/>
              <a:gd name="connsiteY5" fmla="*/ 497905 h 599103"/>
              <a:gd name="connsiteX6" fmla="*/ 454434 w 500360"/>
              <a:gd name="connsiteY6" fmla="*/ 577132 h 599103"/>
              <a:gd name="connsiteX0" fmla="*/ 454434 w 488697"/>
              <a:gd name="connsiteY0" fmla="*/ 577132 h 579017"/>
              <a:gd name="connsiteX1" fmla="*/ 0 w 488697"/>
              <a:gd name="connsiteY1" fmla="*/ 172053 h 579017"/>
              <a:gd name="connsiteX2" fmla="*/ 158088 w 488697"/>
              <a:gd name="connsiteY2" fmla="*/ 1152 h 579017"/>
              <a:gd name="connsiteX3" fmla="*/ 389114 w 488697"/>
              <a:gd name="connsiteY3" fmla="*/ 0 h 579017"/>
              <a:gd name="connsiteX4" fmla="*/ 488697 w 488697"/>
              <a:gd name="connsiteY4" fmla="*/ 99583 h 579017"/>
              <a:gd name="connsiteX5" fmla="*/ 488697 w 488697"/>
              <a:gd name="connsiteY5" fmla="*/ 497905 h 579017"/>
              <a:gd name="connsiteX6" fmla="*/ 454434 w 488697"/>
              <a:gd name="connsiteY6" fmla="*/ 577132 h 579017"/>
              <a:gd name="connsiteX0" fmla="*/ 454434 w 488697"/>
              <a:gd name="connsiteY0" fmla="*/ 577132 h 579017"/>
              <a:gd name="connsiteX1" fmla="*/ 0 w 488697"/>
              <a:gd name="connsiteY1" fmla="*/ 172053 h 579017"/>
              <a:gd name="connsiteX2" fmla="*/ 158088 w 488697"/>
              <a:gd name="connsiteY2" fmla="*/ 1152 h 579017"/>
              <a:gd name="connsiteX3" fmla="*/ 389114 w 488697"/>
              <a:gd name="connsiteY3" fmla="*/ 0 h 579017"/>
              <a:gd name="connsiteX4" fmla="*/ 488697 w 488697"/>
              <a:gd name="connsiteY4" fmla="*/ 99583 h 579017"/>
              <a:gd name="connsiteX5" fmla="*/ 488697 w 488697"/>
              <a:gd name="connsiteY5" fmla="*/ 497905 h 579017"/>
              <a:gd name="connsiteX6" fmla="*/ 454434 w 488697"/>
              <a:gd name="connsiteY6" fmla="*/ 577132 h 579017"/>
              <a:gd name="connsiteX0" fmla="*/ 454434 w 488697"/>
              <a:gd name="connsiteY0" fmla="*/ 577132 h 579017"/>
              <a:gd name="connsiteX1" fmla="*/ 0 w 488697"/>
              <a:gd name="connsiteY1" fmla="*/ 172053 h 579017"/>
              <a:gd name="connsiteX2" fmla="*/ 158088 w 488697"/>
              <a:gd name="connsiteY2" fmla="*/ 1152 h 579017"/>
              <a:gd name="connsiteX3" fmla="*/ 389114 w 488697"/>
              <a:gd name="connsiteY3" fmla="*/ 0 h 579017"/>
              <a:gd name="connsiteX4" fmla="*/ 488697 w 488697"/>
              <a:gd name="connsiteY4" fmla="*/ 99583 h 579017"/>
              <a:gd name="connsiteX5" fmla="*/ 488697 w 488697"/>
              <a:gd name="connsiteY5" fmla="*/ 497905 h 579017"/>
              <a:gd name="connsiteX6" fmla="*/ 454434 w 488697"/>
              <a:gd name="connsiteY6" fmla="*/ 577132 h 579017"/>
              <a:gd name="connsiteX0" fmla="*/ 437370 w 471633"/>
              <a:gd name="connsiteY0" fmla="*/ 577132 h 579017"/>
              <a:gd name="connsiteX1" fmla="*/ 0 w 471633"/>
              <a:gd name="connsiteY1" fmla="*/ 165531 h 579017"/>
              <a:gd name="connsiteX2" fmla="*/ 141024 w 471633"/>
              <a:gd name="connsiteY2" fmla="*/ 1152 h 579017"/>
              <a:gd name="connsiteX3" fmla="*/ 372050 w 471633"/>
              <a:gd name="connsiteY3" fmla="*/ 0 h 579017"/>
              <a:gd name="connsiteX4" fmla="*/ 471633 w 471633"/>
              <a:gd name="connsiteY4" fmla="*/ 99583 h 579017"/>
              <a:gd name="connsiteX5" fmla="*/ 471633 w 471633"/>
              <a:gd name="connsiteY5" fmla="*/ 497905 h 579017"/>
              <a:gd name="connsiteX6" fmla="*/ 437370 w 471633"/>
              <a:gd name="connsiteY6" fmla="*/ 577132 h 579017"/>
              <a:gd name="connsiteX0" fmla="*/ 437370 w 471633"/>
              <a:gd name="connsiteY0" fmla="*/ 577132 h 579017"/>
              <a:gd name="connsiteX1" fmla="*/ 0 w 471633"/>
              <a:gd name="connsiteY1" fmla="*/ 165531 h 579017"/>
              <a:gd name="connsiteX2" fmla="*/ 141024 w 471633"/>
              <a:gd name="connsiteY2" fmla="*/ 1152 h 579017"/>
              <a:gd name="connsiteX3" fmla="*/ 372050 w 471633"/>
              <a:gd name="connsiteY3" fmla="*/ 0 h 579017"/>
              <a:gd name="connsiteX4" fmla="*/ 471633 w 471633"/>
              <a:gd name="connsiteY4" fmla="*/ 99583 h 579017"/>
              <a:gd name="connsiteX5" fmla="*/ 471633 w 471633"/>
              <a:gd name="connsiteY5" fmla="*/ 497905 h 579017"/>
              <a:gd name="connsiteX6" fmla="*/ 437370 w 471633"/>
              <a:gd name="connsiteY6" fmla="*/ 577132 h 579017"/>
              <a:gd name="connsiteX0" fmla="*/ 437370 w 471633"/>
              <a:gd name="connsiteY0" fmla="*/ 577132 h 579017"/>
              <a:gd name="connsiteX1" fmla="*/ 0 w 471633"/>
              <a:gd name="connsiteY1" fmla="*/ 165531 h 579017"/>
              <a:gd name="connsiteX2" fmla="*/ 141024 w 471633"/>
              <a:gd name="connsiteY2" fmla="*/ 1152 h 579017"/>
              <a:gd name="connsiteX3" fmla="*/ 372050 w 471633"/>
              <a:gd name="connsiteY3" fmla="*/ 0 h 579017"/>
              <a:gd name="connsiteX4" fmla="*/ 471633 w 471633"/>
              <a:gd name="connsiteY4" fmla="*/ 99583 h 579017"/>
              <a:gd name="connsiteX5" fmla="*/ 471633 w 471633"/>
              <a:gd name="connsiteY5" fmla="*/ 497905 h 579017"/>
              <a:gd name="connsiteX6" fmla="*/ 437370 w 471633"/>
              <a:gd name="connsiteY6" fmla="*/ 577132 h 579017"/>
              <a:gd name="connsiteX0" fmla="*/ 437370 w 471633"/>
              <a:gd name="connsiteY0" fmla="*/ 577132 h 579017"/>
              <a:gd name="connsiteX1" fmla="*/ 0 w 471633"/>
              <a:gd name="connsiteY1" fmla="*/ 165531 h 579017"/>
              <a:gd name="connsiteX2" fmla="*/ 141024 w 471633"/>
              <a:gd name="connsiteY2" fmla="*/ 1152 h 579017"/>
              <a:gd name="connsiteX3" fmla="*/ 372050 w 471633"/>
              <a:gd name="connsiteY3" fmla="*/ 0 h 579017"/>
              <a:gd name="connsiteX4" fmla="*/ 471633 w 471633"/>
              <a:gd name="connsiteY4" fmla="*/ 99583 h 579017"/>
              <a:gd name="connsiteX5" fmla="*/ 471633 w 471633"/>
              <a:gd name="connsiteY5" fmla="*/ 497905 h 579017"/>
              <a:gd name="connsiteX6" fmla="*/ 437370 w 471633"/>
              <a:gd name="connsiteY6" fmla="*/ 577132 h 579017"/>
              <a:gd name="connsiteX0" fmla="*/ 445204 w 479467"/>
              <a:gd name="connsiteY0" fmla="*/ 577132 h 579017"/>
              <a:gd name="connsiteX1" fmla="*/ 0 w 479467"/>
              <a:gd name="connsiteY1" fmla="*/ 161940 h 579017"/>
              <a:gd name="connsiteX2" fmla="*/ 148858 w 479467"/>
              <a:gd name="connsiteY2" fmla="*/ 1152 h 579017"/>
              <a:gd name="connsiteX3" fmla="*/ 379884 w 479467"/>
              <a:gd name="connsiteY3" fmla="*/ 0 h 579017"/>
              <a:gd name="connsiteX4" fmla="*/ 479467 w 479467"/>
              <a:gd name="connsiteY4" fmla="*/ 99583 h 579017"/>
              <a:gd name="connsiteX5" fmla="*/ 479467 w 479467"/>
              <a:gd name="connsiteY5" fmla="*/ 497905 h 579017"/>
              <a:gd name="connsiteX6" fmla="*/ 445204 w 479467"/>
              <a:gd name="connsiteY6" fmla="*/ 577132 h 579017"/>
              <a:gd name="connsiteX0" fmla="*/ 445204 w 479467"/>
              <a:gd name="connsiteY0" fmla="*/ 577132 h 579017"/>
              <a:gd name="connsiteX1" fmla="*/ 0 w 479467"/>
              <a:gd name="connsiteY1" fmla="*/ 161940 h 579017"/>
              <a:gd name="connsiteX2" fmla="*/ 148858 w 479467"/>
              <a:gd name="connsiteY2" fmla="*/ 1152 h 579017"/>
              <a:gd name="connsiteX3" fmla="*/ 379884 w 479467"/>
              <a:gd name="connsiteY3" fmla="*/ 0 h 579017"/>
              <a:gd name="connsiteX4" fmla="*/ 479467 w 479467"/>
              <a:gd name="connsiteY4" fmla="*/ 99583 h 579017"/>
              <a:gd name="connsiteX5" fmla="*/ 479467 w 479467"/>
              <a:gd name="connsiteY5" fmla="*/ 497905 h 579017"/>
              <a:gd name="connsiteX6" fmla="*/ 445204 w 479467"/>
              <a:gd name="connsiteY6" fmla="*/ 577132 h 579017"/>
              <a:gd name="connsiteX0" fmla="*/ 445204 w 479467"/>
              <a:gd name="connsiteY0" fmla="*/ 577132 h 579017"/>
              <a:gd name="connsiteX1" fmla="*/ 0 w 479467"/>
              <a:gd name="connsiteY1" fmla="*/ 161940 h 579017"/>
              <a:gd name="connsiteX2" fmla="*/ 148858 w 479467"/>
              <a:gd name="connsiteY2" fmla="*/ 1152 h 579017"/>
              <a:gd name="connsiteX3" fmla="*/ 379884 w 479467"/>
              <a:gd name="connsiteY3" fmla="*/ 0 h 579017"/>
              <a:gd name="connsiteX4" fmla="*/ 479467 w 479467"/>
              <a:gd name="connsiteY4" fmla="*/ 99583 h 579017"/>
              <a:gd name="connsiteX5" fmla="*/ 479467 w 479467"/>
              <a:gd name="connsiteY5" fmla="*/ 497905 h 579017"/>
              <a:gd name="connsiteX6" fmla="*/ 445204 w 479467"/>
              <a:gd name="connsiteY6" fmla="*/ 577132 h 579017"/>
              <a:gd name="connsiteX0" fmla="*/ 445204 w 479467"/>
              <a:gd name="connsiteY0" fmla="*/ 577702 h 579587"/>
              <a:gd name="connsiteX1" fmla="*/ 0 w 479467"/>
              <a:gd name="connsiteY1" fmla="*/ 162510 h 579587"/>
              <a:gd name="connsiteX2" fmla="*/ 170070 w 479467"/>
              <a:gd name="connsiteY2" fmla="*/ 0 h 579587"/>
              <a:gd name="connsiteX3" fmla="*/ 379884 w 479467"/>
              <a:gd name="connsiteY3" fmla="*/ 570 h 579587"/>
              <a:gd name="connsiteX4" fmla="*/ 479467 w 479467"/>
              <a:gd name="connsiteY4" fmla="*/ 100153 h 579587"/>
              <a:gd name="connsiteX5" fmla="*/ 479467 w 479467"/>
              <a:gd name="connsiteY5" fmla="*/ 498475 h 579587"/>
              <a:gd name="connsiteX6" fmla="*/ 445204 w 479467"/>
              <a:gd name="connsiteY6" fmla="*/ 577702 h 579587"/>
              <a:gd name="connsiteX0" fmla="*/ 428863 w 463126"/>
              <a:gd name="connsiteY0" fmla="*/ 577702 h 579587"/>
              <a:gd name="connsiteX1" fmla="*/ 0 w 463126"/>
              <a:gd name="connsiteY1" fmla="*/ 169073 h 579587"/>
              <a:gd name="connsiteX2" fmla="*/ 153729 w 463126"/>
              <a:gd name="connsiteY2" fmla="*/ 0 h 579587"/>
              <a:gd name="connsiteX3" fmla="*/ 363543 w 463126"/>
              <a:gd name="connsiteY3" fmla="*/ 570 h 579587"/>
              <a:gd name="connsiteX4" fmla="*/ 463126 w 463126"/>
              <a:gd name="connsiteY4" fmla="*/ 100153 h 579587"/>
              <a:gd name="connsiteX5" fmla="*/ 463126 w 463126"/>
              <a:gd name="connsiteY5" fmla="*/ 498475 h 579587"/>
              <a:gd name="connsiteX6" fmla="*/ 428863 w 463126"/>
              <a:gd name="connsiteY6" fmla="*/ 577702 h 579587"/>
              <a:gd name="connsiteX0" fmla="*/ 428863 w 463126"/>
              <a:gd name="connsiteY0" fmla="*/ 577702 h 579587"/>
              <a:gd name="connsiteX1" fmla="*/ 0 w 463126"/>
              <a:gd name="connsiteY1" fmla="*/ 169073 h 579587"/>
              <a:gd name="connsiteX2" fmla="*/ 153729 w 463126"/>
              <a:gd name="connsiteY2" fmla="*/ 0 h 579587"/>
              <a:gd name="connsiteX3" fmla="*/ 363543 w 463126"/>
              <a:gd name="connsiteY3" fmla="*/ 570 h 579587"/>
              <a:gd name="connsiteX4" fmla="*/ 463126 w 463126"/>
              <a:gd name="connsiteY4" fmla="*/ 100153 h 579587"/>
              <a:gd name="connsiteX5" fmla="*/ 463126 w 463126"/>
              <a:gd name="connsiteY5" fmla="*/ 498475 h 579587"/>
              <a:gd name="connsiteX6" fmla="*/ 428863 w 463126"/>
              <a:gd name="connsiteY6" fmla="*/ 577702 h 579587"/>
              <a:gd name="connsiteX0" fmla="*/ 420729 w 454992"/>
              <a:gd name="connsiteY0" fmla="*/ 577702 h 579587"/>
              <a:gd name="connsiteX1" fmla="*/ 0 w 454992"/>
              <a:gd name="connsiteY1" fmla="*/ 160777 h 579587"/>
              <a:gd name="connsiteX2" fmla="*/ 145595 w 454992"/>
              <a:gd name="connsiteY2" fmla="*/ 0 h 579587"/>
              <a:gd name="connsiteX3" fmla="*/ 355409 w 454992"/>
              <a:gd name="connsiteY3" fmla="*/ 570 h 579587"/>
              <a:gd name="connsiteX4" fmla="*/ 454992 w 454992"/>
              <a:gd name="connsiteY4" fmla="*/ 100153 h 579587"/>
              <a:gd name="connsiteX5" fmla="*/ 454992 w 454992"/>
              <a:gd name="connsiteY5" fmla="*/ 498475 h 579587"/>
              <a:gd name="connsiteX6" fmla="*/ 420729 w 454992"/>
              <a:gd name="connsiteY6" fmla="*/ 577702 h 579587"/>
              <a:gd name="connsiteX0" fmla="*/ 414232 w 448495"/>
              <a:gd name="connsiteY0" fmla="*/ 577702 h 579587"/>
              <a:gd name="connsiteX1" fmla="*/ 0 w 448495"/>
              <a:gd name="connsiteY1" fmla="*/ 150830 h 579587"/>
              <a:gd name="connsiteX2" fmla="*/ 139098 w 448495"/>
              <a:gd name="connsiteY2" fmla="*/ 0 h 579587"/>
              <a:gd name="connsiteX3" fmla="*/ 348912 w 448495"/>
              <a:gd name="connsiteY3" fmla="*/ 570 h 579587"/>
              <a:gd name="connsiteX4" fmla="*/ 448495 w 448495"/>
              <a:gd name="connsiteY4" fmla="*/ 100153 h 579587"/>
              <a:gd name="connsiteX5" fmla="*/ 448495 w 448495"/>
              <a:gd name="connsiteY5" fmla="*/ 498475 h 579587"/>
              <a:gd name="connsiteX6" fmla="*/ 414232 w 448495"/>
              <a:gd name="connsiteY6" fmla="*/ 577702 h 579587"/>
              <a:gd name="connsiteX0" fmla="*/ 419112 w 453375"/>
              <a:gd name="connsiteY0" fmla="*/ 577702 h 579587"/>
              <a:gd name="connsiteX1" fmla="*/ 0 w 453375"/>
              <a:gd name="connsiteY1" fmla="*/ 155807 h 579587"/>
              <a:gd name="connsiteX2" fmla="*/ 143978 w 453375"/>
              <a:gd name="connsiteY2" fmla="*/ 0 h 579587"/>
              <a:gd name="connsiteX3" fmla="*/ 353792 w 453375"/>
              <a:gd name="connsiteY3" fmla="*/ 570 h 579587"/>
              <a:gd name="connsiteX4" fmla="*/ 453375 w 453375"/>
              <a:gd name="connsiteY4" fmla="*/ 100153 h 579587"/>
              <a:gd name="connsiteX5" fmla="*/ 453375 w 453375"/>
              <a:gd name="connsiteY5" fmla="*/ 498475 h 579587"/>
              <a:gd name="connsiteX6" fmla="*/ 419112 w 453375"/>
              <a:gd name="connsiteY6" fmla="*/ 577702 h 579587"/>
              <a:gd name="connsiteX0" fmla="*/ 419112 w 453375"/>
              <a:gd name="connsiteY0" fmla="*/ 577132 h 579017"/>
              <a:gd name="connsiteX1" fmla="*/ 0 w 453375"/>
              <a:gd name="connsiteY1" fmla="*/ 155237 h 579017"/>
              <a:gd name="connsiteX2" fmla="*/ 152144 w 453375"/>
              <a:gd name="connsiteY2" fmla="*/ 1058 h 579017"/>
              <a:gd name="connsiteX3" fmla="*/ 353792 w 453375"/>
              <a:gd name="connsiteY3" fmla="*/ 0 h 579017"/>
              <a:gd name="connsiteX4" fmla="*/ 453375 w 453375"/>
              <a:gd name="connsiteY4" fmla="*/ 99583 h 579017"/>
              <a:gd name="connsiteX5" fmla="*/ 453375 w 453375"/>
              <a:gd name="connsiteY5" fmla="*/ 497905 h 579017"/>
              <a:gd name="connsiteX6" fmla="*/ 419112 w 453375"/>
              <a:gd name="connsiteY6" fmla="*/ 577132 h 579017"/>
              <a:gd name="connsiteX0" fmla="*/ 419112 w 453375"/>
              <a:gd name="connsiteY0" fmla="*/ 577132 h 579017"/>
              <a:gd name="connsiteX1" fmla="*/ 0 w 453375"/>
              <a:gd name="connsiteY1" fmla="*/ 155237 h 579017"/>
              <a:gd name="connsiteX2" fmla="*/ 152144 w 453375"/>
              <a:gd name="connsiteY2" fmla="*/ 1058 h 579017"/>
              <a:gd name="connsiteX3" fmla="*/ 353792 w 453375"/>
              <a:gd name="connsiteY3" fmla="*/ 0 h 579017"/>
              <a:gd name="connsiteX4" fmla="*/ 453375 w 453375"/>
              <a:gd name="connsiteY4" fmla="*/ 99583 h 579017"/>
              <a:gd name="connsiteX5" fmla="*/ 453375 w 453375"/>
              <a:gd name="connsiteY5" fmla="*/ 497905 h 579017"/>
              <a:gd name="connsiteX6" fmla="*/ 419112 w 453375"/>
              <a:gd name="connsiteY6" fmla="*/ 577132 h 579017"/>
              <a:gd name="connsiteX0" fmla="*/ 420749 w 455012"/>
              <a:gd name="connsiteY0" fmla="*/ 577132 h 579017"/>
              <a:gd name="connsiteX1" fmla="*/ 0 w 455012"/>
              <a:gd name="connsiteY1" fmla="*/ 153587 h 579017"/>
              <a:gd name="connsiteX2" fmla="*/ 153781 w 455012"/>
              <a:gd name="connsiteY2" fmla="*/ 1058 h 579017"/>
              <a:gd name="connsiteX3" fmla="*/ 355429 w 455012"/>
              <a:gd name="connsiteY3" fmla="*/ 0 h 579017"/>
              <a:gd name="connsiteX4" fmla="*/ 455012 w 455012"/>
              <a:gd name="connsiteY4" fmla="*/ 99583 h 579017"/>
              <a:gd name="connsiteX5" fmla="*/ 455012 w 455012"/>
              <a:gd name="connsiteY5" fmla="*/ 497905 h 579017"/>
              <a:gd name="connsiteX6" fmla="*/ 420749 w 455012"/>
              <a:gd name="connsiteY6" fmla="*/ 577132 h 579017"/>
              <a:gd name="connsiteX0" fmla="*/ 420749 w 455012"/>
              <a:gd name="connsiteY0" fmla="*/ 577723 h 579608"/>
              <a:gd name="connsiteX1" fmla="*/ 0 w 455012"/>
              <a:gd name="connsiteY1" fmla="*/ 154178 h 579608"/>
              <a:gd name="connsiteX2" fmla="*/ 152144 w 455012"/>
              <a:gd name="connsiteY2" fmla="*/ 0 h 579608"/>
              <a:gd name="connsiteX3" fmla="*/ 355429 w 455012"/>
              <a:gd name="connsiteY3" fmla="*/ 591 h 579608"/>
              <a:gd name="connsiteX4" fmla="*/ 455012 w 455012"/>
              <a:gd name="connsiteY4" fmla="*/ 100174 h 579608"/>
              <a:gd name="connsiteX5" fmla="*/ 455012 w 455012"/>
              <a:gd name="connsiteY5" fmla="*/ 498496 h 579608"/>
              <a:gd name="connsiteX6" fmla="*/ 420749 w 455012"/>
              <a:gd name="connsiteY6" fmla="*/ 577723 h 579608"/>
              <a:gd name="connsiteX0" fmla="*/ 420749 w 455012"/>
              <a:gd name="connsiteY0" fmla="*/ 577723 h 579608"/>
              <a:gd name="connsiteX1" fmla="*/ 0 w 455012"/>
              <a:gd name="connsiteY1" fmla="*/ 154178 h 579608"/>
              <a:gd name="connsiteX2" fmla="*/ 152144 w 455012"/>
              <a:gd name="connsiteY2" fmla="*/ 0 h 579608"/>
              <a:gd name="connsiteX3" fmla="*/ 355429 w 455012"/>
              <a:gd name="connsiteY3" fmla="*/ 591 h 579608"/>
              <a:gd name="connsiteX4" fmla="*/ 455012 w 455012"/>
              <a:gd name="connsiteY4" fmla="*/ 100174 h 579608"/>
              <a:gd name="connsiteX5" fmla="*/ 455012 w 455012"/>
              <a:gd name="connsiteY5" fmla="*/ 498496 h 579608"/>
              <a:gd name="connsiteX6" fmla="*/ 420749 w 455012"/>
              <a:gd name="connsiteY6" fmla="*/ 577723 h 579608"/>
              <a:gd name="connsiteX0" fmla="*/ 420749 w 455012"/>
              <a:gd name="connsiteY0" fmla="*/ 577723 h 579608"/>
              <a:gd name="connsiteX1" fmla="*/ 0 w 455012"/>
              <a:gd name="connsiteY1" fmla="*/ 154178 h 579608"/>
              <a:gd name="connsiteX2" fmla="*/ 152144 w 455012"/>
              <a:gd name="connsiteY2" fmla="*/ 0 h 579608"/>
              <a:gd name="connsiteX3" fmla="*/ 355429 w 455012"/>
              <a:gd name="connsiteY3" fmla="*/ 591 h 579608"/>
              <a:gd name="connsiteX4" fmla="*/ 455012 w 455012"/>
              <a:gd name="connsiteY4" fmla="*/ 100174 h 579608"/>
              <a:gd name="connsiteX5" fmla="*/ 455012 w 455012"/>
              <a:gd name="connsiteY5" fmla="*/ 498496 h 579608"/>
              <a:gd name="connsiteX6" fmla="*/ 420749 w 455012"/>
              <a:gd name="connsiteY6" fmla="*/ 577723 h 579608"/>
              <a:gd name="connsiteX0" fmla="*/ 420749 w 455012"/>
              <a:gd name="connsiteY0" fmla="*/ 577714 h 579599"/>
              <a:gd name="connsiteX1" fmla="*/ 0 w 455012"/>
              <a:gd name="connsiteY1" fmla="*/ 154169 h 579599"/>
              <a:gd name="connsiteX2" fmla="*/ 148881 w 455012"/>
              <a:gd name="connsiteY2" fmla="*/ 0 h 579599"/>
              <a:gd name="connsiteX3" fmla="*/ 355429 w 455012"/>
              <a:gd name="connsiteY3" fmla="*/ 582 h 579599"/>
              <a:gd name="connsiteX4" fmla="*/ 455012 w 455012"/>
              <a:gd name="connsiteY4" fmla="*/ 100165 h 579599"/>
              <a:gd name="connsiteX5" fmla="*/ 455012 w 455012"/>
              <a:gd name="connsiteY5" fmla="*/ 498487 h 579599"/>
              <a:gd name="connsiteX6" fmla="*/ 420749 w 455012"/>
              <a:gd name="connsiteY6" fmla="*/ 577714 h 579599"/>
              <a:gd name="connsiteX0" fmla="*/ 424023 w 458286"/>
              <a:gd name="connsiteY0" fmla="*/ 577714 h 579599"/>
              <a:gd name="connsiteX1" fmla="*/ 0 w 458286"/>
              <a:gd name="connsiteY1" fmla="*/ 150872 h 579599"/>
              <a:gd name="connsiteX2" fmla="*/ 152155 w 458286"/>
              <a:gd name="connsiteY2" fmla="*/ 0 h 579599"/>
              <a:gd name="connsiteX3" fmla="*/ 358703 w 458286"/>
              <a:gd name="connsiteY3" fmla="*/ 582 h 579599"/>
              <a:gd name="connsiteX4" fmla="*/ 458286 w 458286"/>
              <a:gd name="connsiteY4" fmla="*/ 100165 h 579599"/>
              <a:gd name="connsiteX5" fmla="*/ 458286 w 458286"/>
              <a:gd name="connsiteY5" fmla="*/ 498487 h 579599"/>
              <a:gd name="connsiteX6" fmla="*/ 424023 w 458286"/>
              <a:gd name="connsiteY6" fmla="*/ 577714 h 579599"/>
              <a:gd name="connsiteX0" fmla="*/ 424023 w 458286"/>
              <a:gd name="connsiteY0" fmla="*/ 577714 h 579599"/>
              <a:gd name="connsiteX1" fmla="*/ 0 w 458286"/>
              <a:gd name="connsiteY1" fmla="*/ 150873 h 579599"/>
              <a:gd name="connsiteX2" fmla="*/ 152155 w 458286"/>
              <a:gd name="connsiteY2" fmla="*/ 0 h 579599"/>
              <a:gd name="connsiteX3" fmla="*/ 358703 w 458286"/>
              <a:gd name="connsiteY3" fmla="*/ 582 h 579599"/>
              <a:gd name="connsiteX4" fmla="*/ 458286 w 458286"/>
              <a:gd name="connsiteY4" fmla="*/ 100165 h 579599"/>
              <a:gd name="connsiteX5" fmla="*/ 458286 w 458286"/>
              <a:gd name="connsiteY5" fmla="*/ 498487 h 579599"/>
              <a:gd name="connsiteX6" fmla="*/ 424023 w 458286"/>
              <a:gd name="connsiteY6" fmla="*/ 577714 h 579599"/>
              <a:gd name="connsiteX0" fmla="*/ 420758 w 455021"/>
              <a:gd name="connsiteY0" fmla="*/ 577714 h 579599"/>
              <a:gd name="connsiteX1" fmla="*/ 0 w 455021"/>
              <a:gd name="connsiteY1" fmla="*/ 150861 h 579599"/>
              <a:gd name="connsiteX2" fmla="*/ 148890 w 455021"/>
              <a:gd name="connsiteY2" fmla="*/ 0 h 579599"/>
              <a:gd name="connsiteX3" fmla="*/ 355438 w 455021"/>
              <a:gd name="connsiteY3" fmla="*/ 582 h 579599"/>
              <a:gd name="connsiteX4" fmla="*/ 455021 w 455021"/>
              <a:gd name="connsiteY4" fmla="*/ 100165 h 579599"/>
              <a:gd name="connsiteX5" fmla="*/ 455021 w 455021"/>
              <a:gd name="connsiteY5" fmla="*/ 498487 h 579599"/>
              <a:gd name="connsiteX6" fmla="*/ 420758 w 455021"/>
              <a:gd name="connsiteY6" fmla="*/ 577714 h 579599"/>
              <a:gd name="connsiteX0" fmla="*/ 420758 w 455021"/>
              <a:gd name="connsiteY0" fmla="*/ 577714 h 579599"/>
              <a:gd name="connsiteX1" fmla="*/ 0 w 455021"/>
              <a:gd name="connsiteY1" fmla="*/ 150861 h 579599"/>
              <a:gd name="connsiteX2" fmla="*/ 148890 w 455021"/>
              <a:gd name="connsiteY2" fmla="*/ 0 h 579599"/>
              <a:gd name="connsiteX3" fmla="*/ 355438 w 455021"/>
              <a:gd name="connsiteY3" fmla="*/ 582 h 579599"/>
              <a:gd name="connsiteX4" fmla="*/ 455021 w 455021"/>
              <a:gd name="connsiteY4" fmla="*/ 100165 h 579599"/>
              <a:gd name="connsiteX5" fmla="*/ 455021 w 455021"/>
              <a:gd name="connsiteY5" fmla="*/ 498487 h 579599"/>
              <a:gd name="connsiteX6" fmla="*/ 420758 w 455021"/>
              <a:gd name="connsiteY6" fmla="*/ 577714 h 57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5021" h="579599">
                <a:moveTo>
                  <a:pt x="420758" y="577714"/>
                </a:moveTo>
                <a:lnTo>
                  <a:pt x="0" y="150861"/>
                </a:lnTo>
                <a:cubicBezTo>
                  <a:pt x="106333" y="44964"/>
                  <a:pt x="25853" y="126431"/>
                  <a:pt x="148890" y="0"/>
                </a:cubicBezTo>
                <a:lnTo>
                  <a:pt x="355438" y="582"/>
                </a:lnTo>
                <a:cubicBezTo>
                  <a:pt x="410436" y="582"/>
                  <a:pt x="455021" y="45167"/>
                  <a:pt x="455021" y="100165"/>
                </a:cubicBezTo>
                <a:lnTo>
                  <a:pt x="455021" y="498487"/>
                </a:lnTo>
                <a:cubicBezTo>
                  <a:pt x="449311" y="578078"/>
                  <a:pt x="458659" y="584098"/>
                  <a:pt x="420758" y="577714"/>
                </a:cubicBezTo>
                <a:close/>
              </a:path>
            </a:pathLst>
          </a:custGeom>
          <a:solidFill>
            <a:srgbClr val="4E67C8">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5155984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竖排标题与文本">
    <p:bg>
      <p:bgPr>
        <a:solidFill>
          <a:srgbClr val="F7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5978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6" name="灯片编号占位符 5"/>
          <p:cNvSpPr>
            <a:spLocks noGrp="1"/>
          </p:cNvSpPr>
          <p:nvPr>
            <p:ph type="sldNum" sz="quarter" idx="12"/>
          </p:nvPr>
        </p:nvSpPr>
        <p:spPr/>
        <p:txBody>
          <a:bodyPr/>
          <a:lstStyle/>
          <a:p>
            <a:fld id="{FFBB8A7E-8CFB-4EE6-B02F-58142BF95AC5}" type="slidenum">
              <a:rPr lang="zh-CN" altLang="en-US" smtClean="0"/>
              <a:t>‹#›</a:t>
            </a:fld>
            <a:endParaRPr lang="zh-CN" altLang="en-US"/>
          </a:p>
        </p:txBody>
      </p:sp>
      <p:pic>
        <p:nvPicPr>
          <p:cNvPr id="7" name="图片 6">
            <a:extLst>
              <a:ext uri="{FF2B5EF4-FFF2-40B4-BE49-F238E27FC236}">
                <a16:creationId xmlns:a16="http://schemas.microsoft.com/office/drawing/2014/main" id="{968788F4-76B4-487C-86D2-F31350C5C2C7}"/>
              </a:ext>
            </a:extLst>
          </p:cNvPr>
          <p:cNvPicPr>
            <a:picLocks noChangeAspect="1"/>
          </p:cNvPicPr>
          <p:nvPr userDrawn="1"/>
        </p:nvPicPr>
        <p:blipFill rotWithShape="1">
          <a:blip r:embed="rId2"/>
          <a:srcRect l="6847" t="12150" r="3418" b="7071"/>
          <a:stretch/>
        </p:blipFill>
        <p:spPr>
          <a:xfrm>
            <a:off x="239810" y="199176"/>
            <a:ext cx="4403969" cy="719016"/>
          </a:xfrm>
          <a:prstGeom prst="rect">
            <a:avLst/>
          </a:prstGeom>
        </p:spPr>
      </p:pic>
      <p:pic>
        <p:nvPicPr>
          <p:cNvPr id="8" name="图片 7">
            <a:extLst>
              <a:ext uri="{FF2B5EF4-FFF2-40B4-BE49-F238E27FC236}">
                <a16:creationId xmlns:a16="http://schemas.microsoft.com/office/drawing/2014/main" id="{084FD229-F885-4DED-B7D6-039E9FC491C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694023" y="5378867"/>
            <a:ext cx="4490485" cy="1501166"/>
          </a:xfrm>
          <a:prstGeom prst="rect">
            <a:avLst/>
          </a:prstGeom>
        </p:spPr>
      </p:pic>
      <p:pic>
        <p:nvPicPr>
          <p:cNvPr id="9" name="图片 8">
            <a:extLst>
              <a:ext uri="{FF2B5EF4-FFF2-40B4-BE49-F238E27FC236}">
                <a16:creationId xmlns:a16="http://schemas.microsoft.com/office/drawing/2014/main" id="{9C5907DD-7677-4FC8-BAA6-4C96D49E74E0}"/>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5735637"/>
            <a:ext cx="10028465" cy="1132914"/>
          </a:xfrm>
          <a:prstGeom prst="rect">
            <a:avLst/>
          </a:prstGeom>
        </p:spPr>
      </p:pic>
    </p:spTree>
    <p:extLst>
      <p:ext uri="{BB962C8B-B14F-4D97-AF65-F5344CB8AC3E}">
        <p14:creationId xmlns:p14="http://schemas.microsoft.com/office/powerpoint/2010/main" val="25127773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22516C88-1DBC-4A6F-B7E7-3EF051E8B715}" type="datetimeFigureOut">
              <a:rPr lang="zh-CN" altLang="en-US" smtClean="0"/>
              <a:t>2023-3-29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BB8A7E-8CFB-4EE6-B02F-58142BF95AC5}" type="slidenum">
              <a:rPr lang="zh-CN" altLang="en-US" smtClean="0"/>
              <a:t>‹#›</a:t>
            </a:fld>
            <a:endParaRPr lang="zh-CN" altLang="en-US"/>
          </a:p>
        </p:txBody>
      </p:sp>
    </p:spTree>
    <p:extLst>
      <p:ext uri="{BB962C8B-B14F-4D97-AF65-F5344CB8AC3E}">
        <p14:creationId xmlns:p14="http://schemas.microsoft.com/office/powerpoint/2010/main" val="42335451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22516C88-1DBC-4A6F-B7E7-3EF051E8B715}" type="datetimeFigureOut">
              <a:rPr lang="zh-CN" altLang="en-US" smtClean="0"/>
              <a:t>2023-3-29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BB8A7E-8CFB-4EE6-B02F-58142BF95AC5}" type="slidenum">
              <a:rPr lang="zh-CN" altLang="en-US" smtClean="0"/>
              <a:t>‹#›</a:t>
            </a:fld>
            <a:endParaRPr lang="zh-CN" altLang="en-US"/>
          </a:p>
        </p:txBody>
      </p:sp>
    </p:spTree>
    <p:extLst>
      <p:ext uri="{BB962C8B-B14F-4D97-AF65-F5344CB8AC3E}">
        <p14:creationId xmlns:p14="http://schemas.microsoft.com/office/powerpoint/2010/main" val="40802224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22516C88-1DBC-4A6F-B7E7-3EF051E8B715}" type="datetimeFigureOut">
              <a:rPr lang="zh-CN" altLang="en-US" smtClean="0"/>
              <a:t>2023-3-29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FBB8A7E-8CFB-4EE6-B02F-58142BF95AC5}" type="slidenum">
              <a:rPr lang="zh-CN" altLang="en-US" smtClean="0"/>
              <a:t>‹#›</a:t>
            </a:fld>
            <a:endParaRPr lang="zh-CN" altLang="en-US"/>
          </a:p>
        </p:txBody>
      </p:sp>
    </p:spTree>
    <p:extLst>
      <p:ext uri="{BB962C8B-B14F-4D97-AF65-F5344CB8AC3E}">
        <p14:creationId xmlns:p14="http://schemas.microsoft.com/office/powerpoint/2010/main" val="8043937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22516C88-1DBC-4A6F-B7E7-3EF051E8B715}" type="datetimeFigureOut">
              <a:rPr lang="zh-CN" altLang="en-US" smtClean="0"/>
              <a:t>2023-3-29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FBB8A7E-8CFB-4EE6-B02F-58142BF95AC5}" type="slidenum">
              <a:rPr lang="zh-CN" altLang="en-US" smtClean="0"/>
              <a:t>‹#›</a:t>
            </a:fld>
            <a:endParaRPr lang="zh-CN" altLang="en-US"/>
          </a:p>
        </p:txBody>
      </p:sp>
    </p:spTree>
    <p:extLst>
      <p:ext uri="{BB962C8B-B14F-4D97-AF65-F5344CB8AC3E}">
        <p14:creationId xmlns:p14="http://schemas.microsoft.com/office/powerpoint/2010/main" val="31926692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22516C88-1DBC-4A6F-B7E7-3EF051E8B715}" type="datetimeFigureOut">
              <a:rPr lang="zh-CN" altLang="en-US" smtClean="0"/>
              <a:t>2023-3-29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FBB8A7E-8CFB-4EE6-B02F-58142BF95AC5}" type="slidenum">
              <a:rPr lang="zh-CN" altLang="en-US" smtClean="0"/>
              <a:t>‹#›</a:t>
            </a:fld>
            <a:endParaRPr lang="zh-CN" altLang="en-US"/>
          </a:p>
        </p:txBody>
      </p:sp>
    </p:spTree>
    <p:extLst>
      <p:ext uri="{BB962C8B-B14F-4D97-AF65-F5344CB8AC3E}">
        <p14:creationId xmlns:p14="http://schemas.microsoft.com/office/powerpoint/2010/main" val="15525678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2516C88-1DBC-4A6F-B7E7-3EF051E8B715}" type="datetimeFigureOut">
              <a:rPr lang="zh-CN" altLang="en-US" smtClean="0"/>
              <a:t>2023-3-29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FBB8A7E-8CFB-4EE6-B02F-58142BF95AC5}" type="slidenum">
              <a:rPr lang="zh-CN" altLang="en-US" smtClean="0"/>
              <a:t>‹#›</a:t>
            </a:fld>
            <a:endParaRPr lang="zh-CN" altLang="en-US"/>
          </a:p>
        </p:txBody>
      </p:sp>
    </p:spTree>
    <p:extLst>
      <p:ext uri="{BB962C8B-B14F-4D97-AF65-F5344CB8AC3E}">
        <p14:creationId xmlns:p14="http://schemas.microsoft.com/office/powerpoint/2010/main" val="33479140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2516C88-1DBC-4A6F-B7E7-3EF051E8B715}" type="datetimeFigureOut">
              <a:rPr lang="zh-CN" altLang="en-US" smtClean="0"/>
              <a:t>2023-3-29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FBB8A7E-8CFB-4EE6-B02F-58142BF95AC5}" type="slidenum">
              <a:rPr lang="zh-CN" altLang="en-US" smtClean="0"/>
              <a:t>‹#›</a:t>
            </a:fld>
            <a:endParaRPr lang="zh-CN" altLang="en-US"/>
          </a:p>
        </p:txBody>
      </p:sp>
    </p:spTree>
    <p:extLst>
      <p:ext uri="{BB962C8B-B14F-4D97-AF65-F5344CB8AC3E}">
        <p14:creationId xmlns:p14="http://schemas.microsoft.com/office/powerpoint/2010/main" val="8639277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2516C88-1DBC-4A6F-B7E7-3EF051E8B715}" type="datetimeFigureOut">
              <a:rPr lang="zh-CN" altLang="en-US" smtClean="0"/>
              <a:t>2023-3-29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FBB8A7E-8CFB-4EE6-B02F-58142BF95AC5}" type="slidenum">
              <a:rPr lang="zh-CN" altLang="en-US" smtClean="0"/>
              <a:t>‹#›</a:t>
            </a:fld>
            <a:endParaRPr lang="zh-CN" altLang="en-US"/>
          </a:p>
        </p:txBody>
      </p:sp>
    </p:spTree>
    <p:extLst>
      <p:ext uri="{BB962C8B-B14F-4D97-AF65-F5344CB8AC3E}">
        <p14:creationId xmlns:p14="http://schemas.microsoft.com/office/powerpoint/2010/main" val="17145914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22516C88-1DBC-4A6F-B7E7-3EF051E8B715}" type="datetimeFigureOut">
              <a:rPr lang="zh-CN" altLang="en-US" smtClean="0"/>
              <a:t>2023-3-29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BB8A7E-8CFB-4EE6-B02F-58142BF95AC5}" type="slidenum">
              <a:rPr lang="zh-CN" altLang="en-US" smtClean="0"/>
              <a:t>‹#›</a:t>
            </a:fld>
            <a:endParaRPr lang="zh-CN" altLang="en-US"/>
          </a:p>
        </p:txBody>
      </p:sp>
    </p:spTree>
    <p:extLst>
      <p:ext uri="{BB962C8B-B14F-4D97-AF65-F5344CB8AC3E}">
        <p14:creationId xmlns:p14="http://schemas.microsoft.com/office/powerpoint/2010/main" val="19375901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22516C88-1DBC-4A6F-B7E7-3EF051E8B715}" type="datetimeFigureOut">
              <a:rPr lang="zh-CN" altLang="en-US" smtClean="0"/>
              <a:t>2023-3-29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BB8A7E-8CFB-4EE6-B02F-58142BF95AC5}" type="slidenum">
              <a:rPr lang="zh-CN" altLang="en-US" smtClean="0"/>
              <a:t>‹#›</a:t>
            </a:fld>
            <a:endParaRPr lang="zh-CN" altLang="en-US"/>
          </a:p>
        </p:txBody>
      </p:sp>
    </p:spTree>
    <p:extLst>
      <p:ext uri="{BB962C8B-B14F-4D97-AF65-F5344CB8AC3E}">
        <p14:creationId xmlns:p14="http://schemas.microsoft.com/office/powerpoint/2010/main" val="6839695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2399602"/>
      </p:ext>
    </p:extLst>
  </p:cSld>
  <p:clrMapOvr>
    <a:masterClrMapping/>
  </p:clrMapOvr>
  <mc:AlternateContent xmlns:mc="http://schemas.openxmlformats.org/markup-compatibility/2006" xmlns:p14="http://schemas.microsoft.com/office/powerpoint/2010/main">
    <mc:Choice Requires="p14">
      <p:transition spd="med" p14:dur="700" advTm="3000">
        <p:fade/>
      </p:transition>
    </mc:Choice>
    <mc:Fallback xmlns="">
      <p:transition spd="med" advTm="3000">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theme" Target="../theme/theme2.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slideLayout" Target="../slideLayouts/slideLayout15.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89183943"/>
      </p:ext>
    </p:extLst>
  </p:cSld>
  <p:clrMap bg1="lt1" tx1="dk1" bg2="lt2" tx2="dk2" accent1="accent1" accent2="accent2" accent3="accent3" accent4="accent4" accent5="accent5" accent6="accent6" hlink="hlink" folHlink="folHlink"/>
  <p:sldLayoutIdLst>
    <p:sldLayoutId id="2147483649" r:id="rId1"/>
    <p:sldLayoutId id="2147483655" r:id="rId2"/>
    <p:sldLayoutId id="2147483659"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516C88-1DBC-4A6F-B7E7-3EF051E8B715}" type="datetimeFigureOut">
              <a:rPr lang="zh-CN" altLang="en-US" smtClean="0"/>
              <a:t>2023-3-29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BB8A7E-8CFB-4EE6-B02F-58142BF95AC5}" type="slidenum">
              <a:rPr lang="zh-CN" altLang="en-US" smtClean="0"/>
              <a:t>‹#›</a:t>
            </a:fld>
            <a:endParaRPr lang="zh-CN" altLang="en-US"/>
          </a:p>
        </p:txBody>
      </p:sp>
    </p:spTree>
    <p:extLst>
      <p:ext uri="{BB962C8B-B14F-4D97-AF65-F5344CB8AC3E}">
        <p14:creationId xmlns:p14="http://schemas.microsoft.com/office/powerpoint/2010/main" val="34601456"/>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microsoft.com/office/2007/relationships/hdphoto" Target="../media/hdphoto2.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35EC2749-5DE0-47B9-AFA0-B3B7E4490EAE}"/>
              </a:ext>
            </a:extLst>
          </p:cNvPr>
          <p:cNvSpPr txBox="1"/>
          <p:nvPr/>
        </p:nvSpPr>
        <p:spPr>
          <a:xfrm>
            <a:off x="1262745" y="2028616"/>
            <a:ext cx="9913256" cy="2800767"/>
          </a:xfrm>
          <a:prstGeom prst="rect">
            <a:avLst/>
          </a:prstGeom>
          <a:noFill/>
        </p:spPr>
        <p:txBody>
          <a:bodyPr wrap="square" rtlCol="0">
            <a:spAutoFit/>
          </a:bodyPr>
          <a:lstStyle/>
          <a:p>
            <a:pPr algn="ctr"/>
            <a:r>
              <a:rPr lang="en-US" altLang="zh-CN" sz="4400" dirty="0">
                <a:solidFill>
                  <a:srgbClr val="0000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2022-2023B</a:t>
            </a:r>
            <a:r>
              <a:rPr lang="zh-CN" altLang="en-US" sz="4400" dirty="0">
                <a:solidFill>
                  <a:srgbClr val="0000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东城高三政治一模统阅（题组长会议）</a:t>
            </a:r>
            <a:endParaRPr lang="en-US" altLang="zh-CN" sz="4400" dirty="0">
              <a:solidFill>
                <a:srgbClr val="0000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algn="ctr"/>
            <a:endParaRPr lang="en-US" altLang="zh-CN" sz="4400" dirty="0">
              <a:solidFill>
                <a:srgbClr val="0000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algn="ctr"/>
            <a:r>
              <a:rPr lang="en-US" altLang="zh-CN" sz="4400" dirty="0">
                <a:solidFill>
                  <a:srgbClr val="0000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2023.3.29</a:t>
            </a:r>
            <a:endParaRPr lang="zh-CN" altLang="en-US" sz="4400" dirty="0">
              <a:solidFill>
                <a:srgbClr val="0000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1D5005BB-CFC2-4D81-9447-21776EFC7AAF}"/>
              </a:ext>
            </a:extLst>
          </p:cNvPr>
          <p:cNvSpPr txBox="1"/>
          <p:nvPr/>
        </p:nvSpPr>
        <p:spPr>
          <a:xfrm>
            <a:off x="5167454" y="363213"/>
            <a:ext cx="5753498" cy="461665"/>
          </a:xfrm>
          <a:prstGeom prst="rect">
            <a:avLst/>
          </a:prstGeom>
          <a:noFill/>
        </p:spPr>
        <p:txBody>
          <a:bodyPr wrap="none" rtlCol="0">
            <a:spAutoFit/>
          </a:bodyPr>
          <a:lstStyle/>
          <a:p>
            <a:r>
              <a:rPr lang="zh-CN" altLang="en-US" sz="2400" b="1" dirty="0">
                <a:solidFill>
                  <a:srgbClr val="C00000"/>
                </a:solidFill>
                <a:latin typeface="楷体" panose="02010609060101010101" pitchFamily="49" charset="-122"/>
                <a:ea typeface="楷体" panose="02010609060101010101" pitchFamily="49" charset="-122"/>
              </a:rPr>
              <a:t>请老师们真实姓名入会，并静音，谢谢！</a:t>
            </a:r>
            <a:endParaRPr lang="en-US" altLang="zh-CN" sz="2400" b="1" dirty="0">
              <a:solidFill>
                <a:srgbClr val="C00000"/>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7669206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A3D1FF74-0740-4CCB-82E8-C360DAB9F0E6}"/>
              </a:ext>
            </a:extLst>
          </p:cNvPr>
          <p:cNvSpPr/>
          <p:nvPr/>
        </p:nvSpPr>
        <p:spPr>
          <a:xfrm>
            <a:off x="318867" y="157681"/>
            <a:ext cx="11554264" cy="943528"/>
          </a:xfrm>
          <a:prstGeom prst="rect">
            <a:avLst/>
          </a:prstGeom>
        </p:spPr>
        <p:txBody>
          <a:bodyPr wrap="square">
            <a:spAutoFit/>
          </a:bodyPr>
          <a:lstStyle/>
          <a:p>
            <a:pPr indent="533400" algn="just">
              <a:lnSpc>
                <a:spcPct val="150000"/>
              </a:lnSpc>
            </a:pPr>
            <a:r>
              <a:rPr lang="en-US" altLang="zh-CN"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16.</a:t>
            </a: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a:t>
            </a:r>
            <a:r>
              <a:rPr lang="en-US" altLang="zh-CN"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7</a:t>
            </a: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分）    </a:t>
            </a:r>
            <a:endParaRPr lang="en-US" altLang="zh-CN"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endParaRPr>
          </a:p>
          <a:p>
            <a:pPr indent="533400" algn="just">
              <a:lnSpc>
                <a:spcPct val="150000"/>
              </a:lnSpc>
            </a:pP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结合材料，运用</a:t>
            </a:r>
            <a:r>
              <a:rPr lang="en-US" altLang="zh-CN"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a:t>
            </a: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哲学与文化</a:t>
            </a:r>
            <a:r>
              <a:rPr lang="en-US" altLang="zh-CN"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a:t>
            </a: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知识，谈谈你对“中国色，美在了中国人心上”的理解。</a:t>
            </a:r>
            <a:endParaRPr lang="zh-CN" altLang="zh-CN"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endParaRPr>
          </a:p>
        </p:txBody>
      </p:sp>
      <p:sp>
        <p:nvSpPr>
          <p:cNvPr id="4" name="矩形 3">
            <a:extLst>
              <a:ext uri="{FF2B5EF4-FFF2-40B4-BE49-F238E27FC236}">
                <a16:creationId xmlns:a16="http://schemas.microsoft.com/office/drawing/2014/main" id="{2690C52B-2F9A-496D-A4FF-B97A24EFB33E}"/>
              </a:ext>
            </a:extLst>
          </p:cNvPr>
          <p:cNvSpPr/>
          <p:nvPr/>
        </p:nvSpPr>
        <p:spPr>
          <a:xfrm>
            <a:off x="1304312" y="3882502"/>
            <a:ext cx="5826751" cy="409023"/>
          </a:xfrm>
          <a:prstGeom prst="rect">
            <a:avLst/>
          </a:prstGeom>
        </p:spPr>
        <p:txBody>
          <a:bodyPr wrap="square">
            <a:spAutoFit/>
          </a:bodyPr>
          <a:lstStyle/>
          <a:p>
            <a:pPr indent="266700" algn="just">
              <a:lnSpc>
                <a:spcPct val="125000"/>
              </a:lnSpc>
              <a:spcAft>
                <a:spcPts val="0"/>
              </a:spcAft>
            </a:pPr>
            <a:r>
              <a:rPr lang="zh-CN" altLang="zh-CN" kern="100" dirty="0">
                <a:latin typeface="等线" panose="02010600030101010101" pitchFamily="2" charset="-122"/>
                <a:ea typeface="宋体" panose="02010600030101010101" pitchFamily="2" charset="-122"/>
                <a:cs typeface="Times New Roman" panose="02020603050405020304" pitchFamily="18" charset="0"/>
              </a:rPr>
              <a:t>可从</a:t>
            </a:r>
            <a:r>
              <a:rPr lang="zh-CN" altLang="en-US" kern="100" dirty="0">
                <a:latin typeface="等线" panose="02010600030101010101" pitchFamily="2" charset="-122"/>
                <a:ea typeface="宋体" panose="02010600030101010101" pitchFamily="2" charset="-122"/>
                <a:cs typeface="Times New Roman" panose="02020603050405020304" pitchFamily="18" charset="0"/>
              </a:rPr>
              <a:t>审美意识、</a:t>
            </a:r>
            <a:r>
              <a:rPr lang="zh-CN" altLang="zh-CN" kern="100" dirty="0">
                <a:latin typeface="等线" panose="02010600030101010101" pitchFamily="2" charset="-122"/>
                <a:ea typeface="宋体" panose="02010600030101010101" pitchFamily="2" charset="-122"/>
                <a:cs typeface="Times New Roman" panose="02020603050405020304" pitchFamily="18" charset="0"/>
              </a:rPr>
              <a:t>价值观、</a:t>
            </a:r>
            <a:r>
              <a:rPr lang="zh-CN" altLang="en-US" kern="100" dirty="0">
                <a:latin typeface="等线" panose="02010600030101010101" pitchFamily="2" charset="-122"/>
                <a:ea typeface="宋体" panose="02010600030101010101" pitchFamily="2" charset="-122"/>
                <a:cs typeface="Times New Roman" panose="02020603050405020304" pitchFamily="18" charset="0"/>
              </a:rPr>
              <a:t>优秀传统文化</a:t>
            </a:r>
            <a:r>
              <a:rPr lang="zh-CN" altLang="zh-CN" kern="100" dirty="0">
                <a:latin typeface="等线" panose="02010600030101010101" pitchFamily="2" charset="-122"/>
                <a:ea typeface="宋体" panose="02010600030101010101" pitchFamily="2" charset="-122"/>
                <a:cs typeface="Times New Roman" panose="02020603050405020304" pitchFamily="18" charset="0"/>
              </a:rPr>
              <a:t>等角度作答。 </a:t>
            </a:r>
            <a:endParaRPr lang="zh-CN" altLang="zh-CN" kern="100" dirty="0">
              <a:latin typeface="等线" panose="02010600030101010101" pitchFamily="2" charset="-122"/>
              <a:cs typeface="Times New Roman" panose="02020603050405020304" pitchFamily="18" charset="0"/>
            </a:endParaRPr>
          </a:p>
        </p:txBody>
      </p:sp>
      <p:graphicFrame>
        <p:nvGraphicFramePr>
          <p:cNvPr id="5" name="表格 4">
            <a:extLst>
              <a:ext uri="{FF2B5EF4-FFF2-40B4-BE49-F238E27FC236}">
                <a16:creationId xmlns:a16="http://schemas.microsoft.com/office/drawing/2014/main" id="{4D3AE207-0D20-49B7-A2BA-EF2997895910}"/>
              </a:ext>
            </a:extLst>
          </p:cNvPr>
          <p:cNvGraphicFramePr>
            <a:graphicFrameLocks noGrp="1"/>
          </p:cNvGraphicFramePr>
          <p:nvPr>
            <p:extLst>
              <p:ext uri="{D42A27DB-BD31-4B8C-83A1-F6EECF244321}">
                <p14:modId xmlns:p14="http://schemas.microsoft.com/office/powerpoint/2010/main" val="2266894885"/>
              </p:ext>
            </p:extLst>
          </p:nvPr>
        </p:nvGraphicFramePr>
        <p:xfrm>
          <a:off x="760973" y="1225975"/>
          <a:ext cx="10052169" cy="2462421"/>
        </p:xfrm>
        <a:graphic>
          <a:graphicData uri="http://schemas.openxmlformats.org/drawingml/2006/table">
            <a:tbl>
              <a:tblPr firstRow="1" firstCol="1" bandRow="1">
                <a:tableStyleId>{BDBED569-4797-4DF1-A0F4-6AAB3CD982D8}</a:tableStyleId>
              </a:tblPr>
              <a:tblGrid>
                <a:gridCol w="1212379">
                  <a:extLst>
                    <a:ext uri="{9D8B030D-6E8A-4147-A177-3AD203B41FA5}">
                      <a16:colId xmlns:a16="http://schemas.microsoft.com/office/drawing/2014/main" val="2529883060"/>
                    </a:ext>
                  </a:extLst>
                </a:gridCol>
                <a:gridCol w="7090387">
                  <a:extLst>
                    <a:ext uri="{9D8B030D-6E8A-4147-A177-3AD203B41FA5}">
                      <a16:colId xmlns:a16="http://schemas.microsoft.com/office/drawing/2014/main" val="2858612873"/>
                    </a:ext>
                  </a:extLst>
                </a:gridCol>
                <a:gridCol w="1749403">
                  <a:extLst>
                    <a:ext uri="{9D8B030D-6E8A-4147-A177-3AD203B41FA5}">
                      <a16:colId xmlns:a16="http://schemas.microsoft.com/office/drawing/2014/main" val="107038316"/>
                    </a:ext>
                  </a:extLst>
                </a:gridCol>
              </a:tblGrid>
              <a:tr h="309658">
                <a:tc>
                  <a:txBody>
                    <a:bodyPr/>
                    <a:lstStyle/>
                    <a:p>
                      <a:pPr indent="0" algn="ctr">
                        <a:lnSpc>
                          <a:spcPct val="125000"/>
                        </a:lnSpc>
                        <a:spcAft>
                          <a:spcPts val="0"/>
                        </a:spcAft>
                      </a:pPr>
                      <a:r>
                        <a:rPr lang="zh-CN" sz="1600" kern="100">
                          <a:effectLst/>
                        </a:rPr>
                        <a:t>等级水平</a:t>
                      </a:r>
                      <a:endParaRPr lang="zh-CN" sz="1600" kern="100">
                        <a:effectLst/>
                        <a:latin typeface="+mn-ea"/>
                        <a:ea typeface="+mn-ea"/>
                        <a:cs typeface="Times New Roman" panose="02020603050405020304" pitchFamily="18" charset="0"/>
                      </a:endParaRPr>
                    </a:p>
                  </a:txBody>
                  <a:tcPr marL="68580" marR="68580" marT="0" marB="0"/>
                </a:tc>
                <a:tc>
                  <a:txBody>
                    <a:bodyPr/>
                    <a:lstStyle/>
                    <a:p>
                      <a:pPr indent="0" algn="ctr">
                        <a:lnSpc>
                          <a:spcPct val="125000"/>
                        </a:lnSpc>
                        <a:spcAft>
                          <a:spcPts val="0"/>
                        </a:spcAft>
                      </a:pPr>
                      <a:r>
                        <a:rPr lang="zh-CN" sz="1600" kern="100">
                          <a:effectLst/>
                        </a:rPr>
                        <a:t>等级描述</a:t>
                      </a:r>
                      <a:endParaRPr lang="zh-CN" sz="1600" kern="100">
                        <a:effectLst/>
                        <a:latin typeface="+mn-ea"/>
                        <a:ea typeface="+mn-ea"/>
                        <a:cs typeface="Times New Roman" panose="02020603050405020304" pitchFamily="18" charset="0"/>
                      </a:endParaRPr>
                    </a:p>
                  </a:txBody>
                  <a:tcPr marL="68580" marR="68580" marT="0" marB="0"/>
                </a:tc>
                <a:tc>
                  <a:txBody>
                    <a:bodyPr/>
                    <a:lstStyle/>
                    <a:p>
                      <a:pPr indent="0" algn="ctr">
                        <a:lnSpc>
                          <a:spcPct val="125000"/>
                        </a:lnSpc>
                        <a:spcAft>
                          <a:spcPts val="0"/>
                        </a:spcAft>
                      </a:pPr>
                      <a:r>
                        <a:rPr lang="zh-CN" altLang="en-US" sz="1600" kern="100" dirty="0">
                          <a:effectLst/>
                          <a:latin typeface="+mn-ea"/>
                          <a:ea typeface="+mn-ea"/>
                          <a:cs typeface="Times New Roman" panose="02020603050405020304" pitchFamily="18" charset="0"/>
                        </a:rPr>
                        <a:t>分值</a:t>
                      </a:r>
                      <a:endParaRPr lang="zh-CN" sz="1600" kern="100" dirty="0">
                        <a:effectLst/>
                        <a:latin typeface="+mn-ea"/>
                        <a:ea typeface="+mn-ea"/>
                        <a:cs typeface="Times New Roman" panose="02020603050405020304" pitchFamily="18" charset="0"/>
                      </a:endParaRPr>
                    </a:p>
                  </a:txBody>
                  <a:tcPr marL="68580" marR="68580" marT="0" marB="0"/>
                </a:tc>
                <a:extLst>
                  <a:ext uri="{0D108BD9-81ED-4DB2-BD59-A6C34878D82A}">
                    <a16:rowId xmlns:a16="http://schemas.microsoft.com/office/drawing/2014/main" val="3505154320"/>
                  </a:ext>
                </a:extLst>
              </a:tr>
              <a:tr h="610411">
                <a:tc>
                  <a:txBody>
                    <a:bodyPr/>
                    <a:lstStyle/>
                    <a:p>
                      <a:pPr indent="0" algn="ctr">
                        <a:lnSpc>
                          <a:spcPct val="125000"/>
                        </a:lnSpc>
                        <a:spcAft>
                          <a:spcPts val="0"/>
                        </a:spcAft>
                      </a:pPr>
                      <a:r>
                        <a:rPr lang="zh-CN" sz="1600" kern="100" dirty="0">
                          <a:effectLst/>
                        </a:rPr>
                        <a:t>水平</a:t>
                      </a:r>
                      <a:r>
                        <a:rPr lang="en-US" sz="1600" kern="100" dirty="0">
                          <a:effectLst/>
                        </a:rPr>
                        <a:t>4</a:t>
                      </a:r>
                      <a:endParaRPr lang="zh-CN" sz="1600" kern="100" dirty="0">
                        <a:effectLst/>
                        <a:latin typeface="+mn-ea"/>
                        <a:ea typeface="+mn-ea"/>
                        <a:cs typeface="Times New Roman" panose="02020603050405020304" pitchFamily="18" charset="0"/>
                      </a:endParaRPr>
                    </a:p>
                  </a:txBody>
                  <a:tcPr marL="68580" marR="68580" marT="0" marB="0" anchor="ctr"/>
                </a:tc>
                <a:tc>
                  <a:txBody>
                    <a:bodyPr/>
                    <a:lstStyle/>
                    <a:p>
                      <a:pPr indent="0" algn="l">
                        <a:lnSpc>
                          <a:spcPct val="125000"/>
                        </a:lnSpc>
                        <a:spcAft>
                          <a:spcPts val="0"/>
                        </a:spcAft>
                      </a:pPr>
                      <a:r>
                        <a:rPr lang="zh-CN" sz="1600" kern="100">
                          <a:effectLst/>
                        </a:rPr>
                        <a:t>观点鲜明，能明确表达自己的见解；紧扣问题，综合运用所学知识展开论述；逻辑严密，条理清晰</a:t>
                      </a:r>
                      <a:endParaRPr lang="zh-CN" sz="1600" kern="100">
                        <a:effectLst/>
                        <a:latin typeface="+mn-ea"/>
                        <a:ea typeface="+mn-ea"/>
                        <a:cs typeface="Times New Roman" panose="02020603050405020304" pitchFamily="18" charset="0"/>
                      </a:endParaRPr>
                    </a:p>
                  </a:txBody>
                  <a:tcPr marL="68580" marR="68580" marT="0" marB="0"/>
                </a:tc>
                <a:tc>
                  <a:txBody>
                    <a:bodyPr/>
                    <a:lstStyle/>
                    <a:p>
                      <a:pPr indent="0" algn="l">
                        <a:lnSpc>
                          <a:spcPct val="125000"/>
                        </a:lnSpc>
                        <a:spcAft>
                          <a:spcPts val="0"/>
                        </a:spcAft>
                      </a:pPr>
                      <a:r>
                        <a:rPr lang="en-US" altLang="zh-CN" sz="1600" kern="100" dirty="0">
                          <a:effectLst/>
                          <a:latin typeface="+mn-ea"/>
                          <a:ea typeface="+mn-ea"/>
                          <a:cs typeface="Times New Roman" panose="02020603050405020304" pitchFamily="18" charset="0"/>
                        </a:rPr>
                        <a:t>6-7</a:t>
                      </a:r>
                      <a:r>
                        <a:rPr lang="zh-CN" altLang="en-US" sz="1600" kern="100" dirty="0">
                          <a:effectLst/>
                          <a:latin typeface="+mn-ea"/>
                          <a:ea typeface="+mn-ea"/>
                          <a:cs typeface="Times New Roman" panose="02020603050405020304" pitchFamily="18" charset="0"/>
                        </a:rPr>
                        <a:t>分</a:t>
                      </a:r>
                      <a:endParaRPr lang="en-US" altLang="zh-CN" sz="1600" kern="100" dirty="0">
                        <a:effectLst/>
                        <a:latin typeface="+mn-ea"/>
                        <a:ea typeface="+mn-ea"/>
                        <a:cs typeface="Times New Roman" panose="02020603050405020304" pitchFamily="18" charset="0"/>
                      </a:endParaRPr>
                    </a:p>
                  </a:txBody>
                  <a:tcPr marL="68580" marR="68580" marT="0" marB="0"/>
                </a:tc>
                <a:extLst>
                  <a:ext uri="{0D108BD9-81ED-4DB2-BD59-A6C34878D82A}">
                    <a16:rowId xmlns:a16="http://schemas.microsoft.com/office/drawing/2014/main" val="2151308995"/>
                  </a:ext>
                </a:extLst>
              </a:tr>
              <a:tr h="622283">
                <a:tc>
                  <a:txBody>
                    <a:bodyPr/>
                    <a:lstStyle/>
                    <a:p>
                      <a:pPr indent="0" algn="ctr">
                        <a:lnSpc>
                          <a:spcPct val="125000"/>
                        </a:lnSpc>
                        <a:spcAft>
                          <a:spcPts val="0"/>
                        </a:spcAft>
                      </a:pPr>
                      <a:r>
                        <a:rPr lang="zh-CN" sz="1600" kern="100">
                          <a:effectLst/>
                        </a:rPr>
                        <a:t>水平</a:t>
                      </a:r>
                      <a:r>
                        <a:rPr lang="en-US" sz="1600" kern="100">
                          <a:effectLst/>
                        </a:rPr>
                        <a:t>3</a:t>
                      </a:r>
                      <a:endParaRPr lang="zh-CN" sz="1600" kern="100">
                        <a:effectLst/>
                        <a:latin typeface="+mn-ea"/>
                        <a:ea typeface="+mn-ea"/>
                        <a:cs typeface="Times New Roman" panose="02020603050405020304" pitchFamily="18" charset="0"/>
                      </a:endParaRPr>
                    </a:p>
                  </a:txBody>
                  <a:tcPr marL="68580" marR="68580" marT="0" marB="0" anchor="ctr"/>
                </a:tc>
                <a:tc>
                  <a:txBody>
                    <a:bodyPr/>
                    <a:lstStyle/>
                    <a:p>
                      <a:pPr indent="0" algn="l">
                        <a:lnSpc>
                          <a:spcPct val="125000"/>
                        </a:lnSpc>
                        <a:spcAft>
                          <a:spcPts val="0"/>
                        </a:spcAft>
                      </a:pPr>
                      <a:r>
                        <a:rPr lang="zh-CN" sz="1600" kern="100" dirty="0">
                          <a:effectLst/>
                        </a:rPr>
                        <a:t>观点比较明确，能表达自己的见解；能扣住问题展开论述，知识运用比较准确；逻辑性较强，有条理</a:t>
                      </a:r>
                      <a:endParaRPr lang="zh-CN" sz="1600" kern="100" dirty="0">
                        <a:effectLst/>
                        <a:latin typeface="+mn-ea"/>
                        <a:ea typeface="+mn-ea"/>
                        <a:cs typeface="Times New Roman" panose="02020603050405020304" pitchFamily="18" charset="0"/>
                      </a:endParaRPr>
                    </a:p>
                  </a:txBody>
                  <a:tcPr marL="68580" marR="68580" marT="0" marB="0"/>
                </a:tc>
                <a:tc>
                  <a:txBody>
                    <a:bodyPr/>
                    <a:lstStyle/>
                    <a:p>
                      <a:pPr indent="0" algn="l">
                        <a:lnSpc>
                          <a:spcPct val="125000"/>
                        </a:lnSpc>
                        <a:spcAft>
                          <a:spcPts val="0"/>
                        </a:spcAft>
                      </a:pPr>
                      <a:r>
                        <a:rPr lang="en-US" altLang="zh-CN" sz="1600" kern="100" dirty="0">
                          <a:effectLst/>
                          <a:latin typeface="+mn-ea"/>
                          <a:ea typeface="+mn-ea"/>
                          <a:cs typeface="Times New Roman" panose="02020603050405020304" pitchFamily="18" charset="0"/>
                        </a:rPr>
                        <a:t>3-5</a:t>
                      </a:r>
                      <a:r>
                        <a:rPr lang="zh-CN" altLang="en-US" sz="1600" kern="100" dirty="0">
                          <a:effectLst/>
                          <a:latin typeface="+mn-ea"/>
                          <a:ea typeface="+mn-ea"/>
                          <a:cs typeface="Times New Roman" panose="02020603050405020304" pitchFamily="18" charset="0"/>
                        </a:rPr>
                        <a:t>分</a:t>
                      </a:r>
                      <a:endParaRPr lang="en-US" altLang="zh-CN" sz="1600" kern="100" dirty="0">
                        <a:effectLst/>
                        <a:latin typeface="+mn-ea"/>
                        <a:ea typeface="+mn-ea"/>
                        <a:cs typeface="Times New Roman" panose="02020603050405020304" pitchFamily="18" charset="0"/>
                      </a:endParaRPr>
                    </a:p>
                  </a:txBody>
                  <a:tcPr marL="68580" marR="68580" marT="0" marB="0"/>
                </a:tc>
                <a:extLst>
                  <a:ext uri="{0D108BD9-81ED-4DB2-BD59-A6C34878D82A}">
                    <a16:rowId xmlns:a16="http://schemas.microsoft.com/office/drawing/2014/main" val="3634934195"/>
                  </a:ext>
                </a:extLst>
              </a:tr>
              <a:tr h="610411">
                <a:tc>
                  <a:txBody>
                    <a:bodyPr/>
                    <a:lstStyle/>
                    <a:p>
                      <a:pPr indent="0" algn="ctr">
                        <a:lnSpc>
                          <a:spcPct val="125000"/>
                        </a:lnSpc>
                        <a:spcAft>
                          <a:spcPts val="0"/>
                        </a:spcAft>
                      </a:pPr>
                      <a:r>
                        <a:rPr lang="zh-CN" sz="1600" kern="100">
                          <a:effectLst/>
                        </a:rPr>
                        <a:t>水平</a:t>
                      </a:r>
                      <a:r>
                        <a:rPr lang="en-US" sz="1600" kern="100">
                          <a:effectLst/>
                        </a:rPr>
                        <a:t>2</a:t>
                      </a:r>
                      <a:endParaRPr lang="zh-CN" sz="1600" kern="100">
                        <a:effectLst/>
                        <a:latin typeface="+mn-ea"/>
                        <a:ea typeface="+mn-ea"/>
                        <a:cs typeface="Times New Roman" panose="02020603050405020304" pitchFamily="18" charset="0"/>
                      </a:endParaRPr>
                    </a:p>
                  </a:txBody>
                  <a:tcPr marL="68580" marR="68580" marT="0" marB="0" anchor="ctr"/>
                </a:tc>
                <a:tc>
                  <a:txBody>
                    <a:bodyPr/>
                    <a:lstStyle/>
                    <a:p>
                      <a:pPr indent="0" algn="l">
                        <a:lnSpc>
                          <a:spcPct val="125000"/>
                        </a:lnSpc>
                        <a:spcAft>
                          <a:spcPts val="0"/>
                        </a:spcAft>
                      </a:pPr>
                      <a:r>
                        <a:rPr lang="zh-CN" sz="1600" kern="100" dirty="0">
                          <a:effectLst/>
                        </a:rPr>
                        <a:t>观点不明确；论述不能集中指向问题，简单罗列知识；知识运用不正确；论述缺乏逻辑，条理性差</a:t>
                      </a:r>
                      <a:endParaRPr lang="zh-CN" sz="1600" kern="100" dirty="0">
                        <a:effectLst/>
                        <a:latin typeface="+mn-ea"/>
                        <a:ea typeface="+mn-ea"/>
                        <a:cs typeface="Times New Roman" panose="02020603050405020304" pitchFamily="18" charset="0"/>
                      </a:endParaRPr>
                    </a:p>
                  </a:txBody>
                  <a:tcPr marL="68580" marR="68580" marT="0" marB="0"/>
                </a:tc>
                <a:tc>
                  <a:txBody>
                    <a:bodyPr/>
                    <a:lstStyle/>
                    <a:p>
                      <a:pPr indent="0" algn="l">
                        <a:lnSpc>
                          <a:spcPct val="125000"/>
                        </a:lnSpc>
                        <a:spcAft>
                          <a:spcPts val="0"/>
                        </a:spcAft>
                      </a:pPr>
                      <a:r>
                        <a:rPr lang="en-US" altLang="zh-CN" sz="1600" kern="100" dirty="0">
                          <a:effectLst/>
                          <a:latin typeface="+mn-ea"/>
                          <a:ea typeface="+mn-ea"/>
                          <a:cs typeface="Times New Roman" panose="02020603050405020304" pitchFamily="18" charset="0"/>
                        </a:rPr>
                        <a:t>1-2</a:t>
                      </a:r>
                      <a:r>
                        <a:rPr lang="zh-CN" altLang="en-US" sz="1600" kern="100" dirty="0">
                          <a:effectLst/>
                          <a:latin typeface="+mn-ea"/>
                          <a:ea typeface="+mn-ea"/>
                          <a:cs typeface="Times New Roman" panose="02020603050405020304" pitchFamily="18" charset="0"/>
                        </a:rPr>
                        <a:t>分</a:t>
                      </a:r>
                      <a:endParaRPr lang="en-US" altLang="zh-CN" sz="1600" kern="100" dirty="0">
                        <a:effectLst/>
                        <a:latin typeface="+mn-ea"/>
                        <a:ea typeface="+mn-ea"/>
                        <a:cs typeface="Times New Roman" panose="02020603050405020304" pitchFamily="18" charset="0"/>
                      </a:endParaRPr>
                    </a:p>
                  </a:txBody>
                  <a:tcPr marL="68580" marR="68580" marT="0" marB="0"/>
                </a:tc>
                <a:extLst>
                  <a:ext uri="{0D108BD9-81ED-4DB2-BD59-A6C34878D82A}">
                    <a16:rowId xmlns:a16="http://schemas.microsoft.com/office/drawing/2014/main" val="2748825847"/>
                  </a:ext>
                </a:extLst>
              </a:tr>
              <a:tr h="309658">
                <a:tc>
                  <a:txBody>
                    <a:bodyPr/>
                    <a:lstStyle/>
                    <a:p>
                      <a:pPr indent="0" algn="ctr">
                        <a:lnSpc>
                          <a:spcPct val="125000"/>
                        </a:lnSpc>
                        <a:spcAft>
                          <a:spcPts val="0"/>
                        </a:spcAft>
                      </a:pPr>
                      <a:r>
                        <a:rPr lang="zh-CN" sz="1600" kern="100" dirty="0">
                          <a:effectLst/>
                        </a:rPr>
                        <a:t>水平</a:t>
                      </a:r>
                      <a:r>
                        <a:rPr lang="en-US" sz="1600" kern="100" dirty="0">
                          <a:effectLst/>
                        </a:rPr>
                        <a:t>1</a:t>
                      </a:r>
                      <a:endParaRPr lang="zh-CN" sz="1600" kern="100" dirty="0">
                        <a:effectLst/>
                        <a:latin typeface="+mn-ea"/>
                        <a:ea typeface="+mn-ea"/>
                        <a:cs typeface="Times New Roman" panose="02020603050405020304" pitchFamily="18" charset="0"/>
                      </a:endParaRPr>
                    </a:p>
                  </a:txBody>
                  <a:tcPr marL="68580" marR="68580" marT="0" marB="0" anchor="ctr"/>
                </a:tc>
                <a:tc>
                  <a:txBody>
                    <a:bodyPr/>
                    <a:lstStyle/>
                    <a:p>
                      <a:pPr indent="0" algn="l">
                        <a:lnSpc>
                          <a:spcPct val="125000"/>
                        </a:lnSpc>
                        <a:spcAft>
                          <a:spcPts val="0"/>
                        </a:spcAft>
                      </a:pPr>
                      <a:r>
                        <a:rPr lang="zh-CN" sz="1600" kern="100" dirty="0">
                          <a:effectLst/>
                        </a:rPr>
                        <a:t>应答与试题无关；或重复试题内容；或没有应答</a:t>
                      </a:r>
                      <a:endParaRPr lang="zh-CN" sz="1600" kern="100" dirty="0">
                        <a:effectLst/>
                        <a:latin typeface="+mn-ea"/>
                        <a:ea typeface="+mn-ea"/>
                        <a:cs typeface="Times New Roman" panose="02020603050405020304" pitchFamily="18" charset="0"/>
                      </a:endParaRPr>
                    </a:p>
                  </a:txBody>
                  <a:tcPr marL="68580" marR="68580" marT="0" marB="0"/>
                </a:tc>
                <a:tc>
                  <a:txBody>
                    <a:bodyPr/>
                    <a:lstStyle/>
                    <a:p>
                      <a:pPr indent="0" algn="l">
                        <a:lnSpc>
                          <a:spcPct val="125000"/>
                        </a:lnSpc>
                        <a:spcAft>
                          <a:spcPts val="0"/>
                        </a:spcAft>
                      </a:pPr>
                      <a:r>
                        <a:rPr lang="en-US" altLang="zh-CN" sz="1600" kern="100" dirty="0">
                          <a:effectLst/>
                          <a:latin typeface="+mn-ea"/>
                          <a:ea typeface="+mn-ea"/>
                          <a:cs typeface="Times New Roman" panose="02020603050405020304" pitchFamily="18" charset="0"/>
                        </a:rPr>
                        <a:t>0</a:t>
                      </a:r>
                      <a:r>
                        <a:rPr lang="zh-CN" altLang="en-US" sz="1600" kern="100" dirty="0">
                          <a:effectLst/>
                          <a:latin typeface="+mn-ea"/>
                          <a:ea typeface="+mn-ea"/>
                          <a:cs typeface="Times New Roman" panose="02020603050405020304" pitchFamily="18" charset="0"/>
                        </a:rPr>
                        <a:t>分</a:t>
                      </a:r>
                      <a:endParaRPr lang="zh-CN" sz="1600" kern="100" dirty="0">
                        <a:effectLst/>
                        <a:latin typeface="+mn-ea"/>
                        <a:ea typeface="+mn-ea"/>
                        <a:cs typeface="Times New Roman" panose="02020603050405020304" pitchFamily="18" charset="0"/>
                      </a:endParaRPr>
                    </a:p>
                  </a:txBody>
                  <a:tcPr marL="68580" marR="68580" marT="0" marB="0"/>
                </a:tc>
                <a:extLst>
                  <a:ext uri="{0D108BD9-81ED-4DB2-BD59-A6C34878D82A}">
                    <a16:rowId xmlns:a16="http://schemas.microsoft.com/office/drawing/2014/main" val="1045177811"/>
                  </a:ext>
                </a:extLst>
              </a:tr>
            </a:tbl>
          </a:graphicData>
        </a:graphic>
      </p:graphicFrame>
      <p:graphicFrame>
        <p:nvGraphicFramePr>
          <p:cNvPr id="28" name="图示 27">
            <a:extLst>
              <a:ext uri="{FF2B5EF4-FFF2-40B4-BE49-F238E27FC236}">
                <a16:creationId xmlns:a16="http://schemas.microsoft.com/office/drawing/2014/main" id="{2845CDD8-DF93-4D7D-99EE-75300BE9D07D}"/>
              </a:ext>
            </a:extLst>
          </p:cNvPr>
          <p:cNvGraphicFramePr/>
          <p:nvPr>
            <p:extLst>
              <p:ext uri="{D42A27DB-BD31-4B8C-83A1-F6EECF244321}">
                <p14:modId xmlns:p14="http://schemas.microsoft.com/office/powerpoint/2010/main" val="2795148566"/>
              </p:ext>
            </p:extLst>
          </p:nvPr>
        </p:nvGraphicFramePr>
        <p:xfrm>
          <a:off x="1572168" y="4420543"/>
          <a:ext cx="5661834" cy="5275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1" name="文本框 50">
            <a:extLst>
              <a:ext uri="{FF2B5EF4-FFF2-40B4-BE49-F238E27FC236}">
                <a16:creationId xmlns:a16="http://schemas.microsoft.com/office/drawing/2014/main" id="{2153563D-1B06-4293-BD5D-AE4F79A2CD8D}"/>
              </a:ext>
            </a:extLst>
          </p:cNvPr>
          <p:cNvSpPr txBox="1"/>
          <p:nvPr/>
        </p:nvSpPr>
        <p:spPr>
          <a:xfrm>
            <a:off x="7985805" y="4499630"/>
            <a:ext cx="1920375" cy="369332"/>
          </a:xfrm>
          <a:prstGeom prst="rect">
            <a:avLst/>
          </a:prstGeom>
          <a:noFill/>
        </p:spPr>
        <p:txBody>
          <a:bodyPr wrap="square" rtlCol="0">
            <a:spAutoFit/>
          </a:bodyPr>
          <a:lstStyle/>
          <a:p>
            <a:r>
              <a:rPr lang="zh-CN" altLang="en-US" dirty="0">
                <a:solidFill>
                  <a:srgbClr val="FF0000"/>
                </a:solidFill>
              </a:rPr>
              <a:t>多角度全面理解</a:t>
            </a:r>
          </a:p>
        </p:txBody>
      </p:sp>
      <p:sp>
        <p:nvSpPr>
          <p:cNvPr id="17" name="箭头: 下 16">
            <a:extLst>
              <a:ext uri="{FF2B5EF4-FFF2-40B4-BE49-F238E27FC236}">
                <a16:creationId xmlns:a16="http://schemas.microsoft.com/office/drawing/2014/main" id="{63B1588E-2E27-432A-B85E-D8D021A49BCA}"/>
              </a:ext>
            </a:extLst>
          </p:cNvPr>
          <p:cNvSpPr/>
          <p:nvPr/>
        </p:nvSpPr>
        <p:spPr>
          <a:xfrm rot="16200000">
            <a:off x="4194448" y="4495232"/>
            <a:ext cx="218835" cy="2326200"/>
          </a:xfrm>
          <a:prstGeom prst="downArrow">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4F3C5B08-0239-4E03-8365-91C9D4E1F920}"/>
              </a:ext>
            </a:extLst>
          </p:cNvPr>
          <p:cNvSpPr txBox="1"/>
          <p:nvPr/>
        </p:nvSpPr>
        <p:spPr>
          <a:xfrm>
            <a:off x="1783921" y="5061164"/>
            <a:ext cx="998991" cy="369332"/>
          </a:xfrm>
          <a:prstGeom prst="rect">
            <a:avLst/>
          </a:prstGeom>
          <a:noFill/>
        </p:spPr>
        <p:txBody>
          <a:bodyPr wrap="none" rtlCol="0">
            <a:spAutoFit/>
          </a:bodyPr>
          <a:lstStyle/>
          <a:p>
            <a:r>
              <a:rPr lang="zh-CN" altLang="en-US" dirty="0"/>
              <a:t>浅层</a:t>
            </a:r>
            <a:r>
              <a:rPr lang="en-US" altLang="zh-CN" dirty="0"/>
              <a:t>2</a:t>
            </a:r>
            <a:r>
              <a:rPr lang="zh-CN" altLang="en-US" dirty="0"/>
              <a:t>分</a:t>
            </a:r>
            <a:endParaRPr lang="en-US" altLang="zh-CN" dirty="0"/>
          </a:p>
        </p:txBody>
      </p:sp>
      <p:sp>
        <p:nvSpPr>
          <p:cNvPr id="21" name="文本框 20">
            <a:extLst>
              <a:ext uri="{FF2B5EF4-FFF2-40B4-BE49-F238E27FC236}">
                <a16:creationId xmlns:a16="http://schemas.microsoft.com/office/drawing/2014/main" id="{9111FCBF-E650-48F6-982F-CA271A8F5CE0}"/>
              </a:ext>
            </a:extLst>
          </p:cNvPr>
          <p:cNvSpPr txBox="1"/>
          <p:nvPr/>
        </p:nvSpPr>
        <p:spPr>
          <a:xfrm>
            <a:off x="3887355" y="5050564"/>
            <a:ext cx="998991" cy="369332"/>
          </a:xfrm>
          <a:prstGeom prst="rect">
            <a:avLst/>
          </a:prstGeom>
          <a:noFill/>
        </p:spPr>
        <p:txBody>
          <a:bodyPr wrap="none" rtlCol="0">
            <a:spAutoFit/>
          </a:bodyPr>
          <a:lstStyle/>
          <a:p>
            <a:r>
              <a:rPr lang="zh-CN" altLang="en-US" dirty="0"/>
              <a:t>中层</a:t>
            </a:r>
            <a:r>
              <a:rPr lang="en-US" altLang="zh-CN" dirty="0"/>
              <a:t>2</a:t>
            </a:r>
            <a:r>
              <a:rPr lang="zh-CN" altLang="en-US" dirty="0"/>
              <a:t>分</a:t>
            </a:r>
          </a:p>
        </p:txBody>
      </p:sp>
      <p:sp>
        <p:nvSpPr>
          <p:cNvPr id="22" name="文本框 21">
            <a:extLst>
              <a:ext uri="{FF2B5EF4-FFF2-40B4-BE49-F238E27FC236}">
                <a16:creationId xmlns:a16="http://schemas.microsoft.com/office/drawing/2014/main" id="{B219F6C7-7E36-4645-AD86-955CFCD2A6AA}"/>
              </a:ext>
            </a:extLst>
          </p:cNvPr>
          <p:cNvSpPr txBox="1"/>
          <p:nvPr/>
        </p:nvSpPr>
        <p:spPr>
          <a:xfrm>
            <a:off x="5990789" y="5050564"/>
            <a:ext cx="998991" cy="369332"/>
          </a:xfrm>
          <a:prstGeom prst="rect">
            <a:avLst/>
          </a:prstGeom>
          <a:noFill/>
        </p:spPr>
        <p:txBody>
          <a:bodyPr wrap="none" rtlCol="0">
            <a:spAutoFit/>
          </a:bodyPr>
          <a:lstStyle/>
          <a:p>
            <a:r>
              <a:rPr lang="zh-CN" altLang="en-US" dirty="0"/>
              <a:t>深层</a:t>
            </a:r>
            <a:r>
              <a:rPr lang="en-US" altLang="zh-CN" dirty="0"/>
              <a:t>2</a:t>
            </a:r>
            <a:r>
              <a:rPr lang="zh-CN" altLang="en-US" dirty="0"/>
              <a:t>分</a:t>
            </a:r>
          </a:p>
        </p:txBody>
      </p:sp>
      <p:sp>
        <p:nvSpPr>
          <p:cNvPr id="8" name="文本框 7">
            <a:extLst>
              <a:ext uri="{FF2B5EF4-FFF2-40B4-BE49-F238E27FC236}">
                <a16:creationId xmlns:a16="http://schemas.microsoft.com/office/drawing/2014/main" id="{1B5E0E25-7A39-4D81-AD68-8CA28EC49591}"/>
              </a:ext>
            </a:extLst>
          </p:cNvPr>
          <p:cNvSpPr txBox="1"/>
          <p:nvPr/>
        </p:nvSpPr>
        <p:spPr>
          <a:xfrm>
            <a:off x="1729480" y="5467599"/>
            <a:ext cx="1107996" cy="369332"/>
          </a:xfrm>
          <a:prstGeom prst="rect">
            <a:avLst/>
          </a:prstGeom>
          <a:noFill/>
        </p:spPr>
        <p:txBody>
          <a:bodyPr wrap="none" rtlCol="0">
            <a:spAutoFit/>
          </a:bodyPr>
          <a:lstStyle/>
          <a:p>
            <a:r>
              <a:rPr lang="zh-CN" altLang="en-US" dirty="0"/>
              <a:t>外在个性</a:t>
            </a:r>
          </a:p>
        </p:txBody>
      </p:sp>
      <p:sp>
        <p:nvSpPr>
          <p:cNvPr id="24" name="文本框 23">
            <a:extLst>
              <a:ext uri="{FF2B5EF4-FFF2-40B4-BE49-F238E27FC236}">
                <a16:creationId xmlns:a16="http://schemas.microsoft.com/office/drawing/2014/main" id="{55B2C249-72F6-458E-9F48-869BF7817E22}"/>
              </a:ext>
            </a:extLst>
          </p:cNvPr>
          <p:cNvSpPr txBox="1"/>
          <p:nvPr/>
        </p:nvSpPr>
        <p:spPr>
          <a:xfrm>
            <a:off x="5660072" y="5467599"/>
            <a:ext cx="1800493" cy="369332"/>
          </a:xfrm>
          <a:prstGeom prst="rect">
            <a:avLst/>
          </a:prstGeom>
          <a:noFill/>
        </p:spPr>
        <p:txBody>
          <a:bodyPr wrap="none" rtlCol="0">
            <a:spAutoFit/>
          </a:bodyPr>
          <a:lstStyle/>
          <a:p>
            <a:r>
              <a:rPr lang="zh-CN" altLang="en-US" dirty="0"/>
              <a:t>内在共性的提炼</a:t>
            </a:r>
          </a:p>
        </p:txBody>
      </p:sp>
      <p:sp>
        <p:nvSpPr>
          <p:cNvPr id="26" name="文本框 25">
            <a:extLst>
              <a:ext uri="{FF2B5EF4-FFF2-40B4-BE49-F238E27FC236}">
                <a16:creationId xmlns:a16="http://schemas.microsoft.com/office/drawing/2014/main" id="{734FF092-CBEE-465F-97F8-B99FC9F7615D}"/>
              </a:ext>
            </a:extLst>
          </p:cNvPr>
          <p:cNvSpPr txBox="1"/>
          <p:nvPr/>
        </p:nvSpPr>
        <p:spPr>
          <a:xfrm>
            <a:off x="1783921" y="6070728"/>
            <a:ext cx="4859022" cy="369332"/>
          </a:xfrm>
          <a:prstGeom prst="rect">
            <a:avLst/>
          </a:prstGeom>
          <a:noFill/>
        </p:spPr>
        <p:txBody>
          <a:bodyPr wrap="none" rtlCol="0">
            <a:spAutoFit/>
          </a:bodyPr>
          <a:lstStyle/>
          <a:p>
            <a:r>
              <a:rPr lang="zh-CN" altLang="en-US" dirty="0"/>
              <a:t>知识</a:t>
            </a:r>
            <a:r>
              <a:rPr lang="en-US" altLang="zh-CN" dirty="0"/>
              <a:t>+</a:t>
            </a:r>
            <a:r>
              <a:rPr lang="zh-CN" altLang="en-US" dirty="0"/>
              <a:t>分析，</a:t>
            </a:r>
            <a:r>
              <a:rPr lang="en-US" altLang="zh-CN" dirty="0"/>
              <a:t>3</a:t>
            </a:r>
            <a:r>
              <a:rPr lang="zh-CN" altLang="en-US" dirty="0"/>
              <a:t>层</a:t>
            </a:r>
            <a:r>
              <a:rPr lang="en-US" altLang="zh-CN" dirty="0"/>
              <a:t>6</a:t>
            </a:r>
            <a:r>
              <a:rPr lang="zh-CN" altLang="en-US" dirty="0"/>
              <a:t>分；逻辑层次，层层深入</a:t>
            </a:r>
            <a:r>
              <a:rPr lang="en-US" altLang="zh-CN" dirty="0"/>
              <a:t>1</a:t>
            </a:r>
            <a:r>
              <a:rPr lang="zh-CN" altLang="en-US" dirty="0"/>
              <a:t>分</a:t>
            </a:r>
          </a:p>
        </p:txBody>
      </p:sp>
      <p:sp>
        <p:nvSpPr>
          <p:cNvPr id="9" name="矩形 8">
            <a:extLst>
              <a:ext uri="{FF2B5EF4-FFF2-40B4-BE49-F238E27FC236}">
                <a16:creationId xmlns:a16="http://schemas.microsoft.com/office/drawing/2014/main" id="{89DAAFFC-76BC-481F-B622-FBA5A50EDEB6}"/>
              </a:ext>
            </a:extLst>
          </p:cNvPr>
          <p:cNvSpPr/>
          <p:nvPr/>
        </p:nvSpPr>
        <p:spPr>
          <a:xfrm>
            <a:off x="7486310" y="5467599"/>
            <a:ext cx="998991" cy="369332"/>
          </a:xfrm>
          <a:prstGeom prst="rect">
            <a:avLst/>
          </a:prstGeom>
        </p:spPr>
        <p:txBody>
          <a:bodyPr wrap="none">
            <a:spAutoFit/>
          </a:bodyPr>
          <a:lstStyle/>
          <a:p>
            <a:r>
              <a:rPr lang="zh-CN" altLang="en-US" dirty="0"/>
              <a:t>逻辑</a:t>
            </a:r>
            <a:r>
              <a:rPr lang="en-US" altLang="zh-CN" dirty="0"/>
              <a:t>1</a:t>
            </a:r>
            <a:r>
              <a:rPr lang="zh-CN" altLang="en-US" dirty="0"/>
              <a:t>分</a:t>
            </a:r>
            <a:endParaRPr lang="en-US" altLang="zh-CN" dirty="0"/>
          </a:p>
        </p:txBody>
      </p:sp>
    </p:spTree>
    <p:extLst>
      <p:ext uri="{BB962C8B-B14F-4D97-AF65-F5344CB8AC3E}">
        <p14:creationId xmlns:p14="http://schemas.microsoft.com/office/powerpoint/2010/main" val="1651916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6D648A3-BAA0-4284-B515-575E635769FD}"/>
              </a:ext>
            </a:extLst>
          </p:cNvPr>
          <p:cNvSpPr/>
          <p:nvPr/>
        </p:nvSpPr>
        <p:spPr>
          <a:xfrm>
            <a:off x="1043471" y="1862844"/>
            <a:ext cx="10105057" cy="3713517"/>
          </a:xfrm>
          <a:prstGeom prst="rect">
            <a:avLst/>
          </a:prstGeom>
        </p:spPr>
        <p:txBody>
          <a:bodyPr wrap="square">
            <a:spAutoFit/>
          </a:bodyPr>
          <a:lstStyle/>
          <a:p>
            <a:pPr indent="533400" algn="just">
              <a:lnSpc>
                <a:spcPct val="150000"/>
              </a:lnSpc>
            </a:pP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中国色源于自然，代表了民俗、场景，乃至文化故事，是中国人看待世界的方式，中国色沉淀着中国人独特的审美，凝聚着东方独有的哲学意境。</a:t>
            </a:r>
          </a:p>
          <a:p>
            <a:pPr indent="533400" algn="just">
              <a:lnSpc>
                <a:spcPct val="150000"/>
              </a:lnSpc>
            </a:pP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中国色的美可在书画、文学、工艺、生活乃至中华民族的文明史中感知和品味，让人生发对美好事物、美好生活的向往和追求，中国色的美是独特的中华文化的美，涵养着中国人的精神气质。 </a:t>
            </a:r>
          </a:p>
          <a:p>
            <a:pPr indent="533400" algn="just">
              <a:lnSpc>
                <a:spcPct val="150000"/>
              </a:lnSpc>
            </a:pP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中国色，美在了中国人的心上，是中国人对中华优秀文化的认同、自豪和自信，是对中国色蕴含的中华民族共同的价值观、理想信念的认同和追求，我们应自觉的传承与创新，铸就中华文化新辉煌。</a:t>
            </a:r>
          </a:p>
        </p:txBody>
      </p:sp>
      <p:sp>
        <p:nvSpPr>
          <p:cNvPr id="39" name="矩形 38">
            <a:extLst>
              <a:ext uri="{FF2B5EF4-FFF2-40B4-BE49-F238E27FC236}">
                <a16:creationId xmlns:a16="http://schemas.microsoft.com/office/drawing/2014/main" id="{D3825A1B-F243-43B9-8BE9-CB2D6748E75F}"/>
              </a:ext>
            </a:extLst>
          </p:cNvPr>
          <p:cNvSpPr/>
          <p:nvPr/>
        </p:nvSpPr>
        <p:spPr>
          <a:xfrm>
            <a:off x="822450" y="1142441"/>
            <a:ext cx="9925063" cy="481863"/>
          </a:xfrm>
          <a:prstGeom prst="rect">
            <a:avLst/>
          </a:prstGeom>
        </p:spPr>
        <p:txBody>
          <a:bodyPr wrap="square">
            <a:spAutoFit/>
          </a:bodyPr>
          <a:lstStyle/>
          <a:p>
            <a:pPr indent="533400" algn="just">
              <a:lnSpc>
                <a:spcPct val="150000"/>
              </a:lnSpc>
            </a:pPr>
            <a:r>
              <a:rPr lang="en-US" altLang="zh-CN"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16.</a:t>
            </a: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示例：</a:t>
            </a:r>
            <a:endParaRPr lang="en-US" altLang="zh-CN"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4219542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920D8BD4-C6F0-47DD-ADDB-0C6BD75DBD9E}"/>
              </a:ext>
            </a:extLst>
          </p:cNvPr>
          <p:cNvSpPr/>
          <p:nvPr/>
        </p:nvSpPr>
        <p:spPr>
          <a:xfrm>
            <a:off x="1440576" y="159804"/>
            <a:ext cx="7301133" cy="1405193"/>
          </a:xfrm>
          <a:prstGeom prst="rect">
            <a:avLst/>
          </a:prstGeom>
        </p:spPr>
        <p:txBody>
          <a:bodyPr wrap="square">
            <a:spAutoFit/>
          </a:bodyPr>
          <a:lstStyle/>
          <a:p>
            <a:pPr indent="533400" algn="just">
              <a:lnSpc>
                <a:spcPct val="150000"/>
              </a:lnSpc>
            </a:pPr>
            <a:r>
              <a:rPr lang="en-US" altLang="zh-CN"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17.</a:t>
            </a: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a:t>
            </a:r>
            <a:r>
              <a:rPr lang="en-US" altLang="zh-CN"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8</a:t>
            </a: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分）</a:t>
            </a:r>
            <a:endParaRPr lang="en-US" altLang="zh-CN"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endParaRPr>
          </a:p>
          <a:p>
            <a:pPr indent="533400" algn="just">
              <a:lnSpc>
                <a:spcPct val="150000"/>
              </a:lnSpc>
            </a:pP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结合材料，运用</a:t>
            </a:r>
            <a:r>
              <a:rPr lang="en-US" altLang="zh-CN"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a:t>
            </a: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政治与法治</a:t>
            </a:r>
            <a:r>
              <a:rPr lang="en-US" altLang="zh-CN"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a:t>
            </a: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和</a:t>
            </a:r>
            <a:r>
              <a:rPr lang="en-US" altLang="zh-CN"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a:t>
            </a: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法律与生活</a:t>
            </a:r>
            <a:r>
              <a:rPr lang="en-US" altLang="zh-CN"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a:t>
            </a: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知识，分析北京市是如何通过城市更新打造高品质活力空间的。</a:t>
            </a:r>
          </a:p>
        </p:txBody>
      </p:sp>
      <p:cxnSp>
        <p:nvCxnSpPr>
          <p:cNvPr id="9" name="直接箭头连接符 8">
            <a:extLst>
              <a:ext uri="{FF2B5EF4-FFF2-40B4-BE49-F238E27FC236}">
                <a16:creationId xmlns:a16="http://schemas.microsoft.com/office/drawing/2014/main" id="{45AA827E-E78E-45F6-9599-0654C2AA548F}"/>
              </a:ext>
            </a:extLst>
          </p:cNvPr>
          <p:cNvCxnSpPr>
            <a:cxnSpLocks/>
          </p:cNvCxnSpPr>
          <p:nvPr/>
        </p:nvCxnSpPr>
        <p:spPr>
          <a:xfrm flipH="1">
            <a:off x="3372939" y="1674640"/>
            <a:ext cx="240176" cy="33410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 name="TextBox 7">
            <a:extLst>
              <a:ext uri="{FF2B5EF4-FFF2-40B4-BE49-F238E27FC236}">
                <a16:creationId xmlns:a16="http://schemas.microsoft.com/office/drawing/2014/main" id="{A859904B-92F5-468D-9AD8-CD4F803748FD}"/>
              </a:ext>
            </a:extLst>
          </p:cNvPr>
          <p:cNvSpPr txBox="1"/>
          <p:nvPr/>
        </p:nvSpPr>
        <p:spPr>
          <a:xfrm>
            <a:off x="5764813" y="2035404"/>
            <a:ext cx="2845651" cy="1200329"/>
          </a:xfrm>
          <a:prstGeom prst="rect">
            <a:avLst/>
          </a:prstGeom>
          <a:noFill/>
        </p:spPr>
        <p:txBody>
          <a:bodyPr wrap="none" rtlCol="0">
            <a:spAutoFit/>
          </a:bodyPr>
          <a:lstStyle/>
          <a:p>
            <a:r>
              <a:rPr lang="zh-CN" altLang="en-US" dirty="0"/>
              <a:t>对高品质活力作用（果）</a:t>
            </a:r>
            <a:r>
              <a:rPr lang="en-US" altLang="zh-CN" dirty="0"/>
              <a:t>1</a:t>
            </a:r>
          </a:p>
          <a:p>
            <a:r>
              <a:rPr lang="zh-CN" altLang="en-US" dirty="0"/>
              <a:t>对高品质活力作用（果）</a:t>
            </a:r>
            <a:r>
              <a:rPr lang="en-US" altLang="zh-CN" dirty="0"/>
              <a:t>2</a:t>
            </a:r>
          </a:p>
          <a:p>
            <a:r>
              <a:rPr lang="zh-CN" altLang="en-US" dirty="0"/>
              <a:t>对高品质活力作用（果）</a:t>
            </a:r>
            <a:r>
              <a:rPr lang="en-US" altLang="zh-CN" dirty="0"/>
              <a:t>3</a:t>
            </a:r>
          </a:p>
          <a:p>
            <a:r>
              <a:rPr lang="zh-CN" altLang="en-US" dirty="0"/>
              <a:t>对高品质活力作用（果）</a:t>
            </a:r>
            <a:r>
              <a:rPr lang="en-US" altLang="zh-CN" dirty="0"/>
              <a:t>4</a:t>
            </a:r>
            <a:endParaRPr lang="zh-CN" altLang="en-US" dirty="0"/>
          </a:p>
        </p:txBody>
      </p:sp>
      <p:cxnSp>
        <p:nvCxnSpPr>
          <p:cNvPr id="11" name="直接箭头连接符 10">
            <a:extLst>
              <a:ext uri="{FF2B5EF4-FFF2-40B4-BE49-F238E27FC236}">
                <a16:creationId xmlns:a16="http://schemas.microsoft.com/office/drawing/2014/main" id="{0AAAA8B2-C92A-40C7-92DB-1162A06214CE}"/>
              </a:ext>
            </a:extLst>
          </p:cNvPr>
          <p:cNvCxnSpPr>
            <a:cxnSpLocks/>
          </p:cNvCxnSpPr>
          <p:nvPr/>
        </p:nvCxnSpPr>
        <p:spPr>
          <a:xfrm>
            <a:off x="5747229" y="1666127"/>
            <a:ext cx="1241118" cy="33410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 name="TextBox 10">
            <a:extLst>
              <a:ext uri="{FF2B5EF4-FFF2-40B4-BE49-F238E27FC236}">
                <a16:creationId xmlns:a16="http://schemas.microsoft.com/office/drawing/2014/main" id="{A53672E9-6C88-41CD-9D86-F3153A22ADD0}"/>
              </a:ext>
            </a:extLst>
          </p:cNvPr>
          <p:cNvSpPr txBox="1"/>
          <p:nvPr/>
        </p:nvSpPr>
        <p:spPr>
          <a:xfrm>
            <a:off x="2844956" y="2044402"/>
            <a:ext cx="768159" cy="1200329"/>
          </a:xfrm>
          <a:prstGeom prst="rect">
            <a:avLst/>
          </a:prstGeom>
          <a:noFill/>
        </p:spPr>
        <p:txBody>
          <a:bodyPr wrap="none" rtlCol="0">
            <a:spAutoFit/>
          </a:bodyPr>
          <a:lstStyle/>
          <a:p>
            <a:r>
              <a:rPr lang="zh-CN" altLang="en-US" dirty="0"/>
              <a:t>路径</a:t>
            </a:r>
            <a:r>
              <a:rPr lang="en-US" altLang="zh-CN" dirty="0"/>
              <a:t>1</a:t>
            </a:r>
          </a:p>
          <a:p>
            <a:r>
              <a:rPr lang="zh-CN" altLang="en-US" dirty="0"/>
              <a:t>路径</a:t>
            </a:r>
            <a:r>
              <a:rPr lang="en-US" altLang="zh-CN" dirty="0"/>
              <a:t>2</a:t>
            </a:r>
          </a:p>
          <a:p>
            <a:r>
              <a:rPr lang="zh-CN" altLang="en-US" dirty="0"/>
              <a:t>路径</a:t>
            </a:r>
            <a:r>
              <a:rPr lang="en-US" altLang="zh-CN" dirty="0"/>
              <a:t>3</a:t>
            </a:r>
          </a:p>
          <a:p>
            <a:r>
              <a:rPr lang="zh-CN" altLang="en-US" dirty="0"/>
              <a:t>路径</a:t>
            </a:r>
            <a:r>
              <a:rPr lang="en-US" altLang="zh-CN" dirty="0"/>
              <a:t>4</a:t>
            </a:r>
            <a:endParaRPr lang="zh-CN" altLang="en-US" dirty="0"/>
          </a:p>
        </p:txBody>
      </p:sp>
      <p:cxnSp>
        <p:nvCxnSpPr>
          <p:cNvPr id="13" name="直接箭头连接符 12">
            <a:extLst>
              <a:ext uri="{FF2B5EF4-FFF2-40B4-BE49-F238E27FC236}">
                <a16:creationId xmlns:a16="http://schemas.microsoft.com/office/drawing/2014/main" id="{D5C4696F-74DA-4EF1-B4C3-21F0B925D494}"/>
              </a:ext>
            </a:extLst>
          </p:cNvPr>
          <p:cNvCxnSpPr/>
          <p:nvPr/>
        </p:nvCxnSpPr>
        <p:spPr>
          <a:xfrm flipV="1">
            <a:off x="3616559" y="2211250"/>
            <a:ext cx="2148254" cy="879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AD39A35A-52EF-4573-8133-13D5C4793B67}"/>
              </a:ext>
            </a:extLst>
          </p:cNvPr>
          <p:cNvCxnSpPr>
            <a:cxnSpLocks/>
          </p:cNvCxnSpPr>
          <p:nvPr/>
        </p:nvCxnSpPr>
        <p:spPr>
          <a:xfrm>
            <a:off x="3616559" y="2497069"/>
            <a:ext cx="213067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FDF9B037-EAA7-49FB-A484-1700F2CF4426}"/>
              </a:ext>
            </a:extLst>
          </p:cNvPr>
          <p:cNvCxnSpPr/>
          <p:nvPr/>
        </p:nvCxnSpPr>
        <p:spPr>
          <a:xfrm>
            <a:off x="3651876" y="2765166"/>
            <a:ext cx="216290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76EE695E-2D3A-4622-BB06-12CA5650436B}"/>
              </a:ext>
            </a:extLst>
          </p:cNvPr>
          <p:cNvCxnSpPr/>
          <p:nvPr/>
        </p:nvCxnSpPr>
        <p:spPr>
          <a:xfrm>
            <a:off x="3651876" y="3033680"/>
            <a:ext cx="216290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92945980-6005-47A9-84A2-7298088B6787}"/>
              </a:ext>
            </a:extLst>
          </p:cNvPr>
          <p:cNvSpPr txBox="1"/>
          <p:nvPr/>
        </p:nvSpPr>
        <p:spPr>
          <a:xfrm>
            <a:off x="1212589" y="5872207"/>
            <a:ext cx="3520741" cy="369332"/>
          </a:xfrm>
          <a:prstGeom prst="rect">
            <a:avLst/>
          </a:prstGeom>
          <a:noFill/>
        </p:spPr>
        <p:txBody>
          <a:bodyPr wrap="square" rtlCol="0">
            <a:spAutoFit/>
          </a:bodyPr>
          <a:lstStyle/>
          <a:p>
            <a:r>
              <a:rPr lang="zh-CN" altLang="en-US" dirty="0">
                <a:solidFill>
                  <a:srgbClr val="FF0000"/>
                </a:solidFill>
              </a:rPr>
              <a:t>可替代的知识点、层次：？</a:t>
            </a:r>
          </a:p>
        </p:txBody>
      </p:sp>
      <p:sp>
        <p:nvSpPr>
          <p:cNvPr id="4" name="矩形 3">
            <a:extLst>
              <a:ext uri="{FF2B5EF4-FFF2-40B4-BE49-F238E27FC236}">
                <a16:creationId xmlns:a16="http://schemas.microsoft.com/office/drawing/2014/main" id="{BD46DFC0-CC1D-477D-BC0F-E2E8B1D1938D}"/>
              </a:ext>
            </a:extLst>
          </p:cNvPr>
          <p:cNvSpPr/>
          <p:nvPr/>
        </p:nvSpPr>
        <p:spPr>
          <a:xfrm>
            <a:off x="1096795" y="3322068"/>
            <a:ext cx="10541985" cy="2177904"/>
          </a:xfrm>
          <a:prstGeom prst="rect">
            <a:avLst/>
          </a:prstGeom>
        </p:spPr>
        <p:txBody>
          <a:bodyPr wrap="square">
            <a:spAutoFit/>
          </a:bodyPr>
          <a:lstStyle/>
          <a:p>
            <a:pPr algn="just">
              <a:lnSpc>
                <a:spcPct val="125000"/>
              </a:lnSpc>
              <a:spcAft>
                <a:spcPts val="0"/>
              </a:spcAft>
            </a:pPr>
            <a:r>
              <a:rPr lang="zh-CN" altLang="zh-CN" sz="2200" kern="100" dirty="0">
                <a:solidFill>
                  <a:srgbClr val="000000"/>
                </a:solidFill>
                <a:latin typeface="+mn-ea"/>
                <a:cs typeface="Times New Roman" panose="02020603050405020304" pitchFamily="18" charset="0"/>
              </a:rPr>
              <a:t>坚持党的领导，政府、居民、企业、社会多方协同共治，推动城市人居环境改善。</a:t>
            </a:r>
            <a:r>
              <a:rPr lang="zh-CN" altLang="en-US" sz="2200" kern="100" dirty="0">
                <a:solidFill>
                  <a:srgbClr val="000000"/>
                </a:solidFill>
                <a:latin typeface="+mn-ea"/>
                <a:cs typeface="Times New Roman" panose="02020603050405020304" pitchFamily="18" charset="0"/>
              </a:rPr>
              <a:t>（</a:t>
            </a:r>
            <a:r>
              <a:rPr lang="en-US" altLang="zh-CN" sz="2200" kern="100" dirty="0">
                <a:solidFill>
                  <a:srgbClr val="000000"/>
                </a:solidFill>
                <a:latin typeface="+mn-ea"/>
                <a:cs typeface="Times New Roman" panose="02020603050405020304" pitchFamily="18" charset="0"/>
              </a:rPr>
              <a:t>2</a:t>
            </a:r>
            <a:r>
              <a:rPr lang="zh-CN" altLang="en-US" sz="2200" kern="100" dirty="0">
                <a:solidFill>
                  <a:srgbClr val="000000"/>
                </a:solidFill>
                <a:latin typeface="+mn-ea"/>
                <a:cs typeface="Times New Roman" panose="02020603050405020304" pitchFamily="18" charset="0"/>
              </a:rPr>
              <a:t>分）</a:t>
            </a:r>
            <a:endParaRPr lang="en-US" altLang="zh-CN" sz="2200" kern="100" dirty="0">
              <a:solidFill>
                <a:srgbClr val="000000"/>
              </a:solidFill>
              <a:latin typeface="+mn-ea"/>
              <a:cs typeface="Times New Roman" panose="02020603050405020304" pitchFamily="18" charset="0"/>
            </a:endParaRPr>
          </a:p>
          <a:p>
            <a:pPr algn="just">
              <a:lnSpc>
                <a:spcPct val="125000"/>
              </a:lnSpc>
              <a:spcAft>
                <a:spcPts val="0"/>
              </a:spcAft>
            </a:pPr>
            <a:r>
              <a:rPr lang="zh-CN" altLang="zh-CN" sz="2200" kern="100" dirty="0">
                <a:solidFill>
                  <a:srgbClr val="000000"/>
                </a:solidFill>
                <a:latin typeface="+mn-ea"/>
                <a:cs typeface="Times New Roman" panose="02020603050405020304" pitchFamily="18" charset="0"/>
              </a:rPr>
              <a:t>以人民为中心，政府建管并重，优化公共服务，提高城市更新效能。</a:t>
            </a:r>
            <a:r>
              <a:rPr lang="zh-CN" altLang="en-US" sz="2200" kern="100" dirty="0">
                <a:solidFill>
                  <a:srgbClr val="000000"/>
                </a:solidFill>
                <a:latin typeface="+mn-ea"/>
                <a:cs typeface="Times New Roman" panose="02020603050405020304" pitchFamily="18" charset="0"/>
              </a:rPr>
              <a:t>（</a:t>
            </a:r>
            <a:r>
              <a:rPr lang="en-US" altLang="zh-CN" sz="2200" kern="100" dirty="0">
                <a:solidFill>
                  <a:srgbClr val="000000"/>
                </a:solidFill>
                <a:latin typeface="+mn-ea"/>
                <a:cs typeface="Times New Roman" panose="02020603050405020304" pitchFamily="18" charset="0"/>
              </a:rPr>
              <a:t>2</a:t>
            </a:r>
            <a:r>
              <a:rPr lang="zh-CN" altLang="en-US" sz="2200" kern="100" dirty="0">
                <a:solidFill>
                  <a:srgbClr val="000000"/>
                </a:solidFill>
                <a:latin typeface="+mn-ea"/>
                <a:cs typeface="Times New Roman" panose="02020603050405020304" pitchFamily="18" charset="0"/>
              </a:rPr>
              <a:t>分）</a:t>
            </a:r>
            <a:endParaRPr lang="en-US" altLang="zh-CN" sz="2200" kern="100" dirty="0">
              <a:solidFill>
                <a:srgbClr val="000000"/>
              </a:solidFill>
              <a:latin typeface="+mn-ea"/>
              <a:cs typeface="Times New Roman" panose="02020603050405020304" pitchFamily="18" charset="0"/>
            </a:endParaRPr>
          </a:p>
          <a:p>
            <a:pPr algn="just">
              <a:lnSpc>
                <a:spcPct val="125000"/>
              </a:lnSpc>
              <a:spcAft>
                <a:spcPts val="0"/>
              </a:spcAft>
            </a:pPr>
            <a:r>
              <a:rPr lang="zh-CN" altLang="zh-CN" sz="2200" kern="100" dirty="0">
                <a:solidFill>
                  <a:srgbClr val="000000"/>
                </a:solidFill>
                <a:latin typeface="+mn-ea"/>
                <a:cs typeface="Times New Roman" panose="02020603050405020304" pitchFamily="18" charset="0"/>
              </a:rPr>
              <a:t>市场主体的财产权得到保护，实现物尽其用，激发市场活力。</a:t>
            </a:r>
            <a:r>
              <a:rPr lang="zh-CN" altLang="en-US" sz="2200" kern="100" dirty="0">
                <a:solidFill>
                  <a:srgbClr val="000000"/>
                </a:solidFill>
                <a:latin typeface="+mn-ea"/>
                <a:cs typeface="Times New Roman" panose="02020603050405020304" pitchFamily="18" charset="0"/>
              </a:rPr>
              <a:t>（</a:t>
            </a:r>
            <a:r>
              <a:rPr lang="en-US" altLang="zh-CN" sz="2200" kern="100" dirty="0">
                <a:solidFill>
                  <a:srgbClr val="000000"/>
                </a:solidFill>
                <a:latin typeface="+mn-ea"/>
                <a:cs typeface="Times New Roman" panose="02020603050405020304" pitchFamily="18" charset="0"/>
              </a:rPr>
              <a:t>2</a:t>
            </a:r>
            <a:r>
              <a:rPr lang="zh-CN" altLang="en-US" sz="2200" kern="100" dirty="0">
                <a:solidFill>
                  <a:srgbClr val="000000"/>
                </a:solidFill>
                <a:latin typeface="+mn-ea"/>
                <a:cs typeface="Times New Roman" panose="02020603050405020304" pitchFamily="18" charset="0"/>
              </a:rPr>
              <a:t>分）</a:t>
            </a:r>
            <a:endParaRPr lang="en-US" altLang="zh-CN" sz="2200" kern="100" dirty="0">
              <a:solidFill>
                <a:srgbClr val="000000"/>
              </a:solidFill>
              <a:latin typeface="+mn-ea"/>
              <a:cs typeface="Times New Roman" panose="02020603050405020304" pitchFamily="18" charset="0"/>
            </a:endParaRPr>
          </a:p>
          <a:p>
            <a:pPr algn="just">
              <a:lnSpc>
                <a:spcPct val="125000"/>
              </a:lnSpc>
              <a:spcAft>
                <a:spcPts val="0"/>
              </a:spcAft>
            </a:pPr>
            <a:r>
              <a:rPr lang="zh-CN" altLang="zh-CN" sz="2200" kern="100" dirty="0">
                <a:solidFill>
                  <a:srgbClr val="000000"/>
                </a:solidFill>
                <a:latin typeface="+mn-ea"/>
                <a:cs typeface="Times New Roman" panose="02020603050405020304" pitchFamily="18" charset="0"/>
              </a:rPr>
              <a:t>北京市人大常委会科学立法，为城市更新提供法治保障，让生活更美好。</a:t>
            </a:r>
            <a:r>
              <a:rPr lang="zh-CN" altLang="en-US" sz="2200" kern="100" dirty="0">
                <a:solidFill>
                  <a:srgbClr val="000000"/>
                </a:solidFill>
                <a:latin typeface="+mn-ea"/>
                <a:cs typeface="Times New Roman" panose="02020603050405020304" pitchFamily="18" charset="0"/>
              </a:rPr>
              <a:t>（</a:t>
            </a:r>
            <a:r>
              <a:rPr lang="en-US" altLang="zh-CN" sz="2200" kern="100" dirty="0">
                <a:solidFill>
                  <a:srgbClr val="000000"/>
                </a:solidFill>
                <a:latin typeface="+mn-ea"/>
                <a:cs typeface="Times New Roman" panose="02020603050405020304" pitchFamily="18" charset="0"/>
              </a:rPr>
              <a:t>2</a:t>
            </a:r>
            <a:r>
              <a:rPr lang="zh-CN" altLang="en-US" sz="2200" kern="100" dirty="0">
                <a:solidFill>
                  <a:srgbClr val="000000"/>
                </a:solidFill>
                <a:latin typeface="+mn-ea"/>
                <a:cs typeface="Times New Roman" panose="02020603050405020304" pitchFamily="18" charset="0"/>
              </a:rPr>
              <a:t>分）</a:t>
            </a:r>
            <a:endParaRPr lang="zh-CN" altLang="zh-CN" sz="2200" kern="100" dirty="0">
              <a:latin typeface="+mn-ea"/>
              <a:cs typeface="Times New Roman" panose="02020603050405020304" pitchFamily="18" charset="0"/>
            </a:endParaRPr>
          </a:p>
        </p:txBody>
      </p:sp>
    </p:spTree>
    <p:extLst>
      <p:ext uri="{BB962C8B-B14F-4D97-AF65-F5344CB8AC3E}">
        <p14:creationId xmlns:p14="http://schemas.microsoft.com/office/powerpoint/2010/main" val="24329143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73ECCDA1-D26B-4324-8752-9303D1890B5B}"/>
              </a:ext>
            </a:extLst>
          </p:cNvPr>
          <p:cNvSpPr/>
          <p:nvPr/>
        </p:nvSpPr>
        <p:spPr>
          <a:xfrm>
            <a:off x="1350472" y="1948186"/>
            <a:ext cx="9491055" cy="2367443"/>
          </a:xfrm>
          <a:prstGeom prst="rect">
            <a:avLst/>
          </a:prstGeom>
        </p:spPr>
        <p:txBody>
          <a:bodyPr wrap="square">
            <a:spAutoFit/>
          </a:bodyPr>
          <a:lstStyle/>
          <a:p>
            <a:pPr algn="just">
              <a:lnSpc>
                <a:spcPct val="125000"/>
              </a:lnSpc>
              <a:spcAft>
                <a:spcPts val="0"/>
              </a:spcAft>
            </a:pPr>
            <a:r>
              <a:rPr lang="zh-CN" altLang="en-US" sz="2400" kern="100" dirty="0">
                <a:solidFill>
                  <a:srgbClr val="000000"/>
                </a:solidFill>
                <a:latin typeface="+mn-ea"/>
                <a:cs typeface="Times New Roman" panose="02020603050405020304" pitchFamily="18" charset="0"/>
              </a:rPr>
              <a:t>地位：实体经济是一国经济的立身之本，是财富创造的根本源泉，是国家强盛的重要支柱。（</a:t>
            </a:r>
            <a:r>
              <a:rPr lang="en-US" altLang="zh-CN" sz="2400" kern="100" dirty="0">
                <a:solidFill>
                  <a:srgbClr val="000000"/>
                </a:solidFill>
                <a:latin typeface="+mn-ea"/>
                <a:cs typeface="Times New Roman" panose="02020603050405020304" pitchFamily="18" charset="0"/>
              </a:rPr>
              <a:t>2</a:t>
            </a:r>
            <a:r>
              <a:rPr lang="zh-CN" altLang="en-US" sz="2400" kern="100" dirty="0">
                <a:solidFill>
                  <a:srgbClr val="000000"/>
                </a:solidFill>
                <a:latin typeface="+mn-ea"/>
                <a:cs typeface="Times New Roman" panose="02020603050405020304" pitchFamily="18" charset="0"/>
              </a:rPr>
              <a:t>分）</a:t>
            </a:r>
            <a:endParaRPr lang="en-US" altLang="zh-CN" sz="2400" kern="100" dirty="0">
              <a:solidFill>
                <a:srgbClr val="000000"/>
              </a:solidFill>
              <a:latin typeface="+mn-ea"/>
              <a:cs typeface="Times New Roman" panose="02020603050405020304" pitchFamily="18" charset="0"/>
            </a:endParaRPr>
          </a:p>
          <a:p>
            <a:pPr algn="just">
              <a:lnSpc>
                <a:spcPct val="125000"/>
              </a:lnSpc>
              <a:spcAft>
                <a:spcPts val="0"/>
              </a:spcAft>
            </a:pPr>
            <a:r>
              <a:rPr lang="zh-CN" altLang="en-US" sz="2400" kern="100" dirty="0">
                <a:solidFill>
                  <a:srgbClr val="000000"/>
                </a:solidFill>
                <a:latin typeface="+mn-ea"/>
                <a:cs typeface="Times New Roman" panose="02020603050405020304" pitchFamily="18" charset="0"/>
              </a:rPr>
              <a:t>意义：实体经济的发展直接关系到国民经济的发展与国际竞争力的提高。把发展经济的着力点放在实体经济上，有利于筑牢现代化经济体系的根基，促进经济高质量发展。（一点</a:t>
            </a:r>
            <a:r>
              <a:rPr lang="en-US" altLang="zh-CN" sz="2400" kern="100" dirty="0">
                <a:solidFill>
                  <a:srgbClr val="000000"/>
                </a:solidFill>
                <a:latin typeface="+mn-ea"/>
                <a:cs typeface="Times New Roman" panose="02020603050405020304" pitchFamily="18" charset="0"/>
              </a:rPr>
              <a:t>2</a:t>
            </a:r>
            <a:r>
              <a:rPr lang="zh-CN" altLang="en-US" sz="2400" kern="100" dirty="0">
                <a:solidFill>
                  <a:srgbClr val="000000"/>
                </a:solidFill>
                <a:latin typeface="+mn-ea"/>
                <a:cs typeface="Times New Roman" panose="02020603050405020304" pitchFamily="18" charset="0"/>
              </a:rPr>
              <a:t>分，两点</a:t>
            </a:r>
            <a:r>
              <a:rPr lang="en-US" altLang="zh-CN" sz="2400" kern="100" dirty="0">
                <a:solidFill>
                  <a:srgbClr val="000000"/>
                </a:solidFill>
                <a:latin typeface="+mn-ea"/>
                <a:cs typeface="Times New Roman" panose="02020603050405020304" pitchFamily="18" charset="0"/>
              </a:rPr>
              <a:t>3</a:t>
            </a:r>
            <a:r>
              <a:rPr lang="zh-CN" altLang="en-US" sz="2400" kern="100" dirty="0">
                <a:solidFill>
                  <a:srgbClr val="000000"/>
                </a:solidFill>
                <a:latin typeface="+mn-ea"/>
                <a:cs typeface="Times New Roman" panose="02020603050405020304" pitchFamily="18" charset="0"/>
              </a:rPr>
              <a:t>分）</a:t>
            </a:r>
            <a:endParaRPr lang="en-US" altLang="zh-CN" sz="2400" kern="100" dirty="0">
              <a:solidFill>
                <a:srgbClr val="FF0000"/>
              </a:solidFill>
              <a:latin typeface="+mn-ea"/>
              <a:cs typeface="Times New Roman" panose="02020603050405020304" pitchFamily="18" charset="0"/>
            </a:endParaRPr>
          </a:p>
        </p:txBody>
      </p:sp>
      <p:sp>
        <p:nvSpPr>
          <p:cNvPr id="3" name="矩形 2">
            <a:extLst>
              <a:ext uri="{FF2B5EF4-FFF2-40B4-BE49-F238E27FC236}">
                <a16:creationId xmlns:a16="http://schemas.microsoft.com/office/drawing/2014/main" id="{F83A52FE-2315-4DDA-A277-DE2ECC27B0B7}"/>
              </a:ext>
            </a:extLst>
          </p:cNvPr>
          <p:cNvSpPr/>
          <p:nvPr/>
        </p:nvSpPr>
        <p:spPr>
          <a:xfrm>
            <a:off x="954157" y="157681"/>
            <a:ext cx="10918974" cy="943528"/>
          </a:xfrm>
          <a:prstGeom prst="rect">
            <a:avLst/>
          </a:prstGeom>
        </p:spPr>
        <p:txBody>
          <a:bodyPr wrap="square">
            <a:spAutoFit/>
          </a:bodyPr>
          <a:lstStyle/>
          <a:p>
            <a:pPr indent="533400" algn="just">
              <a:lnSpc>
                <a:spcPct val="150000"/>
              </a:lnSpc>
            </a:pPr>
            <a:r>
              <a:rPr lang="en-US" altLang="zh-CN"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18.</a:t>
            </a:r>
          </a:p>
          <a:p>
            <a:pPr indent="533400" algn="just">
              <a:lnSpc>
                <a:spcPct val="150000"/>
              </a:lnSpc>
            </a:pP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a:t>
            </a:r>
            <a:r>
              <a:rPr lang="en-US" altLang="zh-CN"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1</a:t>
            </a: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）结合材料，谈谈发展</a:t>
            </a:r>
            <a:r>
              <a:rPr lang="zh-CN" altLang="en-US" sz="2000" u="sng"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经济</a:t>
            </a: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的着力点为什么要放在实体经济上。（</a:t>
            </a:r>
            <a:r>
              <a:rPr lang="en-US" altLang="zh-CN"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5</a:t>
            </a: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分）</a:t>
            </a:r>
          </a:p>
        </p:txBody>
      </p:sp>
    </p:spTree>
    <p:extLst>
      <p:ext uri="{BB962C8B-B14F-4D97-AF65-F5344CB8AC3E}">
        <p14:creationId xmlns:p14="http://schemas.microsoft.com/office/powerpoint/2010/main" val="39401777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73ECCDA1-D26B-4324-8752-9303D1890B5B}"/>
              </a:ext>
            </a:extLst>
          </p:cNvPr>
          <p:cNvSpPr/>
          <p:nvPr/>
        </p:nvSpPr>
        <p:spPr>
          <a:xfrm>
            <a:off x="1224168" y="1915510"/>
            <a:ext cx="10172701" cy="3290773"/>
          </a:xfrm>
          <a:prstGeom prst="rect">
            <a:avLst/>
          </a:prstGeom>
        </p:spPr>
        <p:txBody>
          <a:bodyPr wrap="square">
            <a:spAutoFit/>
          </a:bodyPr>
          <a:lstStyle/>
          <a:p>
            <a:pPr algn="just">
              <a:lnSpc>
                <a:spcPct val="125000"/>
              </a:lnSpc>
              <a:spcAft>
                <a:spcPts val="0"/>
              </a:spcAft>
            </a:pPr>
            <a:r>
              <a:rPr lang="zh-CN" altLang="en-US" sz="2400" kern="100" dirty="0">
                <a:solidFill>
                  <a:srgbClr val="000000"/>
                </a:solidFill>
                <a:latin typeface="+mn-ea"/>
                <a:cs typeface="Times New Roman" panose="02020603050405020304" pitchFamily="18" charset="0"/>
              </a:rPr>
              <a:t>完善新型举国体制，政府统筹协调科研院所和企业，突出企业科技创新主体地位，加强基础研究和关键技术攻关，完善人才培养机制，推动科技创新、人力资源赋能实体经济。（关键技术创新</a:t>
            </a:r>
            <a:r>
              <a:rPr lang="en-US" altLang="zh-CN" sz="2400" kern="100" dirty="0">
                <a:solidFill>
                  <a:srgbClr val="000000"/>
                </a:solidFill>
                <a:latin typeface="+mn-ea"/>
                <a:cs typeface="Times New Roman" panose="02020603050405020304" pitchFamily="18" charset="0"/>
              </a:rPr>
              <a:t>2</a:t>
            </a:r>
            <a:r>
              <a:rPr lang="zh-CN" altLang="en-US" sz="2400" kern="100" dirty="0">
                <a:solidFill>
                  <a:srgbClr val="000000"/>
                </a:solidFill>
                <a:latin typeface="+mn-ea"/>
                <a:cs typeface="Times New Roman" panose="02020603050405020304" pitchFamily="18" charset="0"/>
              </a:rPr>
              <a:t>分</a:t>
            </a:r>
            <a:r>
              <a:rPr lang="en-US" altLang="zh-CN" sz="2400" kern="100" dirty="0">
                <a:solidFill>
                  <a:srgbClr val="000000"/>
                </a:solidFill>
                <a:latin typeface="+mn-ea"/>
                <a:cs typeface="Times New Roman" panose="02020603050405020304" pitchFamily="18" charset="0"/>
              </a:rPr>
              <a:t>+</a:t>
            </a:r>
            <a:r>
              <a:rPr lang="zh-CN" altLang="en-US" sz="2400" kern="100" dirty="0">
                <a:solidFill>
                  <a:srgbClr val="000000"/>
                </a:solidFill>
                <a:latin typeface="+mn-ea"/>
                <a:cs typeface="Times New Roman" panose="02020603050405020304" pitchFamily="18" charset="0"/>
              </a:rPr>
              <a:t>人才</a:t>
            </a:r>
            <a:r>
              <a:rPr lang="en-US" altLang="zh-CN" sz="2400" kern="100" dirty="0">
                <a:solidFill>
                  <a:srgbClr val="000000"/>
                </a:solidFill>
                <a:latin typeface="+mn-ea"/>
                <a:cs typeface="Times New Roman" panose="02020603050405020304" pitchFamily="18" charset="0"/>
              </a:rPr>
              <a:t>1</a:t>
            </a:r>
            <a:r>
              <a:rPr lang="zh-CN" altLang="en-US" sz="2400" kern="100" dirty="0">
                <a:solidFill>
                  <a:srgbClr val="000000"/>
                </a:solidFill>
                <a:latin typeface="+mn-ea"/>
                <a:cs typeface="Times New Roman" panose="02020603050405020304" pitchFamily="18" charset="0"/>
              </a:rPr>
              <a:t>分））</a:t>
            </a:r>
            <a:endParaRPr lang="en-US" altLang="zh-CN" sz="2400" kern="100" dirty="0">
              <a:solidFill>
                <a:srgbClr val="000000"/>
              </a:solidFill>
              <a:latin typeface="+mn-ea"/>
              <a:cs typeface="Times New Roman" panose="02020603050405020304" pitchFamily="18" charset="0"/>
            </a:endParaRPr>
          </a:p>
          <a:p>
            <a:pPr algn="just">
              <a:lnSpc>
                <a:spcPct val="125000"/>
              </a:lnSpc>
              <a:spcAft>
                <a:spcPts val="0"/>
              </a:spcAft>
            </a:pPr>
            <a:r>
              <a:rPr lang="zh-CN" altLang="en-US" sz="2400" kern="100" dirty="0">
                <a:solidFill>
                  <a:srgbClr val="000000"/>
                </a:solidFill>
                <a:latin typeface="+mn-ea"/>
                <a:cs typeface="Times New Roman" panose="02020603050405020304" pitchFamily="18" charset="0"/>
              </a:rPr>
              <a:t>坚持“两个毫不动摇”，营造公平竞争的市场环境，保护各类市场主体的合法权益，激发企业活力。（</a:t>
            </a:r>
            <a:r>
              <a:rPr lang="en-US" altLang="zh-CN" sz="2400" kern="100" dirty="0">
                <a:solidFill>
                  <a:srgbClr val="000000"/>
                </a:solidFill>
                <a:latin typeface="+mn-ea"/>
                <a:cs typeface="Times New Roman" panose="02020603050405020304" pitchFamily="18" charset="0"/>
              </a:rPr>
              <a:t>2</a:t>
            </a:r>
            <a:r>
              <a:rPr lang="zh-CN" altLang="en-US" sz="2400" kern="100" dirty="0">
                <a:solidFill>
                  <a:srgbClr val="000000"/>
                </a:solidFill>
                <a:latin typeface="+mn-ea"/>
                <a:cs typeface="Times New Roman" panose="02020603050405020304" pitchFamily="18" charset="0"/>
              </a:rPr>
              <a:t>分）</a:t>
            </a:r>
            <a:endParaRPr lang="en-US" altLang="zh-CN" sz="2400" kern="100" dirty="0">
              <a:solidFill>
                <a:srgbClr val="000000"/>
              </a:solidFill>
              <a:latin typeface="+mn-ea"/>
              <a:cs typeface="Times New Roman" panose="02020603050405020304" pitchFamily="18" charset="0"/>
            </a:endParaRPr>
          </a:p>
          <a:p>
            <a:pPr algn="just">
              <a:lnSpc>
                <a:spcPct val="125000"/>
              </a:lnSpc>
              <a:spcAft>
                <a:spcPts val="0"/>
              </a:spcAft>
            </a:pPr>
            <a:r>
              <a:rPr lang="zh-CN" altLang="en-US" sz="2400" kern="100" dirty="0">
                <a:solidFill>
                  <a:srgbClr val="000000"/>
                </a:solidFill>
                <a:latin typeface="+mn-ea"/>
                <a:cs typeface="Times New Roman" panose="02020603050405020304" pitchFamily="18" charset="0"/>
              </a:rPr>
              <a:t>推动互联网、大数据、人工智能同实体经济深度融合，培育实体经济增长新动能。（</a:t>
            </a:r>
            <a:r>
              <a:rPr lang="en-US" altLang="zh-CN" sz="2400" kern="100" dirty="0">
                <a:solidFill>
                  <a:srgbClr val="000000"/>
                </a:solidFill>
                <a:latin typeface="+mn-ea"/>
                <a:cs typeface="Times New Roman" panose="02020603050405020304" pitchFamily="18" charset="0"/>
              </a:rPr>
              <a:t>2</a:t>
            </a:r>
            <a:r>
              <a:rPr lang="zh-CN" altLang="en-US" sz="2400" kern="100" dirty="0">
                <a:solidFill>
                  <a:srgbClr val="000000"/>
                </a:solidFill>
                <a:latin typeface="+mn-ea"/>
                <a:cs typeface="Times New Roman" panose="02020603050405020304" pitchFamily="18" charset="0"/>
              </a:rPr>
              <a:t>分）（注意和技术创新的差异）</a:t>
            </a:r>
            <a:endParaRPr lang="en-US" altLang="zh-CN" sz="2400" kern="100" dirty="0">
              <a:solidFill>
                <a:srgbClr val="FF0000"/>
              </a:solidFill>
              <a:latin typeface="+mn-ea"/>
              <a:cs typeface="Times New Roman" panose="02020603050405020304" pitchFamily="18" charset="0"/>
            </a:endParaRPr>
          </a:p>
        </p:txBody>
      </p:sp>
      <p:sp>
        <p:nvSpPr>
          <p:cNvPr id="3" name="矩形 2">
            <a:extLst>
              <a:ext uri="{FF2B5EF4-FFF2-40B4-BE49-F238E27FC236}">
                <a16:creationId xmlns:a16="http://schemas.microsoft.com/office/drawing/2014/main" id="{F83A52FE-2315-4DDA-A277-DE2ECC27B0B7}"/>
              </a:ext>
            </a:extLst>
          </p:cNvPr>
          <p:cNvSpPr/>
          <p:nvPr/>
        </p:nvSpPr>
        <p:spPr>
          <a:xfrm>
            <a:off x="954157" y="157681"/>
            <a:ext cx="10918974" cy="943528"/>
          </a:xfrm>
          <a:prstGeom prst="rect">
            <a:avLst/>
          </a:prstGeom>
        </p:spPr>
        <p:txBody>
          <a:bodyPr wrap="square">
            <a:spAutoFit/>
          </a:bodyPr>
          <a:lstStyle/>
          <a:p>
            <a:pPr indent="533400" algn="just">
              <a:lnSpc>
                <a:spcPct val="150000"/>
              </a:lnSpc>
            </a:pPr>
            <a:r>
              <a:rPr lang="en-US" altLang="zh-CN"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18.</a:t>
            </a:r>
          </a:p>
          <a:p>
            <a:pPr indent="533400" algn="just">
              <a:lnSpc>
                <a:spcPct val="150000"/>
              </a:lnSpc>
            </a:pP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a:t>
            </a:r>
            <a:r>
              <a:rPr lang="en-US" altLang="zh-CN"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2</a:t>
            </a: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）结合材料，运用</a:t>
            </a:r>
            <a:r>
              <a:rPr lang="en-US" altLang="zh-CN"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a:t>
            </a: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经济与社会</a:t>
            </a:r>
            <a:r>
              <a:rPr lang="en-US" altLang="zh-CN"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a:t>
            </a: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知识，谈谈怎样推动实体经济发展。（</a:t>
            </a:r>
            <a:r>
              <a:rPr lang="en-US" altLang="zh-CN"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7</a:t>
            </a: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分）</a:t>
            </a:r>
          </a:p>
        </p:txBody>
      </p:sp>
    </p:spTree>
    <p:extLst>
      <p:ext uri="{BB962C8B-B14F-4D97-AF65-F5344CB8AC3E}">
        <p14:creationId xmlns:p14="http://schemas.microsoft.com/office/powerpoint/2010/main" val="4210792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73ECCDA1-D26B-4324-8752-9303D1890B5B}"/>
              </a:ext>
            </a:extLst>
          </p:cNvPr>
          <p:cNvSpPr/>
          <p:nvPr/>
        </p:nvSpPr>
        <p:spPr>
          <a:xfrm>
            <a:off x="1224168" y="2933404"/>
            <a:ext cx="10172701" cy="1905778"/>
          </a:xfrm>
          <a:prstGeom prst="rect">
            <a:avLst/>
          </a:prstGeom>
        </p:spPr>
        <p:txBody>
          <a:bodyPr wrap="square">
            <a:spAutoFit/>
          </a:bodyPr>
          <a:lstStyle/>
          <a:p>
            <a:pPr algn="just">
              <a:lnSpc>
                <a:spcPct val="125000"/>
              </a:lnSpc>
              <a:spcAft>
                <a:spcPts val="0"/>
              </a:spcAft>
            </a:pPr>
            <a:r>
              <a:rPr lang="zh-CN" altLang="en-US" sz="2400" kern="100" dirty="0">
                <a:solidFill>
                  <a:srgbClr val="000000"/>
                </a:solidFill>
                <a:latin typeface="+mn-ea"/>
                <a:cs typeface="Times New Roman" panose="02020603050405020304" pitchFamily="18" charset="0"/>
              </a:rPr>
              <a:t>示例：</a:t>
            </a:r>
            <a:endParaRPr lang="en-US" altLang="zh-CN" sz="2400" kern="100" dirty="0">
              <a:solidFill>
                <a:srgbClr val="000000"/>
              </a:solidFill>
              <a:latin typeface="+mn-ea"/>
              <a:cs typeface="Times New Roman" panose="02020603050405020304" pitchFamily="18" charset="0"/>
            </a:endParaRPr>
          </a:p>
          <a:p>
            <a:pPr algn="just">
              <a:lnSpc>
                <a:spcPct val="125000"/>
              </a:lnSpc>
              <a:spcAft>
                <a:spcPts val="0"/>
              </a:spcAft>
            </a:pPr>
            <a:r>
              <a:rPr lang="zh-CN" altLang="en-US" sz="2400" kern="100" dirty="0">
                <a:solidFill>
                  <a:srgbClr val="000000"/>
                </a:solidFill>
                <a:latin typeface="+mn-ea"/>
                <a:cs typeface="Times New Roman" panose="02020603050405020304" pitchFamily="18" charset="0"/>
              </a:rPr>
              <a:t>企业家勇于创新，能够不断推进企业改革，实现技术突破，促进产品和服务结构优化升级和质量提升，提高企业发展的可持续性，从而促进我国实体经济发展。</a:t>
            </a:r>
            <a:endParaRPr lang="en-US" altLang="zh-CN" sz="2400" kern="100" dirty="0">
              <a:solidFill>
                <a:srgbClr val="FF0000"/>
              </a:solidFill>
              <a:latin typeface="+mn-ea"/>
              <a:cs typeface="Times New Roman" panose="02020603050405020304" pitchFamily="18" charset="0"/>
            </a:endParaRPr>
          </a:p>
        </p:txBody>
      </p:sp>
      <p:sp>
        <p:nvSpPr>
          <p:cNvPr id="3" name="矩形 2">
            <a:extLst>
              <a:ext uri="{FF2B5EF4-FFF2-40B4-BE49-F238E27FC236}">
                <a16:creationId xmlns:a16="http://schemas.microsoft.com/office/drawing/2014/main" id="{F83A52FE-2315-4DDA-A277-DE2ECC27B0B7}"/>
              </a:ext>
            </a:extLst>
          </p:cNvPr>
          <p:cNvSpPr/>
          <p:nvPr/>
        </p:nvSpPr>
        <p:spPr>
          <a:xfrm>
            <a:off x="954157" y="157681"/>
            <a:ext cx="10918974" cy="1866858"/>
          </a:xfrm>
          <a:prstGeom prst="rect">
            <a:avLst/>
          </a:prstGeom>
        </p:spPr>
        <p:txBody>
          <a:bodyPr wrap="square">
            <a:spAutoFit/>
          </a:bodyPr>
          <a:lstStyle/>
          <a:p>
            <a:pPr indent="533400" algn="just">
              <a:lnSpc>
                <a:spcPct val="150000"/>
              </a:lnSpc>
            </a:pPr>
            <a:r>
              <a:rPr lang="en-US" altLang="zh-CN"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18.</a:t>
            </a:r>
          </a:p>
          <a:p>
            <a:pPr indent="533400" algn="just">
              <a:lnSpc>
                <a:spcPct val="150000"/>
              </a:lnSpc>
            </a:pP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a:t>
            </a:r>
            <a:r>
              <a:rPr lang="en-US" altLang="zh-CN"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3</a:t>
            </a: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）在访谈中，同学们深刻感受到这些企业家身上具有爱国情怀、勇于创新、诚信守法、社会责任、国际视野等方面的精神品质。任选某一方面品质，谈谈其对实体经济发展的作用。（</a:t>
            </a:r>
            <a:r>
              <a:rPr lang="en-US" altLang="zh-CN"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4</a:t>
            </a: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分）</a:t>
            </a:r>
          </a:p>
        </p:txBody>
      </p:sp>
      <p:sp>
        <p:nvSpPr>
          <p:cNvPr id="5" name="文本框 4">
            <a:extLst>
              <a:ext uri="{FF2B5EF4-FFF2-40B4-BE49-F238E27FC236}">
                <a16:creationId xmlns:a16="http://schemas.microsoft.com/office/drawing/2014/main" id="{987A2ACD-8922-4E2E-B4F7-FAC4C5ABBEEE}"/>
              </a:ext>
            </a:extLst>
          </p:cNvPr>
          <p:cNvSpPr txBox="1"/>
          <p:nvPr/>
        </p:nvSpPr>
        <p:spPr>
          <a:xfrm>
            <a:off x="1224168" y="2336405"/>
            <a:ext cx="6234399" cy="369332"/>
          </a:xfrm>
          <a:prstGeom prst="rect">
            <a:avLst/>
          </a:prstGeom>
          <a:noFill/>
        </p:spPr>
        <p:txBody>
          <a:bodyPr wrap="none" rtlCol="0">
            <a:spAutoFit/>
          </a:bodyPr>
          <a:lstStyle/>
          <a:p>
            <a:r>
              <a:rPr lang="zh-CN" altLang="en-US" dirty="0"/>
              <a:t>具体品质</a:t>
            </a:r>
            <a:r>
              <a:rPr lang="en-US" altLang="zh-CN" dirty="0"/>
              <a:t>+</a:t>
            </a:r>
            <a:r>
              <a:rPr lang="zh-CN" altLang="en-US" dirty="0"/>
              <a:t>路径</a:t>
            </a:r>
            <a:r>
              <a:rPr lang="en-US" altLang="zh-CN" dirty="0"/>
              <a:t>(</a:t>
            </a:r>
            <a:r>
              <a:rPr lang="zh-CN" altLang="en-US" dirty="0"/>
              <a:t>载体）</a:t>
            </a:r>
            <a:r>
              <a:rPr lang="en-US" altLang="zh-CN" dirty="0"/>
              <a:t>2</a:t>
            </a:r>
            <a:r>
              <a:rPr lang="zh-CN" altLang="en-US" dirty="0"/>
              <a:t>分</a:t>
            </a:r>
            <a:r>
              <a:rPr lang="en-US" altLang="zh-CN" dirty="0"/>
              <a:t>+</a:t>
            </a:r>
            <a:r>
              <a:rPr lang="zh-CN" altLang="en-US" dirty="0"/>
              <a:t>具体作用</a:t>
            </a:r>
            <a:r>
              <a:rPr lang="en-US" altLang="zh-CN" dirty="0"/>
              <a:t>2</a:t>
            </a:r>
            <a:r>
              <a:rPr lang="zh-CN" altLang="en-US" dirty="0"/>
              <a:t>分（作用笼统</a:t>
            </a:r>
            <a:r>
              <a:rPr lang="en-US" altLang="zh-CN" dirty="0"/>
              <a:t>1</a:t>
            </a:r>
            <a:r>
              <a:rPr lang="zh-CN" altLang="en-US" dirty="0"/>
              <a:t>分）</a:t>
            </a:r>
          </a:p>
        </p:txBody>
      </p:sp>
    </p:spTree>
    <p:extLst>
      <p:ext uri="{BB962C8B-B14F-4D97-AF65-F5344CB8AC3E}">
        <p14:creationId xmlns:p14="http://schemas.microsoft.com/office/powerpoint/2010/main" val="4210078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CFBE57F-FD42-4CE0-A384-C8E397C9418C}"/>
              </a:ext>
            </a:extLst>
          </p:cNvPr>
          <p:cNvSpPr/>
          <p:nvPr/>
        </p:nvSpPr>
        <p:spPr>
          <a:xfrm>
            <a:off x="410614" y="60674"/>
            <a:ext cx="11607660" cy="1405193"/>
          </a:xfrm>
          <a:prstGeom prst="rect">
            <a:avLst/>
          </a:prstGeom>
        </p:spPr>
        <p:txBody>
          <a:bodyPr wrap="square">
            <a:spAutoFit/>
          </a:bodyPr>
          <a:lstStyle/>
          <a:p>
            <a:pPr indent="533400" algn="just">
              <a:lnSpc>
                <a:spcPct val="150000"/>
              </a:lnSpc>
            </a:pPr>
            <a:r>
              <a:rPr lang="en-US" altLang="zh-CN"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19.</a:t>
            </a: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a:t>
            </a:r>
            <a:r>
              <a:rPr lang="en-US" altLang="zh-CN"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6</a:t>
            </a: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分）</a:t>
            </a:r>
            <a:endParaRPr lang="en-US" altLang="zh-CN"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endParaRPr>
          </a:p>
          <a:p>
            <a:pPr indent="533400" algn="just">
              <a:lnSpc>
                <a:spcPct val="150000"/>
              </a:lnSpc>
            </a:pP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结合材料，运用</a:t>
            </a:r>
            <a:r>
              <a:rPr lang="en-US" altLang="zh-CN"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a:t>
            </a: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经济与社会</a:t>
            </a:r>
            <a:r>
              <a:rPr lang="en-US" altLang="zh-CN"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a:t>
            </a: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和</a:t>
            </a:r>
            <a:r>
              <a:rPr lang="en-US" altLang="zh-CN"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a:t>
            </a: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当代国际政治与经济</a:t>
            </a:r>
            <a:r>
              <a:rPr lang="en-US" altLang="zh-CN"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a:t>
            </a: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知识，谈谈你对“投资中国就是投资未来”的认识。</a:t>
            </a:r>
          </a:p>
        </p:txBody>
      </p:sp>
      <p:sp>
        <p:nvSpPr>
          <p:cNvPr id="3" name="矩形 2">
            <a:extLst>
              <a:ext uri="{FF2B5EF4-FFF2-40B4-BE49-F238E27FC236}">
                <a16:creationId xmlns:a16="http://schemas.microsoft.com/office/drawing/2014/main" id="{0F35E95B-7B8D-448F-A68B-F5D2172914CB}"/>
              </a:ext>
            </a:extLst>
          </p:cNvPr>
          <p:cNvSpPr/>
          <p:nvPr/>
        </p:nvSpPr>
        <p:spPr>
          <a:xfrm>
            <a:off x="699866" y="1716498"/>
            <a:ext cx="10792266" cy="2829108"/>
          </a:xfrm>
          <a:prstGeom prst="rect">
            <a:avLst/>
          </a:prstGeom>
        </p:spPr>
        <p:txBody>
          <a:bodyPr wrap="square">
            <a:spAutoFit/>
          </a:bodyPr>
          <a:lstStyle/>
          <a:p>
            <a:pPr algn="just">
              <a:lnSpc>
                <a:spcPct val="125000"/>
              </a:lnSpc>
              <a:spcAft>
                <a:spcPts val="0"/>
              </a:spcAft>
            </a:pPr>
            <a:r>
              <a:rPr lang="zh-CN" altLang="en-US" sz="2400" kern="100" dirty="0">
                <a:solidFill>
                  <a:srgbClr val="000000"/>
                </a:solidFill>
                <a:latin typeface="+mn-ea"/>
                <a:cs typeface="Times New Roman" panose="02020603050405020304" pitchFamily="18" charset="0"/>
              </a:rPr>
              <a:t>对外开放角度：中国坚持实施更高水平的对外开放，法治化、国际化、便利化的营商环境，稳定了外商投资中国的预期。（</a:t>
            </a:r>
            <a:r>
              <a:rPr lang="en-US" altLang="zh-CN" sz="2400" kern="100" dirty="0">
                <a:solidFill>
                  <a:srgbClr val="000000"/>
                </a:solidFill>
                <a:latin typeface="+mn-ea"/>
                <a:cs typeface="Times New Roman" panose="02020603050405020304" pitchFamily="18" charset="0"/>
              </a:rPr>
              <a:t>2</a:t>
            </a:r>
            <a:r>
              <a:rPr lang="zh-CN" altLang="en-US" sz="2400" kern="100" dirty="0">
                <a:solidFill>
                  <a:srgbClr val="000000"/>
                </a:solidFill>
                <a:latin typeface="+mn-ea"/>
                <a:cs typeface="Times New Roman" panose="02020603050405020304" pitchFamily="18" charset="0"/>
              </a:rPr>
              <a:t>分）</a:t>
            </a:r>
            <a:endParaRPr lang="en-US" altLang="zh-CN" sz="2400" kern="100" dirty="0">
              <a:solidFill>
                <a:srgbClr val="000000"/>
              </a:solidFill>
              <a:latin typeface="+mn-ea"/>
              <a:cs typeface="Times New Roman" panose="02020603050405020304" pitchFamily="18" charset="0"/>
            </a:endParaRPr>
          </a:p>
          <a:p>
            <a:pPr algn="just">
              <a:lnSpc>
                <a:spcPct val="125000"/>
              </a:lnSpc>
              <a:spcAft>
                <a:spcPts val="0"/>
              </a:spcAft>
            </a:pPr>
            <a:r>
              <a:rPr lang="zh-CN" altLang="en-US" sz="2400" kern="100" dirty="0">
                <a:solidFill>
                  <a:srgbClr val="000000"/>
                </a:solidFill>
                <a:latin typeface="+mn-ea"/>
                <a:cs typeface="Times New Roman" panose="02020603050405020304" pitchFamily="18" charset="0"/>
              </a:rPr>
              <a:t>制度角度：中国特色社会主义制度的巨大优势和经济长期向好的基本面，提高了外商投资中国的信心。（</a:t>
            </a:r>
            <a:r>
              <a:rPr lang="en-US" altLang="zh-CN" sz="2400" kern="100" dirty="0">
                <a:solidFill>
                  <a:srgbClr val="000000"/>
                </a:solidFill>
                <a:latin typeface="+mn-ea"/>
                <a:cs typeface="Times New Roman" panose="02020603050405020304" pitchFamily="18" charset="0"/>
              </a:rPr>
              <a:t>2</a:t>
            </a:r>
            <a:r>
              <a:rPr lang="zh-CN" altLang="en-US" sz="2400" kern="100" dirty="0">
                <a:solidFill>
                  <a:srgbClr val="000000"/>
                </a:solidFill>
                <a:latin typeface="+mn-ea"/>
                <a:cs typeface="Times New Roman" panose="02020603050405020304" pitchFamily="18" charset="0"/>
              </a:rPr>
              <a:t>分）</a:t>
            </a:r>
            <a:endParaRPr lang="en-US" altLang="zh-CN" sz="2400" kern="100" dirty="0">
              <a:solidFill>
                <a:srgbClr val="000000"/>
              </a:solidFill>
              <a:latin typeface="+mn-ea"/>
              <a:cs typeface="Times New Roman" panose="02020603050405020304" pitchFamily="18" charset="0"/>
            </a:endParaRPr>
          </a:p>
          <a:p>
            <a:pPr algn="just">
              <a:lnSpc>
                <a:spcPct val="125000"/>
              </a:lnSpc>
              <a:spcAft>
                <a:spcPts val="0"/>
              </a:spcAft>
            </a:pPr>
            <a:r>
              <a:rPr lang="zh-CN" altLang="en-US" sz="2400" kern="100" dirty="0">
                <a:solidFill>
                  <a:srgbClr val="000000"/>
                </a:solidFill>
                <a:latin typeface="+mn-ea"/>
                <a:cs typeface="Times New Roman" panose="02020603050405020304" pitchFamily="18" charset="0"/>
              </a:rPr>
              <a:t>国内经济角度：高质量发展以及潜力巨大的市场为外商投资提供了更多机遇，增强了投资中国的可持续性。（</a:t>
            </a:r>
            <a:r>
              <a:rPr lang="en-US" altLang="zh-CN" sz="2400" kern="100" dirty="0">
                <a:solidFill>
                  <a:srgbClr val="000000"/>
                </a:solidFill>
                <a:latin typeface="+mn-ea"/>
                <a:cs typeface="Times New Roman" panose="02020603050405020304" pitchFamily="18" charset="0"/>
              </a:rPr>
              <a:t>2</a:t>
            </a:r>
            <a:r>
              <a:rPr lang="zh-CN" altLang="en-US" sz="2400" kern="100" dirty="0">
                <a:solidFill>
                  <a:srgbClr val="000000"/>
                </a:solidFill>
                <a:latin typeface="+mn-ea"/>
                <a:cs typeface="Times New Roman" panose="02020603050405020304" pitchFamily="18" charset="0"/>
              </a:rPr>
              <a:t>分）</a:t>
            </a:r>
            <a:endParaRPr lang="en-US" altLang="zh-CN" sz="2400" kern="100" dirty="0">
              <a:solidFill>
                <a:srgbClr val="FF0000"/>
              </a:solidFill>
              <a:latin typeface="+mn-ea"/>
              <a:cs typeface="Times New Roman" panose="02020603050405020304" pitchFamily="18" charset="0"/>
            </a:endParaRPr>
          </a:p>
        </p:txBody>
      </p:sp>
    </p:spTree>
    <p:extLst>
      <p:ext uri="{BB962C8B-B14F-4D97-AF65-F5344CB8AC3E}">
        <p14:creationId xmlns:p14="http://schemas.microsoft.com/office/powerpoint/2010/main" val="791671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EA2AE476-154B-40DC-B17B-8E5BA89E0F25}"/>
              </a:ext>
            </a:extLst>
          </p:cNvPr>
          <p:cNvSpPr/>
          <p:nvPr/>
        </p:nvSpPr>
        <p:spPr>
          <a:xfrm>
            <a:off x="539847" y="140179"/>
            <a:ext cx="11336102" cy="943528"/>
          </a:xfrm>
          <a:prstGeom prst="rect">
            <a:avLst/>
          </a:prstGeom>
        </p:spPr>
        <p:txBody>
          <a:bodyPr wrap="square">
            <a:spAutoFit/>
          </a:bodyPr>
          <a:lstStyle/>
          <a:p>
            <a:pPr indent="533400" algn="just">
              <a:lnSpc>
                <a:spcPct val="150000"/>
              </a:lnSpc>
            </a:pPr>
            <a:r>
              <a:rPr lang="en-US" altLang="zh-CN"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20.</a:t>
            </a:r>
          </a:p>
          <a:p>
            <a:pPr indent="533400" algn="just">
              <a:lnSpc>
                <a:spcPct val="150000"/>
              </a:lnSpc>
            </a:pP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a:t>
            </a:r>
            <a:r>
              <a:rPr lang="en-US" altLang="zh-CN"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1</a:t>
            </a: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）结合材料，运用形式逻辑知识，分析法院作出上述判决的推理过程。（</a:t>
            </a:r>
            <a:r>
              <a:rPr lang="en-US" altLang="zh-CN"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4</a:t>
            </a: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分）</a:t>
            </a:r>
          </a:p>
        </p:txBody>
      </p:sp>
      <p:sp>
        <p:nvSpPr>
          <p:cNvPr id="13" name="矩形 12">
            <a:extLst>
              <a:ext uri="{FF2B5EF4-FFF2-40B4-BE49-F238E27FC236}">
                <a16:creationId xmlns:a16="http://schemas.microsoft.com/office/drawing/2014/main" id="{DD066066-ECF7-45DE-AE87-05F74421F28E}"/>
              </a:ext>
            </a:extLst>
          </p:cNvPr>
          <p:cNvSpPr/>
          <p:nvPr/>
        </p:nvSpPr>
        <p:spPr>
          <a:xfrm>
            <a:off x="1318591" y="1720840"/>
            <a:ext cx="9077739" cy="3416320"/>
          </a:xfrm>
          <a:prstGeom prst="rect">
            <a:avLst/>
          </a:prstGeom>
        </p:spPr>
        <p:txBody>
          <a:bodyPr wrap="square">
            <a:spAutoFit/>
          </a:bodyPr>
          <a:lstStyle/>
          <a:p>
            <a:r>
              <a:rPr lang="zh-CN" altLang="zh-CN" sz="2400" dirty="0">
                <a:solidFill>
                  <a:srgbClr val="000000"/>
                </a:solidFill>
                <a:latin typeface="+mn-ea"/>
                <a:cs typeface="Times New Roman" panose="02020603050405020304" pitchFamily="18" charset="0"/>
              </a:rPr>
              <a:t>第八十二条规定用人单位自用工之日起超过一个月不满一年未与劳动者订立书面劳动合同的，应当向劳动者每月支付二倍的工资。这是充分条件假言判断。案件事实是谢某和</a:t>
            </a:r>
            <a:r>
              <a:rPr lang="en-US" altLang="zh-CN" sz="2400" dirty="0">
                <a:solidFill>
                  <a:srgbClr val="000000"/>
                </a:solidFill>
                <a:latin typeface="+mn-ea"/>
                <a:cs typeface="Times New Roman" panose="02020603050405020304" pitchFamily="18" charset="0"/>
              </a:rPr>
              <a:t>A</a:t>
            </a:r>
            <a:r>
              <a:rPr lang="zh-CN" altLang="zh-CN" sz="2400" dirty="0">
                <a:solidFill>
                  <a:srgbClr val="000000"/>
                </a:solidFill>
                <a:latin typeface="+mn-ea"/>
                <a:cs typeface="Times New Roman" panose="02020603050405020304" pitchFamily="18" charset="0"/>
              </a:rPr>
              <a:t>公司建立劳动关系</a:t>
            </a:r>
            <a:r>
              <a:rPr lang="en-US" altLang="zh-CN" sz="2400" dirty="0">
                <a:solidFill>
                  <a:srgbClr val="000000"/>
                </a:solidFill>
                <a:latin typeface="+mn-ea"/>
                <a:cs typeface="Times New Roman" panose="02020603050405020304" pitchFamily="18" charset="0"/>
              </a:rPr>
              <a:t>8</a:t>
            </a:r>
            <a:r>
              <a:rPr lang="zh-CN" altLang="zh-CN" sz="2400" dirty="0">
                <a:solidFill>
                  <a:srgbClr val="000000"/>
                </a:solidFill>
                <a:latin typeface="+mn-ea"/>
                <a:cs typeface="Times New Roman" panose="02020603050405020304" pitchFamily="18" charset="0"/>
              </a:rPr>
              <a:t>个月左右未签书面劳动合同，肯定了“八十二条”的前件，结论就可以肯定其后件，即</a:t>
            </a:r>
            <a:r>
              <a:rPr lang="en-US" altLang="zh-CN" sz="2400" dirty="0">
                <a:solidFill>
                  <a:srgbClr val="000000"/>
                </a:solidFill>
                <a:latin typeface="+mn-ea"/>
                <a:cs typeface="Times New Roman" panose="02020603050405020304" pitchFamily="18" charset="0"/>
              </a:rPr>
              <a:t>A</a:t>
            </a:r>
            <a:r>
              <a:rPr lang="zh-CN" altLang="zh-CN" sz="2400" dirty="0">
                <a:solidFill>
                  <a:srgbClr val="000000"/>
                </a:solidFill>
                <a:latin typeface="+mn-ea"/>
                <a:cs typeface="Times New Roman" panose="02020603050405020304" pitchFamily="18" charset="0"/>
              </a:rPr>
              <a:t>公司要向谢某支付二倍工资。扣除已领取相应工资，故判决</a:t>
            </a:r>
            <a:r>
              <a:rPr lang="en-US" altLang="zh-CN" sz="2400" dirty="0">
                <a:solidFill>
                  <a:srgbClr val="000000"/>
                </a:solidFill>
                <a:latin typeface="+mn-ea"/>
                <a:cs typeface="Times New Roman" panose="02020603050405020304" pitchFamily="18" charset="0"/>
              </a:rPr>
              <a:t>A</a:t>
            </a:r>
            <a:r>
              <a:rPr lang="zh-CN" altLang="zh-CN" sz="2400" dirty="0">
                <a:solidFill>
                  <a:srgbClr val="000000"/>
                </a:solidFill>
                <a:latin typeface="+mn-ea"/>
                <a:cs typeface="Times New Roman" panose="02020603050405020304" pitchFamily="18" charset="0"/>
              </a:rPr>
              <a:t>公司向谢某支付未签书面劳动合同的二倍工资差额。</a:t>
            </a:r>
            <a:endParaRPr lang="en-US" altLang="zh-CN" sz="2400" dirty="0">
              <a:solidFill>
                <a:srgbClr val="000000"/>
              </a:solidFill>
              <a:latin typeface="+mn-ea"/>
              <a:cs typeface="Times New Roman" panose="02020603050405020304" pitchFamily="18" charset="0"/>
            </a:endParaRPr>
          </a:p>
          <a:p>
            <a:endParaRPr lang="en-US" altLang="zh-CN" sz="2400" dirty="0">
              <a:solidFill>
                <a:srgbClr val="000000"/>
              </a:solidFill>
              <a:latin typeface="+mn-ea"/>
              <a:cs typeface="Times New Roman" panose="02020603050405020304" pitchFamily="18" charset="0"/>
            </a:endParaRPr>
          </a:p>
          <a:p>
            <a:r>
              <a:rPr lang="zh-CN" altLang="en-US" sz="2400" dirty="0">
                <a:solidFill>
                  <a:srgbClr val="000000"/>
                </a:solidFill>
                <a:latin typeface="+mn-ea"/>
                <a:cs typeface="Times New Roman" panose="02020603050405020304" pitchFamily="18" charset="0"/>
              </a:rPr>
              <a:t>对法条的逻辑性质的判断  </a:t>
            </a:r>
            <a:r>
              <a:rPr lang="en-US" altLang="zh-CN" sz="2400" dirty="0">
                <a:solidFill>
                  <a:srgbClr val="000000"/>
                </a:solidFill>
                <a:latin typeface="+mn-ea"/>
                <a:cs typeface="Times New Roman" panose="02020603050405020304" pitchFamily="18" charset="0"/>
              </a:rPr>
              <a:t>1</a:t>
            </a:r>
            <a:r>
              <a:rPr lang="zh-CN" altLang="en-US" sz="2400" dirty="0">
                <a:solidFill>
                  <a:srgbClr val="000000"/>
                </a:solidFill>
                <a:latin typeface="+mn-ea"/>
                <a:cs typeface="Times New Roman" panose="02020603050405020304" pitchFamily="18" charset="0"/>
              </a:rPr>
              <a:t>分</a:t>
            </a:r>
            <a:endParaRPr lang="en-US" altLang="zh-CN" sz="2400" dirty="0">
              <a:solidFill>
                <a:srgbClr val="000000"/>
              </a:solidFill>
              <a:latin typeface="+mn-ea"/>
              <a:cs typeface="Times New Roman" panose="02020603050405020304" pitchFamily="18" charset="0"/>
            </a:endParaRPr>
          </a:p>
          <a:p>
            <a:r>
              <a:rPr lang="zh-CN" altLang="en-US" sz="2400" dirty="0">
                <a:solidFill>
                  <a:srgbClr val="000000"/>
                </a:solidFill>
                <a:latin typeface="+mn-ea"/>
                <a:cs typeface="Times New Roman" panose="02020603050405020304" pitchFamily="18" charset="0"/>
              </a:rPr>
              <a:t>推理规则</a:t>
            </a:r>
            <a:r>
              <a:rPr lang="en-US" altLang="zh-CN" sz="2400" dirty="0">
                <a:solidFill>
                  <a:srgbClr val="000000"/>
                </a:solidFill>
                <a:latin typeface="+mn-ea"/>
                <a:cs typeface="Times New Roman" panose="02020603050405020304" pitchFamily="18" charset="0"/>
              </a:rPr>
              <a:t>+</a:t>
            </a:r>
            <a:r>
              <a:rPr lang="zh-CN" altLang="en-US" sz="2400" dirty="0">
                <a:solidFill>
                  <a:srgbClr val="000000"/>
                </a:solidFill>
                <a:latin typeface="+mn-ea"/>
                <a:cs typeface="Times New Roman" panose="02020603050405020304" pitchFamily="18" charset="0"/>
              </a:rPr>
              <a:t>过程分析</a:t>
            </a:r>
            <a:r>
              <a:rPr lang="zh-CN" altLang="zh-CN" sz="2400" dirty="0">
                <a:solidFill>
                  <a:srgbClr val="000000"/>
                </a:solidFill>
                <a:latin typeface="+mn-ea"/>
                <a:cs typeface="Times New Roman" panose="02020603050405020304" pitchFamily="18" charset="0"/>
              </a:rPr>
              <a:t>（</a:t>
            </a:r>
            <a:r>
              <a:rPr lang="en-US" altLang="zh-CN" sz="2400" dirty="0">
                <a:solidFill>
                  <a:srgbClr val="000000"/>
                </a:solidFill>
                <a:latin typeface="+mn-ea"/>
                <a:cs typeface="Times New Roman" panose="02020603050405020304" pitchFamily="18" charset="0"/>
              </a:rPr>
              <a:t>2-3</a:t>
            </a:r>
            <a:r>
              <a:rPr lang="zh-CN" altLang="zh-CN" sz="2400" dirty="0">
                <a:solidFill>
                  <a:srgbClr val="000000"/>
                </a:solidFill>
                <a:latin typeface="+mn-ea"/>
                <a:cs typeface="Times New Roman" panose="02020603050405020304" pitchFamily="18" charset="0"/>
              </a:rPr>
              <a:t>分）</a:t>
            </a:r>
            <a:endParaRPr lang="en-US" altLang="zh-CN" sz="2400" dirty="0">
              <a:solidFill>
                <a:srgbClr val="000000"/>
              </a:solidFill>
              <a:latin typeface="+mn-ea"/>
              <a:cs typeface="Times New Roman" panose="02020603050405020304" pitchFamily="18" charset="0"/>
            </a:endParaRPr>
          </a:p>
        </p:txBody>
      </p:sp>
    </p:spTree>
    <p:extLst>
      <p:ext uri="{BB962C8B-B14F-4D97-AF65-F5344CB8AC3E}">
        <p14:creationId xmlns:p14="http://schemas.microsoft.com/office/powerpoint/2010/main" val="24311945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EA2AE476-154B-40DC-B17B-8E5BA89E0F25}"/>
              </a:ext>
            </a:extLst>
          </p:cNvPr>
          <p:cNvSpPr/>
          <p:nvPr/>
        </p:nvSpPr>
        <p:spPr>
          <a:xfrm>
            <a:off x="539847" y="140179"/>
            <a:ext cx="11336102" cy="943528"/>
          </a:xfrm>
          <a:prstGeom prst="rect">
            <a:avLst/>
          </a:prstGeom>
        </p:spPr>
        <p:txBody>
          <a:bodyPr wrap="square">
            <a:spAutoFit/>
          </a:bodyPr>
          <a:lstStyle/>
          <a:p>
            <a:pPr indent="533400" algn="just">
              <a:lnSpc>
                <a:spcPct val="150000"/>
              </a:lnSpc>
            </a:pPr>
            <a:r>
              <a:rPr lang="en-US" altLang="zh-CN"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20.</a:t>
            </a:r>
          </a:p>
          <a:p>
            <a:pPr indent="533400" algn="just">
              <a:lnSpc>
                <a:spcPct val="150000"/>
              </a:lnSpc>
            </a:pP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a:t>
            </a:r>
            <a:r>
              <a:rPr lang="en-US" altLang="zh-CN"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2</a:t>
            </a: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）结合材料，综合运用所学，分析</a:t>
            </a:r>
            <a:r>
              <a:rPr lang="en-US" altLang="zh-CN"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B</a:t>
            </a: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公司是如何建设和谐劳动关系的。（</a:t>
            </a:r>
            <a:r>
              <a:rPr lang="en-US" altLang="zh-CN"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7</a:t>
            </a: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分）</a:t>
            </a:r>
          </a:p>
        </p:txBody>
      </p:sp>
      <p:sp>
        <p:nvSpPr>
          <p:cNvPr id="13" name="矩形 12">
            <a:extLst>
              <a:ext uri="{FF2B5EF4-FFF2-40B4-BE49-F238E27FC236}">
                <a16:creationId xmlns:a16="http://schemas.microsoft.com/office/drawing/2014/main" id="{DD066066-ECF7-45DE-AE87-05F74421F28E}"/>
              </a:ext>
            </a:extLst>
          </p:cNvPr>
          <p:cNvSpPr/>
          <p:nvPr/>
        </p:nvSpPr>
        <p:spPr>
          <a:xfrm>
            <a:off x="1265582" y="2090172"/>
            <a:ext cx="9077739" cy="2677656"/>
          </a:xfrm>
          <a:prstGeom prst="rect">
            <a:avLst/>
          </a:prstGeom>
        </p:spPr>
        <p:txBody>
          <a:bodyPr wrap="square">
            <a:spAutoFit/>
          </a:bodyPr>
          <a:lstStyle/>
          <a:p>
            <a:r>
              <a:rPr lang="en-US" altLang="zh-CN" sz="2400" dirty="0">
                <a:solidFill>
                  <a:srgbClr val="000000"/>
                </a:solidFill>
                <a:latin typeface="+mn-ea"/>
                <a:cs typeface="Times New Roman" panose="02020603050405020304" pitchFamily="18" charset="0"/>
              </a:rPr>
              <a:t>B</a:t>
            </a:r>
            <a:r>
              <a:rPr lang="zh-CN" altLang="en-US" sz="2400" dirty="0">
                <a:solidFill>
                  <a:srgbClr val="000000"/>
                </a:solidFill>
                <a:latin typeface="+mn-ea"/>
                <a:cs typeface="Times New Roman" panose="02020603050405020304" pitchFamily="18" charset="0"/>
              </a:rPr>
              <a:t>公司坚持党的领导</a:t>
            </a:r>
            <a:r>
              <a:rPr lang="zh-CN" altLang="en-US" sz="2400" dirty="0">
                <a:solidFill>
                  <a:srgbClr val="FF0000"/>
                </a:solidFill>
                <a:latin typeface="+mn-ea"/>
                <a:cs typeface="Times New Roman" panose="02020603050405020304" pitchFamily="18" charset="0"/>
              </a:rPr>
              <a:t>（</a:t>
            </a:r>
            <a:r>
              <a:rPr lang="en-US" altLang="zh-CN" sz="2400" dirty="0">
                <a:solidFill>
                  <a:srgbClr val="FF0000"/>
                </a:solidFill>
                <a:latin typeface="+mn-ea"/>
                <a:cs typeface="Times New Roman" panose="02020603050405020304" pitchFamily="18" charset="0"/>
              </a:rPr>
              <a:t>1</a:t>
            </a:r>
            <a:r>
              <a:rPr lang="zh-CN" altLang="en-US" sz="2400" dirty="0">
                <a:solidFill>
                  <a:srgbClr val="FF0000"/>
                </a:solidFill>
                <a:latin typeface="+mn-ea"/>
                <a:cs typeface="Times New Roman" panose="02020603050405020304" pitchFamily="18" charset="0"/>
              </a:rPr>
              <a:t>分）</a:t>
            </a:r>
            <a:endParaRPr lang="en-US" altLang="zh-CN" sz="2400" dirty="0">
              <a:solidFill>
                <a:srgbClr val="000000"/>
              </a:solidFill>
              <a:latin typeface="+mn-ea"/>
              <a:cs typeface="Times New Roman" panose="02020603050405020304" pitchFamily="18" charset="0"/>
            </a:endParaRPr>
          </a:p>
          <a:p>
            <a:r>
              <a:rPr lang="zh-CN" altLang="en-US" sz="2400" dirty="0">
                <a:solidFill>
                  <a:srgbClr val="000000"/>
                </a:solidFill>
                <a:latin typeface="+mn-ea"/>
                <a:cs typeface="Times New Roman" panose="02020603050405020304" pitchFamily="18" charset="0"/>
              </a:rPr>
              <a:t>畅通民主参与渠道，保障职工合法权益，职工的幸福感和归属感增强。</a:t>
            </a:r>
            <a:r>
              <a:rPr lang="zh-CN" altLang="en-US" sz="2400" dirty="0">
                <a:solidFill>
                  <a:srgbClr val="FF0000"/>
                </a:solidFill>
                <a:latin typeface="+mn-ea"/>
                <a:cs typeface="Times New Roman" panose="02020603050405020304" pitchFamily="18" charset="0"/>
              </a:rPr>
              <a:t>（</a:t>
            </a:r>
            <a:r>
              <a:rPr lang="en-US" altLang="zh-CN" sz="2400" dirty="0">
                <a:solidFill>
                  <a:srgbClr val="FF0000"/>
                </a:solidFill>
                <a:latin typeface="+mn-ea"/>
                <a:cs typeface="Times New Roman" panose="02020603050405020304" pitchFamily="18" charset="0"/>
              </a:rPr>
              <a:t>2</a:t>
            </a:r>
            <a:r>
              <a:rPr lang="zh-CN" altLang="en-US" sz="2400" dirty="0">
                <a:solidFill>
                  <a:srgbClr val="FF0000"/>
                </a:solidFill>
                <a:latin typeface="+mn-ea"/>
                <a:cs typeface="Times New Roman" panose="02020603050405020304" pitchFamily="18" charset="0"/>
              </a:rPr>
              <a:t>分）</a:t>
            </a:r>
            <a:endParaRPr lang="en-US" altLang="zh-CN" sz="2400" dirty="0">
              <a:solidFill>
                <a:srgbClr val="FF0000"/>
              </a:solidFill>
              <a:latin typeface="+mn-ea"/>
              <a:cs typeface="Times New Roman" panose="02020603050405020304" pitchFamily="18" charset="0"/>
            </a:endParaRPr>
          </a:p>
          <a:p>
            <a:r>
              <a:rPr lang="zh-CN" altLang="en-US" sz="2400" dirty="0">
                <a:solidFill>
                  <a:srgbClr val="000000"/>
                </a:solidFill>
                <a:latin typeface="+mn-ea"/>
                <a:cs typeface="Times New Roman" panose="02020603050405020304" pitchFamily="18" charset="0"/>
              </a:rPr>
              <a:t>依法与员工签订电子劳动合同，推动管理服务便利化，职工维权有据，公司提质增效。</a:t>
            </a:r>
            <a:r>
              <a:rPr lang="zh-CN" altLang="en-US" sz="2400" dirty="0">
                <a:solidFill>
                  <a:srgbClr val="FF0000"/>
                </a:solidFill>
                <a:latin typeface="+mn-ea"/>
                <a:cs typeface="Times New Roman" panose="02020603050405020304" pitchFamily="18" charset="0"/>
              </a:rPr>
              <a:t>（</a:t>
            </a:r>
            <a:r>
              <a:rPr lang="en-US" altLang="zh-CN" sz="2400" dirty="0">
                <a:solidFill>
                  <a:srgbClr val="FF0000"/>
                </a:solidFill>
                <a:latin typeface="+mn-ea"/>
                <a:cs typeface="Times New Roman" panose="02020603050405020304" pitchFamily="18" charset="0"/>
              </a:rPr>
              <a:t>2</a:t>
            </a:r>
            <a:r>
              <a:rPr lang="zh-CN" altLang="en-US" sz="2400" dirty="0">
                <a:solidFill>
                  <a:srgbClr val="FF0000"/>
                </a:solidFill>
                <a:latin typeface="+mn-ea"/>
                <a:cs typeface="Times New Roman" panose="02020603050405020304" pitchFamily="18" charset="0"/>
              </a:rPr>
              <a:t>分）</a:t>
            </a:r>
            <a:endParaRPr lang="en-US" altLang="zh-CN" sz="2400" dirty="0">
              <a:solidFill>
                <a:srgbClr val="FF0000"/>
              </a:solidFill>
              <a:latin typeface="+mn-ea"/>
              <a:cs typeface="Times New Roman" panose="02020603050405020304" pitchFamily="18" charset="0"/>
            </a:endParaRPr>
          </a:p>
          <a:p>
            <a:r>
              <a:rPr lang="zh-CN" altLang="en-US" sz="2400" dirty="0">
                <a:solidFill>
                  <a:srgbClr val="000000"/>
                </a:solidFill>
                <a:latin typeface="+mn-ea"/>
                <a:cs typeface="Times New Roman" panose="02020603050405020304" pitchFamily="18" charset="0"/>
              </a:rPr>
              <a:t>合理调节工资收入分配关系，与职工共享发展成果，给公司发展带来持久动能。</a:t>
            </a:r>
            <a:r>
              <a:rPr lang="zh-CN" altLang="en-US" sz="2400" dirty="0">
                <a:solidFill>
                  <a:srgbClr val="FF0000"/>
                </a:solidFill>
                <a:latin typeface="+mn-ea"/>
                <a:cs typeface="Times New Roman" panose="02020603050405020304" pitchFamily="18" charset="0"/>
              </a:rPr>
              <a:t>（</a:t>
            </a:r>
            <a:r>
              <a:rPr lang="en-US" altLang="zh-CN" sz="2400" dirty="0">
                <a:solidFill>
                  <a:srgbClr val="FF0000"/>
                </a:solidFill>
                <a:latin typeface="+mn-ea"/>
                <a:cs typeface="Times New Roman" panose="02020603050405020304" pitchFamily="18" charset="0"/>
              </a:rPr>
              <a:t>2</a:t>
            </a:r>
            <a:r>
              <a:rPr lang="zh-CN" altLang="en-US" sz="2400" dirty="0">
                <a:solidFill>
                  <a:srgbClr val="FF0000"/>
                </a:solidFill>
                <a:latin typeface="+mn-ea"/>
                <a:cs typeface="Times New Roman" panose="02020603050405020304" pitchFamily="18" charset="0"/>
              </a:rPr>
              <a:t>分）</a:t>
            </a:r>
            <a:endParaRPr lang="en-US" altLang="zh-CN" sz="2400" dirty="0">
              <a:solidFill>
                <a:srgbClr val="FF0000"/>
              </a:solidFill>
              <a:latin typeface="+mn-ea"/>
              <a:cs typeface="Times New Roman" panose="02020603050405020304" pitchFamily="18" charset="0"/>
            </a:endParaRPr>
          </a:p>
        </p:txBody>
      </p:sp>
      <p:sp>
        <p:nvSpPr>
          <p:cNvPr id="4" name="TextBox 7">
            <a:extLst>
              <a:ext uri="{FF2B5EF4-FFF2-40B4-BE49-F238E27FC236}">
                <a16:creationId xmlns:a16="http://schemas.microsoft.com/office/drawing/2014/main" id="{DDD0F2D4-D85F-4F7F-AD2F-1697BE54D7AF}"/>
              </a:ext>
            </a:extLst>
          </p:cNvPr>
          <p:cNvSpPr txBox="1"/>
          <p:nvPr/>
        </p:nvSpPr>
        <p:spPr>
          <a:xfrm>
            <a:off x="7459979" y="1157844"/>
            <a:ext cx="1691489" cy="923330"/>
          </a:xfrm>
          <a:prstGeom prst="rect">
            <a:avLst/>
          </a:prstGeom>
          <a:noFill/>
        </p:spPr>
        <p:txBody>
          <a:bodyPr wrap="none" rtlCol="0">
            <a:spAutoFit/>
          </a:bodyPr>
          <a:lstStyle/>
          <a:p>
            <a:r>
              <a:rPr lang="zh-CN" altLang="en-US" dirty="0"/>
              <a:t>对和谐的作用</a:t>
            </a:r>
            <a:r>
              <a:rPr lang="en-US" altLang="zh-CN" dirty="0"/>
              <a:t>1</a:t>
            </a:r>
          </a:p>
          <a:p>
            <a:r>
              <a:rPr lang="zh-CN" altLang="en-US" dirty="0"/>
              <a:t>对和谐的作用</a:t>
            </a:r>
            <a:r>
              <a:rPr lang="en-US" altLang="zh-CN" dirty="0"/>
              <a:t>2</a:t>
            </a:r>
          </a:p>
          <a:p>
            <a:r>
              <a:rPr lang="zh-CN" altLang="en-US" dirty="0"/>
              <a:t>对和谐的作用</a:t>
            </a:r>
            <a:r>
              <a:rPr lang="en-US" altLang="zh-CN" dirty="0"/>
              <a:t>3</a:t>
            </a:r>
          </a:p>
        </p:txBody>
      </p:sp>
      <p:sp>
        <p:nvSpPr>
          <p:cNvPr id="5" name="TextBox 10">
            <a:extLst>
              <a:ext uri="{FF2B5EF4-FFF2-40B4-BE49-F238E27FC236}">
                <a16:creationId xmlns:a16="http://schemas.microsoft.com/office/drawing/2014/main" id="{BD94259F-DC9B-46E7-9728-D9C962F38399}"/>
              </a:ext>
            </a:extLst>
          </p:cNvPr>
          <p:cNvSpPr txBox="1"/>
          <p:nvPr/>
        </p:nvSpPr>
        <p:spPr>
          <a:xfrm>
            <a:off x="5945965" y="1163170"/>
            <a:ext cx="768159" cy="923330"/>
          </a:xfrm>
          <a:prstGeom prst="rect">
            <a:avLst/>
          </a:prstGeom>
          <a:noFill/>
        </p:spPr>
        <p:txBody>
          <a:bodyPr wrap="none" rtlCol="0">
            <a:spAutoFit/>
          </a:bodyPr>
          <a:lstStyle/>
          <a:p>
            <a:r>
              <a:rPr lang="zh-CN" altLang="en-US" dirty="0"/>
              <a:t>做法</a:t>
            </a:r>
            <a:r>
              <a:rPr lang="en-US" altLang="zh-CN" dirty="0"/>
              <a:t>1</a:t>
            </a:r>
          </a:p>
          <a:p>
            <a:r>
              <a:rPr lang="zh-CN" altLang="en-US" dirty="0"/>
              <a:t>做法</a:t>
            </a:r>
            <a:r>
              <a:rPr lang="en-US" altLang="zh-CN" dirty="0"/>
              <a:t>2</a:t>
            </a:r>
          </a:p>
          <a:p>
            <a:r>
              <a:rPr lang="zh-CN" altLang="en-US" dirty="0"/>
              <a:t>做法</a:t>
            </a:r>
            <a:r>
              <a:rPr lang="en-US" altLang="zh-CN" dirty="0"/>
              <a:t>3</a:t>
            </a:r>
          </a:p>
        </p:txBody>
      </p:sp>
      <p:cxnSp>
        <p:nvCxnSpPr>
          <p:cNvPr id="6" name="直接箭头连接符 5">
            <a:extLst>
              <a:ext uri="{FF2B5EF4-FFF2-40B4-BE49-F238E27FC236}">
                <a16:creationId xmlns:a16="http://schemas.microsoft.com/office/drawing/2014/main" id="{D9AAE637-73FD-42F8-858B-78FF71EBBB8F}"/>
              </a:ext>
            </a:extLst>
          </p:cNvPr>
          <p:cNvCxnSpPr>
            <a:cxnSpLocks/>
          </p:cNvCxnSpPr>
          <p:nvPr/>
        </p:nvCxnSpPr>
        <p:spPr>
          <a:xfrm>
            <a:off x="5630890" y="1342484"/>
            <a:ext cx="1750572"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945D9AD6-D298-4F25-9CA6-19E254BC666D}"/>
              </a:ext>
            </a:extLst>
          </p:cNvPr>
          <p:cNvCxnSpPr>
            <a:cxnSpLocks/>
          </p:cNvCxnSpPr>
          <p:nvPr/>
        </p:nvCxnSpPr>
        <p:spPr>
          <a:xfrm>
            <a:off x="5630890" y="1619509"/>
            <a:ext cx="179032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E56D1227-B8F0-46C6-9523-A011BA3A262F}"/>
              </a:ext>
            </a:extLst>
          </p:cNvPr>
          <p:cNvCxnSpPr>
            <a:cxnSpLocks/>
          </p:cNvCxnSpPr>
          <p:nvPr/>
        </p:nvCxnSpPr>
        <p:spPr>
          <a:xfrm>
            <a:off x="5666207" y="1887606"/>
            <a:ext cx="1728507"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40782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3CE844B4-A83E-4727-A04D-9B4924B65CF5}"/>
              </a:ext>
            </a:extLst>
          </p:cNvPr>
          <p:cNvSpPr/>
          <p:nvPr/>
        </p:nvSpPr>
        <p:spPr>
          <a:xfrm>
            <a:off x="528710" y="307310"/>
            <a:ext cx="10963422" cy="481863"/>
          </a:xfrm>
          <a:prstGeom prst="rect">
            <a:avLst/>
          </a:prstGeom>
        </p:spPr>
        <p:txBody>
          <a:bodyPr wrap="square">
            <a:spAutoFit/>
          </a:bodyPr>
          <a:lstStyle/>
          <a:p>
            <a:pPr indent="533400" algn="just">
              <a:lnSpc>
                <a:spcPct val="150000"/>
              </a:lnSpc>
            </a:pPr>
            <a:r>
              <a:rPr lang="en-US" altLang="zh-CN"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21.</a:t>
            </a: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a:t>
            </a:r>
            <a:r>
              <a:rPr lang="en-US" altLang="zh-CN"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7</a:t>
            </a: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分）结合材料，综合运用所学，谈谈如何读懂“敢”字的深意。</a:t>
            </a:r>
          </a:p>
        </p:txBody>
      </p:sp>
      <p:sp>
        <p:nvSpPr>
          <p:cNvPr id="4" name="矩形 3">
            <a:extLst>
              <a:ext uri="{FF2B5EF4-FFF2-40B4-BE49-F238E27FC236}">
                <a16:creationId xmlns:a16="http://schemas.microsoft.com/office/drawing/2014/main" id="{297E5AD9-9FF5-4E11-A641-E4F50E8B3313}"/>
              </a:ext>
            </a:extLst>
          </p:cNvPr>
          <p:cNvSpPr/>
          <p:nvPr/>
        </p:nvSpPr>
        <p:spPr>
          <a:xfrm>
            <a:off x="1090078" y="1280491"/>
            <a:ext cx="9840686" cy="409023"/>
          </a:xfrm>
          <a:prstGeom prst="rect">
            <a:avLst/>
          </a:prstGeom>
        </p:spPr>
        <p:txBody>
          <a:bodyPr wrap="square">
            <a:spAutoFit/>
          </a:bodyPr>
          <a:lstStyle/>
          <a:p>
            <a:pPr indent="266700" algn="just">
              <a:lnSpc>
                <a:spcPct val="125000"/>
              </a:lnSpc>
              <a:spcAft>
                <a:spcPts val="0"/>
              </a:spcAft>
            </a:pPr>
            <a:r>
              <a:rPr lang="zh-CN" altLang="en-US" b="1" kern="100" dirty="0">
                <a:solidFill>
                  <a:srgbClr val="FF0000"/>
                </a:solidFill>
                <a:latin typeface="等线" panose="02010600030101010101" pitchFamily="2" charset="-122"/>
                <a:ea typeface="宋体" panose="02010600030101010101" pitchFamily="2" charset="-122"/>
                <a:cs typeface="Times New Roman" panose="02020603050405020304" pitchFamily="18" charset="0"/>
              </a:rPr>
              <a:t>可从中国共产党的领导、主观能动性、实践观等角度作答。</a:t>
            </a:r>
            <a:endParaRPr lang="zh-CN" altLang="zh-CN" b="1" kern="100" dirty="0">
              <a:solidFill>
                <a:srgbClr val="FF0000"/>
              </a:solidFill>
              <a:latin typeface="等线" panose="02010600030101010101" pitchFamily="2" charset="-122"/>
              <a:cs typeface="Times New Roman" panose="02020603050405020304" pitchFamily="18" charset="0"/>
            </a:endParaRPr>
          </a:p>
        </p:txBody>
      </p:sp>
      <p:graphicFrame>
        <p:nvGraphicFramePr>
          <p:cNvPr id="6" name="表格 5">
            <a:extLst>
              <a:ext uri="{FF2B5EF4-FFF2-40B4-BE49-F238E27FC236}">
                <a16:creationId xmlns:a16="http://schemas.microsoft.com/office/drawing/2014/main" id="{F925519E-A59D-4E49-82ED-3B075DCD0DDC}"/>
              </a:ext>
            </a:extLst>
          </p:cNvPr>
          <p:cNvGraphicFramePr>
            <a:graphicFrameLocks noGrp="1"/>
          </p:cNvGraphicFramePr>
          <p:nvPr>
            <p:extLst>
              <p:ext uri="{D42A27DB-BD31-4B8C-83A1-F6EECF244321}">
                <p14:modId xmlns:p14="http://schemas.microsoft.com/office/powerpoint/2010/main" val="959030137"/>
              </p:ext>
            </p:extLst>
          </p:nvPr>
        </p:nvGraphicFramePr>
        <p:xfrm>
          <a:off x="1395431" y="1885124"/>
          <a:ext cx="8914762" cy="2462421"/>
        </p:xfrm>
        <a:graphic>
          <a:graphicData uri="http://schemas.openxmlformats.org/drawingml/2006/table">
            <a:tbl>
              <a:tblPr firstRow="1" firstCol="1" bandRow="1">
                <a:tableStyleId>{BDBED569-4797-4DF1-A0F4-6AAB3CD982D8}</a:tableStyleId>
              </a:tblPr>
              <a:tblGrid>
                <a:gridCol w="1075198">
                  <a:extLst>
                    <a:ext uri="{9D8B030D-6E8A-4147-A177-3AD203B41FA5}">
                      <a16:colId xmlns:a16="http://schemas.microsoft.com/office/drawing/2014/main" val="2529883060"/>
                    </a:ext>
                  </a:extLst>
                </a:gridCol>
                <a:gridCol w="6288107">
                  <a:extLst>
                    <a:ext uri="{9D8B030D-6E8A-4147-A177-3AD203B41FA5}">
                      <a16:colId xmlns:a16="http://schemas.microsoft.com/office/drawing/2014/main" val="2858612873"/>
                    </a:ext>
                  </a:extLst>
                </a:gridCol>
                <a:gridCol w="1551457">
                  <a:extLst>
                    <a:ext uri="{9D8B030D-6E8A-4147-A177-3AD203B41FA5}">
                      <a16:colId xmlns:a16="http://schemas.microsoft.com/office/drawing/2014/main" val="107038316"/>
                    </a:ext>
                  </a:extLst>
                </a:gridCol>
              </a:tblGrid>
              <a:tr h="309658">
                <a:tc>
                  <a:txBody>
                    <a:bodyPr/>
                    <a:lstStyle/>
                    <a:p>
                      <a:pPr indent="0" algn="ctr">
                        <a:lnSpc>
                          <a:spcPct val="125000"/>
                        </a:lnSpc>
                        <a:spcAft>
                          <a:spcPts val="0"/>
                        </a:spcAft>
                      </a:pPr>
                      <a:r>
                        <a:rPr lang="zh-CN" sz="1600" kern="100">
                          <a:effectLst/>
                        </a:rPr>
                        <a:t>等级水平</a:t>
                      </a:r>
                      <a:endParaRPr lang="zh-CN" sz="1600" kern="100">
                        <a:effectLst/>
                        <a:latin typeface="+mn-ea"/>
                        <a:ea typeface="+mn-ea"/>
                        <a:cs typeface="Times New Roman" panose="02020603050405020304" pitchFamily="18" charset="0"/>
                      </a:endParaRPr>
                    </a:p>
                  </a:txBody>
                  <a:tcPr marL="68580" marR="68580" marT="0" marB="0"/>
                </a:tc>
                <a:tc>
                  <a:txBody>
                    <a:bodyPr/>
                    <a:lstStyle/>
                    <a:p>
                      <a:pPr indent="0" algn="ctr">
                        <a:lnSpc>
                          <a:spcPct val="125000"/>
                        </a:lnSpc>
                        <a:spcAft>
                          <a:spcPts val="0"/>
                        </a:spcAft>
                      </a:pPr>
                      <a:r>
                        <a:rPr lang="zh-CN" sz="1600" kern="100">
                          <a:effectLst/>
                        </a:rPr>
                        <a:t>等级描述</a:t>
                      </a:r>
                      <a:endParaRPr lang="zh-CN" sz="1600" kern="100">
                        <a:effectLst/>
                        <a:latin typeface="+mn-ea"/>
                        <a:ea typeface="+mn-ea"/>
                        <a:cs typeface="Times New Roman" panose="02020603050405020304" pitchFamily="18" charset="0"/>
                      </a:endParaRPr>
                    </a:p>
                  </a:txBody>
                  <a:tcPr marL="68580" marR="68580" marT="0" marB="0"/>
                </a:tc>
                <a:tc>
                  <a:txBody>
                    <a:bodyPr/>
                    <a:lstStyle/>
                    <a:p>
                      <a:pPr indent="0" algn="ctr">
                        <a:lnSpc>
                          <a:spcPct val="125000"/>
                        </a:lnSpc>
                        <a:spcAft>
                          <a:spcPts val="0"/>
                        </a:spcAft>
                      </a:pPr>
                      <a:r>
                        <a:rPr lang="zh-CN" altLang="en-US" sz="1600" kern="100" dirty="0">
                          <a:effectLst/>
                          <a:latin typeface="+mn-ea"/>
                          <a:ea typeface="+mn-ea"/>
                          <a:cs typeface="Times New Roman" panose="02020603050405020304" pitchFamily="18" charset="0"/>
                        </a:rPr>
                        <a:t>分值</a:t>
                      </a:r>
                      <a:endParaRPr lang="zh-CN" sz="1600" kern="100" dirty="0">
                        <a:effectLst/>
                        <a:latin typeface="+mn-ea"/>
                        <a:ea typeface="+mn-ea"/>
                        <a:cs typeface="Times New Roman" panose="02020603050405020304" pitchFamily="18" charset="0"/>
                      </a:endParaRPr>
                    </a:p>
                  </a:txBody>
                  <a:tcPr marL="68580" marR="68580" marT="0" marB="0"/>
                </a:tc>
                <a:extLst>
                  <a:ext uri="{0D108BD9-81ED-4DB2-BD59-A6C34878D82A}">
                    <a16:rowId xmlns:a16="http://schemas.microsoft.com/office/drawing/2014/main" val="3505154320"/>
                  </a:ext>
                </a:extLst>
              </a:tr>
              <a:tr h="610411">
                <a:tc>
                  <a:txBody>
                    <a:bodyPr/>
                    <a:lstStyle/>
                    <a:p>
                      <a:pPr indent="0" algn="ctr">
                        <a:lnSpc>
                          <a:spcPct val="125000"/>
                        </a:lnSpc>
                        <a:spcAft>
                          <a:spcPts val="0"/>
                        </a:spcAft>
                      </a:pPr>
                      <a:r>
                        <a:rPr lang="zh-CN" sz="1600" kern="100" dirty="0">
                          <a:effectLst/>
                        </a:rPr>
                        <a:t>水平</a:t>
                      </a:r>
                      <a:r>
                        <a:rPr lang="en-US" sz="1600" kern="100" dirty="0">
                          <a:effectLst/>
                        </a:rPr>
                        <a:t>4</a:t>
                      </a:r>
                      <a:endParaRPr lang="zh-CN" sz="1600" kern="100" dirty="0">
                        <a:effectLst/>
                        <a:latin typeface="+mn-ea"/>
                        <a:ea typeface="+mn-ea"/>
                        <a:cs typeface="Times New Roman" panose="02020603050405020304" pitchFamily="18" charset="0"/>
                      </a:endParaRPr>
                    </a:p>
                  </a:txBody>
                  <a:tcPr marL="68580" marR="68580" marT="0" marB="0" anchor="ctr"/>
                </a:tc>
                <a:tc>
                  <a:txBody>
                    <a:bodyPr/>
                    <a:lstStyle/>
                    <a:p>
                      <a:pPr indent="0" algn="l">
                        <a:lnSpc>
                          <a:spcPct val="125000"/>
                        </a:lnSpc>
                        <a:spcAft>
                          <a:spcPts val="0"/>
                        </a:spcAft>
                      </a:pPr>
                      <a:r>
                        <a:rPr lang="zh-CN" sz="1600" kern="100">
                          <a:effectLst/>
                        </a:rPr>
                        <a:t>观点鲜明，能明确表达自己的见解；紧扣问题，综合运用所学知识展开论述；逻辑严密，条理清晰</a:t>
                      </a:r>
                      <a:endParaRPr lang="zh-CN" sz="1600" kern="100">
                        <a:effectLst/>
                        <a:latin typeface="+mn-ea"/>
                        <a:ea typeface="+mn-ea"/>
                        <a:cs typeface="Times New Roman" panose="02020603050405020304" pitchFamily="18" charset="0"/>
                      </a:endParaRPr>
                    </a:p>
                  </a:txBody>
                  <a:tcPr marL="68580" marR="68580" marT="0" marB="0"/>
                </a:tc>
                <a:tc>
                  <a:txBody>
                    <a:bodyPr/>
                    <a:lstStyle/>
                    <a:p>
                      <a:pPr indent="0" algn="l">
                        <a:lnSpc>
                          <a:spcPct val="125000"/>
                        </a:lnSpc>
                        <a:spcAft>
                          <a:spcPts val="0"/>
                        </a:spcAft>
                      </a:pPr>
                      <a:r>
                        <a:rPr lang="en-US" altLang="zh-CN" sz="1600" kern="100" dirty="0">
                          <a:effectLst/>
                          <a:latin typeface="+mn-ea"/>
                          <a:ea typeface="+mn-ea"/>
                          <a:cs typeface="Times New Roman" panose="02020603050405020304" pitchFamily="18" charset="0"/>
                        </a:rPr>
                        <a:t>6-7</a:t>
                      </a:r>
                      <a:r>
                        <a:rPr lang="zh-CN" altLang="en-US" sz="1600" kern="100" dirty="0">
                          <a:effectLst/>
                          <a:latin typeface="+mn-ea"/>
                          <a:ea typeface="+mn-ea"/>
                          <a:cs typeface="Times New Roman" panose="02020603050405020304" pitchFamily="18" charset="0"/>
                        </a:rPr>
                        <a:t>分</a:t>
                      </a:r>
                      <a:endParaRPr lang="en-US" altLang="zh-CN" sz="1600" kern="100" dirty="0">
                        <a:effectLst/>
                        <a:latin typeface="+mn-ea"/>
                        <a:ea typeface="+mn-ea"/>
                        <a:cs typeface="Times New Roman" panose="02020603050405020304" pitchFamily="18" charset="0"/>
                      </a:endParaRPr>
                    </a:p>
                  </a:txBody>
                  <a:tcPr marL="68580" marR="68580" marT="0" marB="0"/>
                </a:tc>
                <a:extLst>
                  <a:ext uri="{0D108BD9-81ED-4DB2-BD59-A6C34878D82A}">
                    <a16:rowId xmlns:a16="http://schemas.microsoft.com/office/drawing/2014/main" val="2151308995"/>
                  </a:ext>
                </a:extLst>
              </a:tr>
              <a:tr h="622283">
                <a:tc>
                  <a:txBody>
                    <a:bodyPr/>
                    <a:lstStyle/>
                    <a:p>
                      <a:pPr indent="0" algn="ctr">
                        <a:lnSpc>
                          <a:spcPct val="125000"/>
                        </a:lnSpc>
                        <a:spcAft>
                          <a:spcPts val="0"/>
                        </a:spcAft>
                      </a:pPr>
                      <a:r>
                        <a:rPr lang="zh-CN" sz="1600" kern="100">
                          <a:effectLst/>
                        </a:rPr>
                        <a:t>水平</a:t>
                      </a:r>
                      <a:r>
                        <a:rPr lang="en-US" sz="1600" kern="100">
                          <a:effectLst/>
                        </a:rPr>
                        <a:t>3</a:t>
                      </a:r>
                      <a:endParaRPr lang="zh-CN" sz="1600" kern="100">
                        <a:effectLst/>
                        <a:latin typeface="+mn-ea"/>
                        <a:ea typeface="+mn-ea"/>
                        <a:cs typeface="Times New Roman" panose="02020603050405020304" pitchFamily="18" charset="0"/>
                      </a:endParaRPr>
                    </a:p>
                  </a:txBody>
                  <a:tcPr marL="68580" marR="68580" marT="0" marB="0" anchor="ctr"/>
                </a:tc>
                <a:tc>
                  <a:txBody>
                    <a:bodyPr/>
                    <a:lstStyle/>
                    <a:p>
                      <a:pPr indent="0" algn="l">
                        <a:lnSpc>
                          <a:spcPct val="125000"/>
                        </a:lnSpc>
                        <a:spcAft>
                          <a:spcPts val="0"/>
                        </a:spcAft>
                      </a:pPr>
                      <a:r>
                        <a:rPr lang="zh-CN" sz="1600" kern="100" dirty="0">
                          <a:effectLst/>
                        </a:rPr>
                        <a:t>观点比较明确，能表达自己的见解；能扣住问题展开论述，知识运用比较准确；逻辑性较强，有条理</a:t>
                      </a:r>
                      <a:endParaRPr lang="zh-CN" sz="1600" kern="100" dirty="0">
                        <a:effectLst/>
                        <a:latin typeface="+mn-ea"/>
                        <a:ea typeface="+mn-ea"/>
                        <a:cs typeface="Times New Roman" panose="02020603050405020304" pitchFamily="18" charset="0"/>
                      </a:endParaRPr>
                    </a:p>
                  </a:txBody>
                  <a:tcPr marL="68580" marR="68580" marT="0" marB="0"/>
                </a:tc>
                <a:tc>
                  <a:txBody>
                    <a:bodyPr/>
                    <a:lstStyle/>
                    <a:p>
                      <a:pPr indent="0" algn="l">
                        <a:lnSpc>
                          <a:spcPct val="125000"/>
                        </a:lnSpc>
                        <a:spcAft>
                          <a:spcPts val="0"/>
                        </a:spcAft>
                      </a:pPr>
                      <a:r>
                        <a:rPr lang="en-US" altLang="zh-CN" sz="1600" kern="100" dirty="0">
                          <a:effectLst/>
                          <a:latin typeface="+mn-ea"/>
                          <a:ea typeface="+mn-ea"/>
                          <a:cs typeface="Times New Roman" panose="02020603050405020304" pitchFamily="18" charset="0"/>
                        </a:rPr>
                        <a:t>3-5</a:t>
                      </a:r>
                      <a:r>
                        <a:rPr lang="zh-CN" altLang="en-US" sz="1600" kern="100" dirty="0">
                          <a:effectLst/>
                          <a:latin typeface="+mn-ea"/>
                          <a:ea typeface="+mn-ea"/>
                          <a:cs typeface="Times New Roman" panose="02020603050405020304" pitchFamily="18" charset="0"/>
                        </a:rPr>
                        <a:t>分</a:t>
                      </a:r>
                      <a:endParaRPr lang="en-US" altLang="zh-CN" sz="1600" kern="100" dirty="0">
                        <a:effectLst/>
                        <a:latin typeface="+mn-ea"/>
                        <a:ea typeface="+mn-ea"/>
                        <a:cs typeface="Times New Roman" panose="02020603050405020304" pitchFamily="18" charset="0"/>
                      </a:endParaRPr>
                    </a:p>
                  </a:txBody>
                  <a:tcPr marL="68580" marR="68580" marT="0" marB="0"/>
                </a:tc>
                <a:extLst>
                  <a:ext uri="{0D108BD9-81ED-4DB2-BD59-A6C34878D82A}">
                    <a16:rowId xmlns:a16="http://schemas.microsoft.com/office/drawing/2014/main" val="3634934195"/>
                  </a:ext>
                </a:extLst>
              </a:tr>
              <a:tr h="610411">
                <a:tc>
                  <a:txBody>
                    <a:bodyPr/>
                    <a:lstStyle/>
                    <a:p>
                      <a:pPr indent="0" algn="ctr">
                        <a:lnSpc>
                          <a:spcPct val="125000"/>
                        </a:lnSpc>
                        <a:spcAft>
                          <a:spcPts val="0"/>
                        </a:spcAft>
                      </a:pPr>
                      <a:r>
                        <a:rPr lang="zh-CN" sz="1600" kern="100">
                          <a:effectLst/>
                        </a:rPr>
                        <a:t>水平</a:t>
                      </a:r>
                      <a:r>
                        <a:rPr lang="en-US" sz="1600" kern="100">
                          <a:effectLst/>
                        </a:rPr>
                        <a:t>2</a:t>
                      </a:r>
                      <a:endParaRPr lang="zh-CN" sz="1600" kern="100">
                        <a:effectLst/>
                        <a:latin typeface="+mn-ea"/>
                        <a:ea typeface="+mn-ea"/>
                        <a:cs typeface="Times New Roman" panose="02020603050405020304" pitchFamily="18" charset="0"/>
                      </a:endParaRPr>
                    </a:p>
                  </a:txBody>
                  <a:tcPr marL="68580" marR="68580" marT="0" marB="0" anchor="ctr"/>
                </a:tc>
                <a:tc>
                  <a:txBody>
                    <a:bodyPr/>
                    <a:lstStyle/>
                    <a:p>
                      <a:pPr indent="0" algn="l">
                        <a:lnSpc>
                          <a:spcPct val="125000"/>
                        </a:lnSpc>
                        <a:spcAft>
                          <a:spcPts val="0"/>
                        </a:spcAft>
                      </a:pPr>
                      <a:r>
                        <a:rPr lang="zh-CN" sz="1600" kern="100" dirty="0">
                          <a:effectLst/>
                        </a:rPr>
                        <a:t>观点不明确；论述不能集中指向问题，简单罗列知识；知识运用不正确；论述缺乏逻辑，条理性差</a:t>
                      </a:r>
                      <a:endParaRPr lang="zh-CN" sz="1600" kern="100" dirty="0">
                        <a:effectLst/>
                        <a:latin typeface="+mn-ea"/>
                        <a:ea typeface="+mn-ea"/>
                        <a:cs typeface="Times New Roman" panose="02020603050405020304" pitchFamily="18" charset="0"/>
                      </a:endParaRPr>
                    </a:p>
                  </a:txBody>
                  <a:tcPr marL="68580" marR="68580" marT="0" marB="0"/>
                </a:tc>
                <a:tc>
                  <a:txBody>
                    <a:bodyPr/>
                    <a:lstStyle/>
                    <a:p>
                      <a:pPr indent="0" algn="l">
                        <a:lnSpc>
                          <a:spcPct val="125000"/>
                        </a:lnSpc>
                        <a:spcAft>
                          <a:spcPts val="0"/>
                        </a:spcAft>
                      </a:pPr>
                      <a:r>
                        <a:rPr lang="en-US" altLang="zh-CN" sz="1600" kern="100" dirty="0">
                          <a:effectLst/>
                          <a:latin typeface="+mn-ea"/>
                          <a:ea typeface="+mn-ea"/>
                          <a:cs typeface="Times New Roman" panose="02020603050405020304" pitchFamily="18" charset="0"/>
                        </a:rPr>
                        <a:t>1-2</a:t>
                      </a:r>
                      <a:r>
                        <a:rPr lang="zh-CN" altLang="en-US" sz="1600" kern="100" dirty="0">
                          <a:effectLst/>
                          <a:latin typeface="+mn-ea"/>
                          <a:ea typeface="+mn-ea"/>
                          <a:cs typeface="Times New Roman" panose="02020603050405020304" pitchFamily="18" charset="0"/>
                        </a:rPr>
                        <a:t>分</a:t>
                      </a:r>
                      <a:endParaRPr lang="en-US" altLang="zh-CN" sz="1600" kern="100" dirty="0">
                        <a:effectLst/>
                        <a:latin typeface="+mn-ea"/>
                        <a:ea typeface="+mn-ea"/>
                        <a:cs typeface="Times New Roman" panose="02020603050405020304" pitchFamily="18" charset="0"/>
                      </a:endParaRPr>
                    </a:p>
                  </a:txBody>
                  <a:tcPr marL="68580" marR="68580" marT="0" marB="0"/>
                </a:tc>
                <a:extLst>
                  <a:ext uri="{0D108BD9-81ED-4DB2-BD59-A6C34878D82A}">
                    <a16:rowId xmlns:a16="http://schemas.microsoft.com/office/drawing/2014/main" val="2748825847"/>
                  </a:ext>
                </a:extLst>
              </a:tr>
              <a:tr h="309658">
                <a:tc>
                  <a:txBody>
                    <a:bodyPr/>
                    <a:lstStyle/>
                    <a:p>
                      <a:pPr indent="0" algn="ctr">
                        <a:lnSpc>
                          <a:spcPct val="125000"/>
                        </a:lnSpc>
                        <a:spcAft>
                          <a:spcPts val="0"/>
                        </a:spcAft>
                      </a:pPr>
                      <a:r>
                        <a:rPr lang="zh-CN" sz="1600" kern="100" dirty="0">
                          <a:effectLst/>
                        </a:rPr>
                        <a:t>水平</a:t>
                      </a:r>
                      <a:r>
                        <a:rPr lang="en-US" sz="1600" kern="100" dirty="0">
                          <a:effectLst/>
                        </a:rPr>
                        <a:t>1</a:t>
                      </a:r>
                      <a:endParaRPr lang="zh-CN" sz="1600" kern="100" dirty="0">
                        <a:effectLst/>
                        <a:latin typeface="+mn-ea"/>
                        <a:ea typeface="+mn-ea"/>
                        <a:cs typeface="Times New Roman" panose="02020603050405020304" pitchFamily="18" charset="0"/>
                      </a:endParaRPr>
                    </a:p>
                  </a:txBody>
                  <a:tcPr marL="68580" marR="68580" marT="0" marB="0" anchor="ctr"/>
                </a:tc>
                <a:tc>
                  <a:txBody>
                    <a:bodyPr/>
                    <a:lstStyle/>
                    <a:p>
                      <a:pPr indent="0" algn="l">
                        <a:lnSpc>
                          <a:spcPct val="125000"/>
                        </a:lnSpc>
                        <a:spcAft>
                          <a:spcPts val="0"/>
                        </a:spcAft>
                      </a:pPr>
                      <a:r>
                        <a:rPr lang="zh-CN" sz="1600" kern="100" dirty="0">
                          <a:effectLst/>
                        </a:rPr>
                        <a:t>应答与试题无关；或重复试题内容；或没有应答</a:t>
                      </a:r>
                      <a:endParaRPr lang="zh-CN" sz="1600" kern="100" dirty="0">
                        <a:effectLst/>
                        <a:latin typeface="+mn-ea"/>
                        <a:ea typeface="+mn-ea"/>
                        <a:cs typeface="Times New Roman" panose="02020603050405020304" pitchFamily="18" charset="0"/>
                      </a:endParaRPr>
                    </a:p>
                  </a:txBody>
                  <a:tcPr marL="68580" marR="68580" marT="0" marB="0"/>
                </a:tc>
                <a:tc>
                  <a:txBody>
                    <a:bodyPr/>
                    <a:lstStyle/>
                    <a:p>
                      <a:pPr indent="0" algn="l">
                        <a:lnSpc>
                          <a:spcPct val="125000"/>
                        </a:lnSpc>
                        <a:spcAft>
                          <a:spcPts val="0"/>
                        </a:spcAft>
                      </a:pPr>
                      <a:r>
                        <a:rPr lang="en-US" altLang="zh-CN" sz="1600" kern="100" dirty="0">
                          <a:effectLst/>
                          <a:latin typeface="+mn-ea"/>
                          <a:ea typeface="+mn-ea"/>
                          <a:cs typeface="Times New Roman" panose="02020603050405020304" pitchFamily="18" charset="0"/>
                        </a:rPr>
                        <a:t>0</a:t>
                      </a:r>
                      <a:r>
                        <a:rPr lang="zh-CN" altLang="en-US" sz="1600" kern="100" dirty="0">
                          <a:effectLst/>
                          <a:latin typeface="+mn-ea"/>
                          <a:ea typeface="+mn-ea"/>
                          <a:cs typeface="Times New Roman" panose="02020603050405020304" pitchFamily="18" charset="0"/>
                        </a:rPr>
                        <a:t>分</a:t>
                      </a:r>
                      <a:endParaRPr lang="zh-CN" sz="1600" kern="100" dirty="0">
                        <a:effectLst/>
                        <a:latin typeface="+mn-ea"/>
                        <a:ea typeface="+mn-ea"/>
                        <a:cs typeface="Times New Roman" panose="02020603050405020304" pitchFamily="18" charset="0"/>
                      </a:endParaRPr>
                    </a:p>
                  </a:txBody>
                  <a:tcPr marL="68580" marR="68580" marT="0" marB="0"/>
                </a:tc>
                <a:extLst>
                  <a:ext uri="{0D108BD9-81ED-4DB2-BD59-A6C34878D82A}">
                    <a16:rowId xmlns:a16="http://schemas.microsoft.com/office/drawing/2014/main" val="1045177811"/>
                  </a:ext>
                </a:extLst>
              </a:tr>
            </a:tbl>
          </a:graphicData>
        </a:graphic>
      </p:graphicFrame>
      <p:sp>
        <p:nvSpPr>
          <p:cNvPr id="7" name="文本框 6">
            <a:extLst>
              <a:ext uri="{FF2B5EF4-FFF2-40B4-BE49-F238E27FC236}">
                <a16:creationId xmlns:a16="http://schemas.microsoft.com/office/drawing/2014/main" id="{91CC842C-E838-44BD-94CE-6ACECFEE8A90}"/>
              </a:ext>
            </a:extLst>
          </p:cNvPr>
          <p:cNvSpPr txBox="1"/>
          <p:nvPr/>
        </p:nvSpPr>
        <p:spPr>
          <a:xfrm>
            <a:off x="1395431" y="4989611"/>
            <a:ext cx="5711820" cy="369332"/>
          </a:xfrm>
          <a:prstGeom prst="rect">
            <a:avLst/>
          </a:prstGeom>
          <a:noFill/>
        </p:spPr>
        <p:txBody>
          <a:bodyPr wrap="none" rtlCol="0">
            <a:spAutoFit/>
          </a:bodyPr>
          <a:lstStyle/>
          <a:p>
            <a:r>
              <a:rPr lang="zh-CN" altLang="en-US" dirty="0"/>
              <a:t>知识</a:t>
            </a:r>
            <a:r>
              <a:rPr lang="en-US" altLang="zh-CN" dirty="0"/>
              <a:t>+</a:t>
            </a:r>
            <a:r>
              <a:rPr lang="zh-CN" altLang="en-US" dirty="0"/>
              <a:t>分析，</a:t>
            </a:r>
            <a:r>
              <a:rPr lang="en-US" altLang="zh-CN" dirty="0"/>
              <a:t>2</a:t>
            </a:r>
            <a:r>
              <a:rPr lang="zh-CN" altLang="en-US" dirty="0"/>
              <a:t>点，水平</a:t>
            </a:r>
            <a:r>
              <a:rPr lang="en-US" altLang="zh-CN" dirty="0"/>
              <a:t>3-5</a:t>
            </a:r>
            <a:r>
              <a:rPr lang="zh-CN" altLang="en-US" dirty="0"/>
              <a:t>分；多层次、提炼</a:t>
            </a:r>
            <a:r>
              <a:rPr lang="en-US" altLang="zh-CN" dirty="0"/>
              <a:t>+</a:t>
            </a:r>
            <a:r>
              <a:rPr lang="zh-CN" altLang="en-US" dirty="0"/>
              <a:t>逻辑</a:t>
            </a:r>
            <a:r>
              <a:rPr lang="en-US" altLang="zh-CN" dirty="0"/>
              <a:t>1</a:t>
            </a:r>
            <a:r>
              <a:rPr lang="zh-CN" altLang="en-US" dirty="0"/>
              <a:t>分</a:t>
            </a:r>
          </a:p>
        </p:txBody>
      </p:sp>
    </p:spTree>
    <p:extLst>
      <p:ext uri="{BB962C8B-B14F-4D97-AF65-F5344CB8AC3E}">
        <p14:creationId xmlns:p14="http://schemas.microsoft.com/office/powerpoint/2010/main" val="1411494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BEC270BB-09BC-41E5-B071-78287430B780}"/>
              </a:ext>
            </a:extLst>
          </p:cNvPr>
          <p:cNvSpPr/>
          <p:nvPr/>
        </p:nvSpPr>
        <p:spPr>
          <a:xfrm>
            <a:off x="767249" y="745787"/>
            <a:ext cx="10963422" cy="481863"/>
          </a:xfrm>
          <a:prstGeom prst="rect">
            <a:avLst/>
          </a:prstGeom>
        </p:spPr>
        <p:txBody>
          <a:bodyPr wrap="square">
            <a:spAutoFit/>
          </a:bodyPr>
          <a:lstStyle/>
          <a:p>
            <a:pPr indent="533400" algn="just">
              <a:lnSpc>
                <a:spcPct val="150000"/>
              </a:lnSpc>
            </a:pPr>
            <a:r>
              <a:rPr lang="en-US" altLang="zh-CN"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21.</a:t>
            </a: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示例：</a:t>
            </a:r>
          </a:p>
        </p:txBody>
      </p:sp>
      <p:sp>
        <p:nvSpPr>
          <p:cNvPr id="4" name="矩形 3">
            <a:extLst>
              <a:ext uri="{FF2B5EF4-FFF2-40B4-BE49-F238E27FC236}">
                <a16:creationId xmlns:a16="http://schemas.microsoft.com/office/drawing/2014/main" id="{ACF90F82-BD3A-4427-B8B6-F6248B7C2EFB}"/>
              </a:ext>
            </a:extLst>
          </p:cNvPr>
          <p:cNvSpPr/>
          <p:nvPr/>
        </p:nvSpPr>
        <p:spPr>
          <a:xfrm>
            <a:off x="1161195" y="1583277"/>
            <a:ext cx="9559814" cy="4200445"/>
          </a:xfrm>
          <a:prstGeom prst="rect">
            <a:avLst/>
          </a:prstGeom>
        </p:spPr>
        <p:txBody>
          <a:bodyPr wrap="square">
            <a:spAutoFit/>
          </a:bodyPr>
          <a:lstStyle/>
          <a:p>
            <a:pPr algn="just">
              <a:lnSpc>
                <a:spcPct val="150000"/>
              </a:lnSpc>
              <a:spcAft>
                <a:spcPts val="0"/>
              </a:spcAft>
            </a:pPr>
            <a:r>
              <a:rPr lang="en-US" altLang="zh-CN" sz="2000" kern="100" dirty="0">
                <a:latin typeface="+mn-ea"/>
                <a:cs typeface="Times New Roman" panose="02020603050405020304" pitchFamily="18" charset="0"/>
              </a:rPr>
              <a:t>       </a:t>
            </a:r>
            <a:r>
              <a:rPr lang="zh-CN" altLang="zh-CN" sz="2000" kern="100" dirty="0">
                <a:latin typeface="+mn-ea"/>
                <a:cs typeface="Times New Roman" panose="02020603050405020304" pitchFamily="18" charset="0"/>
              </a:rPr>
              <a:t>“敢”，是敢于担当的主动性、敢为人先的创造力、勇于实践的行动力，是知行合一的“敢”。</a:t>
            </a:r>
          </a:p>
          <a:p>
            <a:pPr algn="just">
              <a:lnSpc>
                <a:spcPct val="150000"/>
              </a:lnSpc>
              <a:spcAft>
                <a:spcPts val="0"/>
              </a:spcAft>
            </a:pPr>
            <a:r>
              <a:rPr lang="en-US" altLang="zh-CN" sz="2000" kern="100" dirty="0">
                <a:latin typeface="+mn-ea"/>
                <a:cs typeface="Times New Roman" panose="02020603050405020304" pitchFamily="18" charset="0"/>
              </a:rPr>
              <a:t>        </a:t>
            </a:r>
            <a:r>
              <a:rPr lang="zh-CN" altLang="zh-CN" sz="2000" kern="100" dirty="0">
                <a:latin typeface="+mn-ea"/>
                <a:cs typeface="Times New Roman" panose="02020603050405020304" pitchFamily="18" charset="0"/>
              </a:rPr>
              <a:t>党的百年奋斗历程告诉我们，党勇担民族大任、敢于攻坚克难、勇立时代潮头</a:t>
            </a:r>
            <a:r>
              <a:rPr lang="zh-CN" altLang="en-US" sz="2000" kern="100" dirty="0">
                <a:latin typeface="+mn-ea"/>
                <a:cs typeface="Times New Roman" panose="02020603050405020304" pitchFamily="18" charset="0"/>
              </a:rPr>
              <a:t>，成为中国人民的坚强的领导核心</a:t>
            </a:r>
            <a:r>
              <a:rPr lang="zh-CN" altLang="zh-CN" sz="2000" kern="100" dirty="0">
                <a:latin typeface="+mn-ea"/>
                <a:cs typeface="Times New Roman" panose="02020603050405020304" pitchFamily="18" charset="0"/>
              </a:rPr>
              <a:t>。党和人民取得的一切成就，都是</a:t>
            </a:r>
            <a:r>
              <a:rPr lang="zh-CN" altLang="en-US" sz="2000" kern="100" dirty="0">
                <a:latin typeface="+mn-ea"/>
                <a:cs typeface="Times New Roman" panose="02020603050405020304" pitchFamily="18" charset="0"/>
              </a:rPr>
              <a:t>充分发挥主观能动性、</a:t>
            </a:r>
            <a:r>
              <a:rPr lang="zh-CN" altLang="zh-CN" sz="2000" kern="100" dirty="0">
                <a:latin typeface="+mn-ea"/>
                <a:cs typeface="Times New Roman" panose="02020603050405020304" pitchFamily="18" charset="0"/>
              </a:rPr>
              <a:t>不断勇敢斗争取得的。在中国共产党的坚强领导下，干部敢于担当，地方敢于探索，企业敢于作为，中国人民敢于创造，中华民族用“敢”字书写了壮丽史诗。</a:t>
            </a:r>
          </a:p>
          <a:p>
            <a:pPr algn="just">
              <a:lnSpc>
                <a:spcPct val="150000"/>
              </a:lnSpc>
              <a:spcAft>
                <a:spcPts val="0"/>
              </a:spcAft>
            </a:pPr>
            <a:r>
              <a:rPr lang="en-US" altLang="zh-CN" sz="2000" kern="100" dirty="0">
                <a:latin typeface="+mn-ea"/>
                <a:cs typeface="Times New Roman" panose="02020603050405020304" pitchFamily="18" charset="0"/>
              </a:rPr>
              <a:t>        </a:t>
            </a:r>
            <a:r>
              <a:rPr lang="zh-CN" altLang="zh-CN" sz="2000" kern="100" dirty="0">
                <a:latin typeface="+mn-ea"/>
                <a:cs typeface="Times New Roman" panose="02020603050405020304" pitchFamily="18" charset="0"/>
              </a:rPr>
              <a:t>踏上新征程，</a:t>
            </a:r>
            <a:r>
              <a:rPr lang="en-US" altLang="zh-CN" sz="2000" kern="100" dirty="0">
                <a:latin typeface="+mn-ea"/>
                <a:cs typeface="Times New Roman" panose="02020603050405020304" pitchFamily="18" charset="0"/>
              </a:rPr>
              <a:t>“</a:t>
            </a:r>
            <a:r>
              <a:rPr lang="zh-CN" altLang="zh-CN" sz="2000" kern="100" dirty="0">
                <a:latin typeface="+mn-ea"/>
                <a:cs typeface="Times New Roman" panose="02020603050405020304" pitchFamily="18" charset="0"/>
              </a:rPr>
              <a:t>敢</a:t>
            </a:r>
            <a:r>
              <a:rPr lang="en-US" altLang="zh-CN" sz="2000" kern="100" dirty="0">
                <a:latin typeface="+mn-ea"/>
                <a:cs typeface="Times New Roman" panose="02020603050405020304" pitchFamily="18" charset="0"/>
              </a:rPr>
              <a:t>”</a:t>
            </a:r>
            <a:r>
              <a:rPr lang="zh-CN" altLang="zh-CN" sz="2000" kern="100" dirty="0">
                <a:latin typeface="+mn-ea"/>
                <a:cs typeface="Times New Roman" panose="02020603050405020304" pitchFamily="18" charset="0"/>
              </a:rPr>
              <a:t>字当头，全社会</a:t>
            </a:r>
            <a:r>
              <a:rPr lang="zh-CN" altLang="en-US" sz="2000" kern="100" dirty="0">
                <a:latin typeface="+mn-ea"/>
                <a:cs typeface="Times New Roman" panose="02020603050405020304" pitchFamily="18" charset="0"/>
              </a:rPr>
              <a:t>增强</a:t>
            </a:r>
            <a:r>
              <a:rPr lang="zh-CN" altLang="zh-CN" sz="2000" kern="100" dirty="0">
                <a:latin typeface="+mn-ea"/>
                <a:cs typeface="Times New Roman" panose="02020603050405020304" pitchFamily="18" charset="0"/>
              </a:rPr>
              <a:t>发展</a:t>
            </a:r>
            <a:r>
              <a:rPr lang="zh-CN" altLang="en-US" sz="2000" kern="100" dirty="0">
                <a:latin typeface="+mn-ea"/>
                <a:cs typeface="Times New Roman" panose="02020603050405020304" pitchFamily="18" charset="0"/>
              </a:rPr>
              <a:t>勇气</a:t>
            </a:r>
            <a:r>
              <a:rPr lang="zh-CN" altLang="zh-CN" sz="2000" kern="100" dirty="0">
                <a:latin typeface="+mn-ea"/>
                <a:cs typeface="Times New Roman" panose="02020603050405020304" pitchFamily="18" charset="0"/>
              </a:rPr>
              <a:t>，各方面调动踔厉奋发的积极性，促进创造潜力竞相迸发，凝聚起干事创业的</a:t>
            </a:r>
            <a:r>
              <a:rPr lang="zh-CN" altLang="en-US" sz="2000" kern="100" dirty="0">
                <a:latin typeface="+mn-ea"/>
                <a:cs typeface="Times New Roman" panose="02020603050405020304" pitchFamily="18" charset="0"/>
              </a:rPr>
              <a:t>实践</a:t>
            </a:r>
            <a:r>
              <a:rPr lang="zh-CN" altLang="zh-CN" sz="2000" kern="100" dirty="0">
                <a:latin typeface="+mn-ea"/>
                <a:cs typeface="Times New Roman" panose="02020603050405020304" pitchFamily="18" charset="0"/>
              </a:rPr>
              <a:t>伟力，全面建成社会主义现代化强国，实现中华民族的伟大复兴。</a:t>
            </a:r>
          </a:p>
        </p:txBody>
      </p:sp>
    </p:spTree>
    <p:extLst>
      <p:ext uri="{BB962C8B-B14F-4D97-AF65-F5344CB8AC3E}">
        <p14:creationId xmlns:p14="http://schemas.microsoft.com/office/powerpoint/2010/main" val="4374174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a:extLst>
              <a:ext uri="{FF2B5EF4-FFF2-40B4-BE49-F238E27FC236}">
                <a16:creationId xmlns:a16="http://schemas.microsoft.com/office/drawing/2014/main" id="{96680EB3-06C7-45D2-86EA-88FA23099D61}"/>
              </a:ext>
            </a:extLst>
          </p:cNvPr>
          <p:cNvPicPr>
            <a:picLocks noChangeAspect="1"/>
          </p:cNvPicPr>
          <p:nvPr/>
        </p:nvPicPr>
        <p:blipFill>
          <a:blip r:embed="rId3">
            <a:duotone>
              <a:schemeClr val="accent5">
                <a:shade val="45000"/>
                <a:satMod val="135000"/>
              </a:schemeClr>
              <a:prstClr val="white"/>
            </a:duotone>
            <a:extLst>
              <a:ext uri="{BEBA8EAE-BF5A-486C-A8C5-ECC9F3942E4B}">
                <a14:imgProps xmlns:a14="http://schemas.microsoft.com/office/drawing/2010/main">
                  <a14:imgLayer r:embed="rId4">
                    <a14:imgEffect>
                      <a14:saturation sat="33000"/>
                    </a14:imgEffect>
                  </a14:imgLayer>
                </a14:imgProps>
              </a:ext>
              <a:ext uri="{28A0092B-C50C-407E-A947-70E740481C1C}">
                <a14:useLocalDpi xmlns:a14="http://schemas.microsoft.com/office/drawing/2010/main" val="0"/>
              </a:ext>
            </a:extLst>
          </a:blip>
          <a:stretch>
            <a:fillRect/>
          </a:stretch>
        </p:blipFill>
        <p:spPr>
          <a:xfrm>
            <a:off x="8634149" y="804802"/>
            <a:ext cx="2857500" cy="1190625"/>
          </a:xfrm>
          <a:prstGeom prst="rect">
            <a:avLst/>
          </a:prstGeom>
        </p:spPr>
      </p:pic>
      <p:sp>
        <p:nvSpPr>
          <p:cNvPr id="36" name="矩形 35">
            <a:extLst>
              <a:ext uri="{FF2B5EF4-FFF2-40B4-BE49-F238E27FC236}">
                <a16:creationId xmlns:a16="http://schemas.microsoft.com/office/drawing/2014/main" id="{9675AEEC-8D3F-4E8F-B538-6C3283188989}"/>
              </a:ext>
            </a:extLst>
          </p:cNvPr>
          <p:cNvSpPr/>
          <p:nvPr/>
        </p:nvSpPr>
        <p:spPr>
          <a:xfrm>
            <a:off x="1572957" y="1815612"/>
            <a:ext cx="8648521" cy="2123658"/>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6600" b="1" i="0" u="none" strike="noStrike" kern="1200" cap="none" spc="0" normalizeH="0" baseline="0" noProof="0" dirty="0">
              <a:ln>
                <a:noFill/>
              </a:ln>
              <a:solidFill>
                <a:srgbClr val="BE0000"/>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6600" b="1" i="0" u="none" strike="noStrike" kern="1200" cap="none" spc="0" normalizeH="0" baseline="0" noProof="0" dirty="0">
                <a:ln>
                  <a:noFill/>
                </a:ln>
                <a:solidFill>
                  <a:srgbClr val="BE0000"/>
                </a:solidFill>
                <a:effectLst/>
                <a:uLnTx/>
                <a:uFillTx/>
                <a:latin typeface="微软雅黑" panose="020B0503020204020204" pitchFamily="34" charset="-122"/>
                <a:ea typeface="微软雅黑" panose="020B0503020204020204" pitchFamily="34" charset="-122"/>
                <a:cs typeface="+mn-cs"/>
              </a:rPr>
              <a:t>辛苦各位组长，谢谢！</a:t>
            </a:r>
          </a:p>
        </p:txBody>
      </p:sp>
      <p:sp>
        <p:nvSpPr>
          <p:cNvPr id="2" name="文本框 1">
            <a:extLst>
              <a:ext uri="{FF2B5EF4-FFF2-40B4-BE49-F238E27FC236}">
                <a16:creationId xmlns:a16="http://schemas.microsoft.com/office/drawing/2014/main" id="{5A83B651-889C-425F-9B7D-3B2B47C5996A}"/>
              </a:ext>
            </a:extLst>
          </p:cNvPr>
          <p:cNvSpPr txBox="1"/>
          <p:nvPr/>
        </p:nvSpPr>
        <p:spPr>
          <a:xfrm>
            <a:off x="3074505" y="1400114"/>
            <a:ext cx="4758034" cy="830997"/>
          </a:xfrm>
          <a:prstGeom prst="rect">
            <a:avLst/>
          </a:prstGeom>
          <a:noFill/>
        </p:spPr>
        <p:txBody>
          <a:bodyPr wrap="none" rtlCol="0">
            <a:spAutoFit/>
          </a:bodyPr>
          <a:lstStyle/>
          <a:p>
            <a:r>
              <a:rPr lang="zh-CN" altLang="en-US" sz="2400" b="1" dirty="0"/>
              <a:t>明天</a:t>
            </a:r>
            <a:r>
              <a:rPr lang="en-US" altLang="zh-CN" sz="2400" b="1" dirty="0"/>
              <a:t>7:30</a:t>
            </a:r>
            <a:r>
              <a:rPr lang="zh-CN" altLang="en-US" sz="2400" b="1" dirty="0"/>
              <a:t>到，可以早到食堂吃早饭</a:t>
            </a:r>
            <a:endParaRPr lang="en-US" altLang="zh-CN" sz="2400" b="1" dirty="0"/>
          </a:p>
          <a:p>
            <a:r>
              <a:rPr lang="zh-CN" altLang="en-US" sz="2400" b="1" dirty="0"/>
              <a:t>阅学生卷子</a:t>
            </a:r>
            <a:r>
              <a:rPr lang="en-US" altLang="zh-CN" sz="2400" b="1" dirty="0"/>
              <a:t>200</a:t>
            </a:r>
            <a:r>
              <a:rPr lang="zh-CN" altLang="en-US" sz="2400" b="1" dirty="0"/>
              <a:t>份，调整完善细则</a:t>
            </a:r>
          </a:p>
        </p:txBody>
      </p:sp>
    </p:spTree>
    <p:extLst>
      <p:ext uri="{BB962C8B-B14F-4D97-AF65-F5344CB8AC3E}">
        <p14:creationId xmlns:p14="http://schemas.microsoft.com/office/powerpoint/2010/main" val="745835659"/>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自定义 3">
      <a:dk1>
        <a:sysClr val="windowText" lastClr="000000"/>
      </a:dk1>
      <a:lt1>
        <a:sysClr val="window" lastClr="FFFFFF"/>
      </a:lt1>
      <a:dk2>
        <a:srgbClr val="BE0000"/>
      </a:dk2>
      <a:lt2>
        <a:srgbClr val="E7E6E6"/>
      </a:lt2>
      <a:accent1>
        <a:srgbClr val="BE0000"/>
      </a:accent1>
      <a:accent2>
        <a:srgbClr val="ED7D31"/>
      </a:accent2>
      <a:accent3>
        <a:srgbClr val="D20000"/>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6079</TotalTime>
  <Words>1698</Words>
  <Application>Microsoft Office PowerPoint</Application>
  <PresentationFormat>宽屏</PresentationFormat>
  <Paragraphs>116</Paragraphs>
  <Slides>13</Slides>
  <Notes>1</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13</vt:i4>
      </vt:variant>
    </vt:vector>
  </HeadingPairs>
  <TitlesOfParts>
    <vt:vector size="24" baseType="lpstr">
      <vt:lpstr>等线</vt:lpstr>
      <vt:lpstr>黑体</vt:lpstr>
      <vt:lpstr>楷体</vt:lpstr>
      <vt:lpstr>宋体</vt:lpstr>
      <vt:lpstr>微软雅黑</vt:lpstr>
      <vt:lpstr>Arial</vt:lpstr>
      <vt:lpstr>Calibri</vt:lpstr>
      <vt:lpstr>Calibri Light</vt:lpstr>
      <vt:lpstr>Times New Roman</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Windows 用户</dc:creator>
  <cp:lastModifiedBy>宫英杰</cp:lastModifiedBy>
  <cp:revision>448</cp:revision>
  <dcterms:created xsi:type="dcterms:W3CDTF">2021-01-29T03:38:32Z</dcterms:created>
  <dcterms:modified xsi:type="dcterms:W3CDTF">2023-03-29T13:33:15Z</dcterms:modified>
</cp:coreProperties>
</file>