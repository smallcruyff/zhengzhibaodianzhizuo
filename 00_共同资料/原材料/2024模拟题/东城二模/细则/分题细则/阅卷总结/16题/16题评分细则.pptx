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D02-D201-4E23-9295-7DBC150D41DA}" type="datetimeFigureOut">
              <a:rPr lang="zh-CN" altLang="en-US" smtClean="0"/>
              <a:t>2024/5/9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D4A8F-42A3-4BDA-9665-D30F1987AE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84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D02-D201-4E23-9295-7DBC150D41DA}" type="datetimeFigureOut">
              <a:rPr lang="zh-CN" altLang="en-US" smtClean="0"/>
              <a:t>2024/5/9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D4A8F-42A3-4BDA-9665-D30F1987AE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141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D02-D201-4E23-9295-7DBC150D41DA}" type="datetimeFigureOut">
              <a:rPr lang="zh-CN" altLang="en-US" smtClean="0"/>
              <a:t>2024/5/9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D4A8F-42A3-4BDA-9665-D30F1987AE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14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D02-D201-4E23-9295-7DBC150D41DA}" type="datetimeFigureOut">
              <a:rPr lang="zh-CN" altLang="en-US" smtClean="0"/>
              <a:t>2024/5/9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D4A8F-42A3-4BDA-9665-D30F1987AE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055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D02-D201-4E23-9295-7DBC150D41DA}" type="datetimeFigureOut">
              <a:rPr lang="zh-CN" altLang="en-US" smtClean="0"/>
              <a:t>2024/5/9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D4A8F-42A3-4BDA-9665-D30F1987AE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8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D02-D201-4E23-9295-7DBC150D41DA}" type="datetimeFigureOut">
              <a:rPr lang="zh-CN" altLang="en-US" smtClean="0"/>
              <a:t>2024/5/9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D4A8F-42A3-4BDA-9665-D30F1987AE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150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D02-D201-4E23-9295-7DBC150D41DA}" type="datetimeFigureOut">
              <a:rPr lang="zh-CN" altLang="en-US" smtClean="0"/>
              <a:t>2024/5/9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D4A8F-42A3-4BDA-9665-D30F1987AE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57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D02-D201-4E23-9295-7DBC150D41DA}" type="datetimeFigureOut">
              <a:rPr lang="zh-CN" altLang="en-US" smtClean="0"/>
              <a:t>2024/5/9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D4A8F-42A3-4BDA-9665-D30F1987AE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111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D02-D201-4E23-9295-7DBC150D41DA}" type="datetimeFigureOut">
              <a:rPr lang="zh-CN" altLang="en-US" smtClean="0"/>
              <a:t>2024/5/9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D4A8F-42A3-4BDA-9665-D30F1987AE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412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D02-D201-4E23-9295-7DBC150D41DA}" type="datetimeFigureOut">
              <a:rPr lang="zh-CN" altLang="en-US" smtClean="0"/>
              <a:t>2024/5/9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D4A8F-42A3-4BDA-9665-D30F1987AE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005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4D02-D201-4E23-9295-7DBC150D41DA}" type="datetimeFigureOut">
              <a:rPr lang="zh-CN" altLang="en-US" smtClean="0"/>
              <a:t>2024/5/9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D4A8F-42A3-4BDA-9665-D30F1987AE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22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44D02-D201-4E23-9295-7DBC150D41DA}" type="datetimeFigureOut">
              <a:rPr lang="zh-CN" altLang="en-US" smtClean="0"/>
              <a:t>2024/5/9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D4A8F-42A3-4BDA-9665-D30F1987AE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540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5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题评分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</a:rPr>
              <a:t>细则</a:t>
            </a:r>
          </a:p>
        </p:txBody>
      </p:sp>
    </p:spTree>
    <p:extLst>
      <p:ext uri="{BB962C8B-B14F-4D97-AF65-F5344CB8AC3E}">
        <p14:creationId xmlns:p14="http://schemas.microsoft.com/office/powerpoint/2010/main" val="370691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8764" y="2453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参考答案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499063" y="758595"/>
            <a:ext cx="9448800" cy="28623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文化角度：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文化是人类社会实践的产物，文化是经济政治的反映。桑基文化形成于中国人民的农业实践，是中华文化的组成部分，对当今的农业实践仍有指导意义。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中国优秀传统文化的创造性转化和创新性发展。桑基鱼塘与时代发展相统一，实现桑蚕文化与产业相融合，在推进乡村振兴上发挥作用。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优秀传统文化的当代价值。优秀文化具有引领风尚、教育人民、服务社会作用。鱼桑文化研学系列体验课程开发让孩子们感受鱼桑文化，促进人的全面发展（丰富人的精神世界，增强人的精神世界）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人民群众是文化创新的主体，人民群众在实践基础上创造的精神财富不断转化为物质力量，推动乡村振兴。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99063" y="3787808"/>
            <a:ext cx="9448800" cy="258532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哲学角度：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事物发展有其规律。（坚持一切从实际出发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具体问题具体分析）桑基鱼塘穿越千年遵循了人与自然的发展规律，随时代发展并不断创新，实现了生态景观与产业融合，推动乡村振兴。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事物是普遍联系的。桑基鱼塘各要素构成了相互联系的系统，体现了人与自然和谐共生。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人民是历史的创造者，是社会的主体。桑基鱼塘千年未老，服务于人民，不断满足人民对美好生活的追求。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科学的价值观符合社会发展规律和最广大人民的根本利益。桑基鱼塘是群众生产实践的产物，促进了经济和生态的发展，提高人民生活水平，穿越千年而未老。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5090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514331" y="4762042"/>
            <a:ext cx="843442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从哲学和文化两个方面回答。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文化层面：从桑基鱼塘的产生，到传统文化的发展，再到优秀的文化功能，最后升华为群众文化创新的作用。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哲学层面：基于规律和实际（实践）证明桑基鱼塘的科学价值。基于辩证法说明桑基鱼塘的发展过程；基于群众观点及价值观内容，体现科学价值观的标准和作用。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7892" y="28013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题讲评逻辑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578138" y="1606824"/>
            <a:ext cx="5262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问结构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为何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两千多岁的桑基鱼塘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仍未老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75418" y="2130053"/>
            <a:ext cx="4801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桑基鱼塘本身的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科学性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发展的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必然性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重要性</a:t>
            </a:r>
            <a:endParaRPr lang="en-US" altLang="zh-CN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78138" y="264680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情境结构：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78138" y="431498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答案</a:t>
            </a:r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结构：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75418" y="2646803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形成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发展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价值</a:t>
            </a:r>
            <a:endParaRPr lang="en-US" altLang="zh-CN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14331" y="3160032"/>
            <a:ext cx="1119229" cy="1077218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桑基鱼塘立足实践、尊重规律、因地制宜</a:t>
            </a:r>
            <a:endParaRPr lang="zh-CN" altLang="en-US" sz="1600" dirty="0"/>
          </a:p>
        </p:txBody>
      </p:sp>
      <p:sp>
        <p:nvSpPr>
          <p:cNvPr id="11" name="矩形 10"/>
          <p:cNvSpPr/>
          <p:nvPr/>
        </p:nvSpPr>
        <p:spPr>
          <a:xfrm>
            <a:off x="4110194" y="3160032"/>
            <a:ext cx="1119229" cy="1077218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保护利用、产业融合、乡村振兴、文化研学</a:t>
            </a:r>
          </a:p>
        </p:txBody>
      </p:sp>
      <p:sp>
        <p:nvSpPr>
          <p:cNvPr id="12" name="矩形 11"/>
          <p:cNvSpPr/>
          <p:nvPr/>
        </p:nvSpPr>
        <p:spPr>
          <a:xfrm>
            <a:off x="5806708" y="3160032"/>
            <a:ext cx="1119229" cy="1077218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乡村振兴、塑造人、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人民福</a:t>
            </a:r>
            <a:r>
              <a:rPr lang="zh-CN" altLang="en-US" sz="1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祉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16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3532909" y="2831469"/>
            <a:ext cx="57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5229423" y="2831469"/>
            <a:ext cx="57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2122516" y="2144284"/>
            <a:ext cx="0" cy="3960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122516" y="3160032"/>
            <a:ext cx="0" cy="3960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578138" y="755983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知识结构</a:t>
            </a:r>
            <a:r>
              <a:rPr lang="zh-CN" altLang="en-US" dirty="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哲学与文化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122516" y="1150437"/>
            <a:ext cx="0" cy="3960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957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55469" y="64839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阅卷细则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568150" y="1283732"/>
            <a:ext cx="9163580" cy="45935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用文化或哲学回答均可得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从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哲学和文化两个方面回答，文化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哲学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分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文化层面：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①从桑基鱼塘的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产生：文化是人类社会实践的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产物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文化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是经济政治的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反映。   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②传统文化的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发展：中国优秀传统文化的创造性转化和创新性发展。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③优秀的文化功能，最后升华为群众文化创新的作用：优秀传统文化的当代价值、文化的作用。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（每一点结合材料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分，三点可得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分）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哲学层面：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①基于规律和实际（实践）证明桑基鱼塘的科学价值：尊重规律、一切从实际出发。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②基于辩证法说明桑基鱼塘的发展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过程：坚持发展的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观点、联系的观点、立足整体、系统优化、矛盾分析法。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③基于群众观点及价值观内容，体现科学价值观的标准和作用：人民主体地位、群众观点。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每一点结合材料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分，三点可得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6821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29542" y="7647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学生问题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272144" y="1640507"/>
            <a:ext cx="7694815" cy="34163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1.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知识方面：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① 知识定位有误，错答逻辑相关内容；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② 简单罗列知识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哲学的知识结构化不清晰。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2.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思维方面：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本题考查“为何”设问逻辑，学生在哲学的论证思维能力上表现欠佳。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3.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情境方面：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① 简单罗列材料；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② 情境结构化不清晰，缺少价值层。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1740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12669" y="8229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教学建议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795848" y="2039518"/>
            <a:ext cx="6830290" cy="175432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1.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试题训练继续注重注重设问结构化、知识结构化和情景结构化。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2.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哲学内容注重思维层次，用哲学思维进行解题。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3.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重视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知识的精准表达，要回归教材的核心考点，以试题代教材进行复习。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4302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826</Words>
  <Application>Microsoft Office PowerPoint</Application>
  <PresentationFormat>宽屏</PresentationFormat>
  <Paragraphs>51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黑体</vt:lpstr>
      <vt:lpstr>楷体</vt:lpstr>
      <vt:lpstr>Arial</vt:lpstr>
      <vt:lpstr>Wingdings</vt:lpstr>
      <vt:lpstr>Office 主题​​</vt:lpstr>
      <vt:lpstr>16题评分细则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16题评分细则</dc:title>
  <dc:creator>DELL</dc:creator>
  <cp:lastModifiedBy>DELL</cp:lastModifiedBy>
  <cp:revision>24</cp:revision>
  <dcterms:created xsi:type="dcterms:W3CDTF">2024-05-09T01:29:59Z</dcterms:created>
  <dcterms:modified xsi:type="dcterms:W3CDTF">2024-05-09T06:54:03Z</dcterms:modified>
</cp:coreProperties>
</file>