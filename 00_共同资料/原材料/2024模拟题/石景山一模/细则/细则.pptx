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heme/theme3.xml" ContentType="application/vnd.openxmlformats-officedocument.theme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notesSlides/notesSlide1.xml" ContentType="application/vnd.openxmlformats-officedocument.presentationml.notesSlide+xml"/>
  <Override PartName="/ppt/tags/tag180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tags/tag181.xml" ContentType="application/vnd.openxmlformats-officedocument.presentationml.tags+xml"/>
  <Override PartName="/ppt/notesSlides/notesSlide4.xml" ContentType="application/vnd.openxmlformats-officedocument.presentationml.notesSlide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notesSlides/notesSlide6.xml" ContentType="application/vnd.openxmlformats-officedocument.presentationml.notesSlide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notesSlides/notesSlide7.xml" ContentType="application/vnd.openxmlformats-officedocument.presentationml.notesSlide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notesSlides/notesSlide8.xml" ContentType="application/vnd.openxmlformats-officedocument.presentationml.notesSlide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notesSlides/notesSlide9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notesSlides/notesSlide12.xml" ContentType="application/vnd.openxmlformats-officedocument.presentationml.notesSlide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tags/tag265.xml" ContentType="application/vnd.openxmlformats-officedocument.presentationml.tags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70"/>
  </p:notesMasterIdLst>
  <p:sldIdLst>
    <p:sldId id="572" r:id="rId3"/>
    <p:sldId id="579" r:id="rId4"/>
    <p:sldId id="15716188" r:id="rId5"/>
    <p:sldId id="15716189" r:id="rId6"/>
    <p:sldId id="15716190" r:id="rId7"/>
    <p:sldId id="15716610" r:id="rId8"/>
    <p:sldId id="15716191" r:id="rId9"/>
    <p:sldId id="15716192" r:id="rId10"/>
    <p:sldId id="15716601" r:id="rId11"/>
    <p:sldId id="15716602" r:id="rId12"/>
    <p:sldId id="15716603" r:id="rId13"/>
    <p:sldId id="15716611" r:id="rId14"/>
    <p:sldId id="15716604" r:id="rId15"/>
    <p:sldId id="15716612" r:id="rId16"/>
    <p:sldId id="15716605" r:id="rId17"/>
    <p:sldId id="15716613" r:id="rId18"/>
    <p:sldId id="15716606" r:id="rId19"/>
    <p:sldId id="15716614" r:id="rId20"/>
    <p:sldId id="15716607" r:id="rId21"/>
    <p:sldId id="15716608" r:id="rId22"/>
    <p:sldId id="15716609" r:id="rId23"/>
    <p:sldId id="11088881" r:id="rId24"/>
    <p:sldId id="15716615" r:id="rId25"/>
    <p:sldId id="15716638" r:id="rId26"/>
    <p:sldId id="15716634" r:id="rId27"/>
    <p:sldId id="15716635" r:id="rId28"/>
    <p:sldId id="15716595" r:id="rId29"/>
    <p:sldId id="15716636" r:id="rId30"/>
    <p:sldId id="15716596" r:id="rId31"/>
    <p:sldId id="15716597" r:id="rId32"/>
    <p:sldId id="15716620" r:id="rId33"/>
    <p:sldId id="15716637" r:id="rId34"/>
    <p:sldId id="15716621" r:id="rId35"/>
    <p:sldId id="15716623" r:id="rId36"/>
    <p:sldId id="15716622" r:id="rId37"/>
    <p:sldId id="15716616" r:id="rId38"/>
    <p:sldId id="15716617" r:id="rId39"/>
    <p:sldId id="15716618" r:id="rId40"/>
    <p:sldId id="15716624" r:id="rId41"/>
    <p:sldId id="15716619" r:id="rId42"/>
    <p:sldId id="15716185" r:id="rId43"/>
    <p:sldId id="15716625" r:id="rId44"/>
    <p:sldId id="333" r:id="rId45"/>
    <p:sldId id="11089051" r:id="rId46"/>
    <p:sldId id="11089053" r:id="rId47"/>
    <p:sldId id="15716632" r:id="rId48"/>
    <p:sldId id="15716626" r:id="rId49"/>
    <p:sldId id="15716630" r:id="rId50"/>
    <p:sldId id="15716627" r:id="rId51"/>
    <p:sldId id="15716631" r:id="rId52"/>
    <p:sldId id="15716633" r:id="rId53"/>
    <p:sldId id="15716234" r:id="rId54"/>
    <p:sldId id="15716179" r:id="rId55"/>
    <p:sldId id="11089052" r:id="rId56"/>
    <p:sldId id="15716588" r:id="rId57"/>
    <p:sldId id="11089018" r:id="rId58"/>
    <p:sldId id="15716594" r:id="rId59"/>
    <p:sldId id="15716517" r:id="rId60"/>
    <p:sldId id="15716518" r:id="rId61"/>
    <p:sldId id="15716065" r:id="rId62"/>
    <p:sldId id="15716598" r:id="rId63"/>
    <p:sldId id="15716600" r:id="rId64"/>
    <p:sldId id="15716590" r:id="rId65"/>
    <p:sldId id="15716161" r:id="rId66"/>
    <p:sldId id="15716228" r:id="rId67"/>
    <p:sldId id="14306" r:id="rId68"/>
    <p:sldId id="11088927" r:id="rId6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021" autoAdjust="0"/>
  </p:normalViewPr>
  <p:slideViewPr>
    <p:cSldViewPr snapToGrid="0">
      <p:cViewPr varScale="1">
        <p:scale>
          <a:sx n="64" d="100"/>
          <a:sy n="64" d="100"/>
        </p:scale>
        <p:origin x="7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5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71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485A0D-61B7-499F-997D-AEB8E91BEE3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CDCF8ECB-8183-446D-8F9B-35271396BCEC}">
      <dgm:prSet phldrT="[文本]"/>
      <dgm:spPr/>
      <dgm:t>
        <a:bodyPr/>
        <a:lstStyle/>
        <a:p>
          <a:r>
            <a:rPr lang="zh-CN" altLang="en-US" dirty="0"/>
            <a:t>宪法为核心的中国特色社会主义法律体系</a:t>
          </a:r>
        </a:p>
      </dgm:t>
    </dgm:pt>
    <dgm:pt modelId="{C8A0B7C1-D97C-48EC-BC9D-566991BD2B60}">
      <dgm:prSet phldrT="[文本]"/>
      <dgm:spPr/>
      <dgm:t>
        <a:bodyPr/>
        <a:lstStyle/>
        <a:p>
          <a:r>
            <a:rPr lang="zh-CN" altLang="en-US" dirty="0"/>
            <a:t>德治与法治</a:t>
          </a:r>
        </a:p>
      </dgm:t>
    </dgm:pt>
    <dgm:pt modelId="{EBA33F2F-AE5F-4AD5-9EA7-DE6220099E3E}" type="sibTrans" cxnId="{13801F41-CB38-4412-9F06-FF3E80E671E1}">
      <dgm:prSet/>
      <dgm:spPr/>
      <dgm:t>
        <a:bodyPr/>
        <a:lstStyle/>
        <a:p>
          <a:endParaRPr lang="zh-CN" altLang="en-US"/>
        </a:p>
      </dgm:t>
    </dgm:pt>
    <dgm:pt modelId="{70AB2D1A-0300-4C0A-9113-36A9246FCB67}" type="parTrans" cxnId="{13801F41-CB38-4412-9F06-FF3E80E671E1}">
      <dgm:prSet/>
      <dgm:spPr/>
      <dgm:t>
        <a:bodyPr/>
        <a:lstStyle/>
        <a:p>
          <a:endParaRPr lang="zh-CN" altLang="en-US"/>
        </a:p>
      </dgm:t>
    </dgm:pt>
    <dgm:pt modelId="{61737F5F-C027-4F5C-9B82-DB84F417FD8D}">
      <dgm:prSet phldrT="[文本]"/>
      <dgm:spPr/>
      <dgm:t>
        <a:bodyPr/>
        <a:lstStyle/>
        <a:p>
          <a:r>
            <a:rPr lang="zh-CN" altLang="en-US" dirty="0"/>
            <a:t>国家机关：立法、行政、司法</a:t>
          </a:r>
        </a:p>
      </dgm:t>
    </dgm:pt>
    <dgm:pt modelId="{3E971BCF-55BA-4741-BC76-7FA9357D2D9D}">
      <dgm:prSet phldrT="[文本]"/>
      <dgm:spPr/>
      <dgm:t>
        <a:bodyPr/>
        <a:lstStyle/>
        <a:p>
          <a:r>
            <a:rPr lang="zh-CN" altLang="en-US" dirty="0"/>
            <a:t>公众：知参表监</a:t>
          </a:r>
        </a:p>
      </dgm:t>
    </dgm:pt>
    <dgm:pt modelId="{57376A46-B5A0-4D67-A782-0B656439E449}">
      <dgm:prSet phldrT="[文本]"/>
      <dgm:spPr/>
      <dgm:t>
        <a:bodyPr/>
        <a:lstStyle/>
        <a:p>
          <a:r>
            <a:rPr lang="zh-CN" altLang="en-US" dirty="0"/>
            <a:t>权利</a:t>
          </a:r>
          <a:r>
            <a:rPr lang="en-US" altLang="zh-CN" dirty="0"/>
            <a:t>/</a:t>
          </a:r>
          <a:r>
            <a:rPr lang="zh-CN" altLang="en-US" dirty="0"/>
            <a:t>力</a:t>
          </a:r>
        </a:p>
      </dgm:t>
    </dgm:pt>
    <dgm:pt modelId="{C7A9F891-8F2B-4F18-BE6A-78C582A415C5}" type="sibTrans" cxnId="{8099F61A-0102-453B-A788-844C9B436FBE}">
      <dgm:prSet/>
      <dgm:spPr/>
      <dgm:t>
        <a:bodyPr/>
        <a:lstStyle/>
        <a:p>
          <a:endParaRPr lang="zh-CN" altLang="en-US"/>
        </a:p>
      </dgm:t>
    </dgm:pt>
    <dgm:pt modelId="{7A0A6567-A05B-4E00-9A14-FE84BD36E997}" type="parTrans" cxnId="{8099F61A-0102-453B-A788-844C9B436FBE}">
      <dgm:prSet/>
      <dgm:spPr/>
      <dgm:t>
        <a:bodyPr/>
        <a:lstStyle/>
        <a:p>
          <a:endParaRPr lang="zh-CN" altLang="en-US"/>
        </a:p>
      </dgm:t>
    </dgm:pt>
    <dgm:pt modelId="{3B099500-AD1B-4A9A-A8C0-E5DDDC3BFBD3}" type="sibTrans" cxnId="{E4A56877-1640-4E86-8A5F-8D04DB19D468}">
      <dgm:prSet/>
      <dgm:spPr/>
      <dgm:t>
        <a:bodyPr/>
        <a:lstStyle/>
        <a:p>
          <a:endParaRPr lang="zh-CN" altLang="en-US"/>
        </a:p>
      </dgm:t>
    </dgm:pt>
    <dgm:pt modelId="{26677E14-1255-4180-84C3-2113112A8C01}" type="parTrans" cxnId="{E4A56877-1640-4E86-8A5F-8D04DB19D468}">
      <dgm:prSet/>
      <dgm:spPr/>
      <dgm:t>
        <a:bodyPr/>
        <a:lstStyle/>
        <a:p>
          <a:endParaRPr lang="zh-CN" altLang="en-US"/>
        </a:p>
      </dgm:t>
    </dgm:pt>
    <dgm:pt modelId="{016B2694-AA68-4337-A421-AF91A6A55024}">
      <dgm:prSet phldrT="[文本]"/>
      <dgm:spPr/>
      <dgm:t>
        <a:bodyPr/>
        <a:lstStyle/>
        <a:p>
          <a:r>
            <a:rPr lang="zh-CN" altLang="en-US"/>
            <a:t>全过程人民民主</a:t>
          </a:r>
          <a:endParaRPr lang="zh-CN" altLang="en-US" dirty="0"/>
        </a:p>
      </dgm:t>
    </dgm:pt>
    <dgm:pt modelId="{A426FF63-E784-427B-89FB-9E75880E04A2}" type="sibTrans" cxnId="{821D68C9-718F-42B5-9F25-F16D74816BF4}">
      <dgm:prSet/>
      <dgm:spPr/>
      <dgm:t>
        <a:bodyPr/>
        <a:lstStyle/>
        <a:p>
          <a:endParaRPr lang="zh-CN" altLang="en-US"/>
        </a:p>
      </dgm:t>
    </dgm:pt>
    <dgm:pt modelId="{A854D370-7AB0-4932-8E93-8479A8C34014}" type="parTrans" cxnId="{821D68C9-718F-42B5-9F25-F16D74816BF4}">
      <dgm:prSet/>
      <dgm:spPr/>
      <dgm:t>
        <a:bodyPr/>
        <a:lstStyle/>
        <a:p>
          <a:endParaRPr lang="zh-CN" altLang="en-US"/>
        </a:p>
      </dgm:t>
    </dgm:pt>
    <dgm:pt modelId="{6B225DD5-653B-4A6C-ADC2-BCABE866908C}" type="sibTrans" cxnId="{254056D4-01A1-4CFD-B3D2-67784E978EB2}">
      <dgm:prSet/>
      <dgm:spPr/>
      <dgm:t>
        <a:bodyPr/>
        <a:lstStyle/>
        <a:p>
          <a:endParaRPr lang="zh-CN" altLang="en-US"/>
        </a:p>
      </dgm:t>
    </dgm:pt>
    <dgm:pt modelId="{78A206F5-96DC-49A5-ADE7-D248C52279B9}" type="parTrans" cxnId="{254056D4-01A1-4CFD-B3D2-67784E978EB2}">
      <dgm:prSet/>
      <dgm:spPr/>
      <dgm:t>
        <a:bodyPr/>
        <a:lstStyle/>
        <a:p>
          <a:endParaRPr lang="zh-CN" altLang="en-US"/>
        </a:p>
      </dgm:t>
    </dgm:pt>
    <dgm:pt modelId="{8A4B5086-E345-4B58-B084-1E9B529B928E}" type="sibTrans" cxnId="{BB8D8242-71C8-4BB8-A891-A8D0AD46895A}">
      <dgm:prSet/>
      <dgm:spPr/>
      <dgm:t>
        <a:bodyPr/>
        <a:lstStyle/>
        <a:p>
          <a:endParaRPr lang="zh-CN" altLang="en-US"/>
        </a:p>
      </dgm:t>
    </dgm:pt>
    <dgm:pt modelId="{F5890254-A307-4107-B6BE-4757A8F3FD39}" type="parTrans" cxnId="{BB8D8242-71C8-4BB8-A891-A8D0AD46895A}">
      <dgm:prSet/>
      <dgm:spPr/>
      <dgm:t>
        <a:bodyPr/>
        <a:lstStyle/>
        <a:p>
          <a:endParaRPr lang="zh-CN" altLang="en-US"/>
        </a:p>
      </dgm:t>
    </dgm:pt>
    <dgm:pt modelId="{9DAE36F9-F365-4041-B149-17F80CAD14A8}" type="pres">
      <dgm:prSet presAssocID="{0C485A0D-61B7-499F-997D-AEB8E91BEE3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2038654-57F2-4D5D-8A70-FFFD657C32D6}" type="pres">
      <dgm:prSet presAssocID="{016B2694-AA68-4337-A421-AF91A6A55024}" presName="hierRoot1" presStyleCnt="0"/>
      <dgm:spPr/>
    </dgm:pt>
    <dgm:pt modelId="{1959BFBA-A7B2-4B8D-8C8E-2588572D67FD}" type="pres">
      <dgm:prSet presAssocID="{016B2694-AA68-4337-A421-AF91A6A55024}" presName="composite" presStyleCnt="0"/>
      <dgm:spPr/>
    </dgm:pt>
    <dgm:pt modelId="{6852D3C5-BC50-409B-8E37-5D4367430869}" type="pres">
      <dgm:prSet presAssocID="{016B2694-AA68-4337-A421-AF91A6A55024}" presName="background" presStyleLbl="node0" presStyleIdx="0" presStyleCnt="1"/>
      <dgm:spPr/>
    </dgm:pt>
    <dgm:pt modelId="{23D12948-7F9D-4DA1-8D2F-B386D868F2AF}" type="pres">
      <dgm:prSet presAssocID="{016B2694-AA68-4337-A421-AF91A6A55024}" presName="text" presStyleLbl="fgAcc0" presStyleIdx="0" presStyleCnt="1" custScaleX="144105">
        <dgm:presLayoutVars>
          <dgm:chPref val="3"/>
        </dgm:presLayoutVars>
      </dgm:prSet>
      <dgm:spPr/>
    </dgm:pt>
    <dgm:pt modelId="{9BD416C9-94BB-45C8-ACD1-1570DC0F0E89}" type="pres">
      <dgm:prSet presAssocID="{016B2694-AA68-4337-A421-AF91A6A55024}" presName="hierChild2" presStyleCnt="0"/>
      <dgm:spPr/>
    </dgm:pt>
    <dgm:pt modelId="{F2E824F0-04A5-4C72-ACEC-3529F4676913}" type="pres">
      <dgm:prSet presAssocID="{F5890254-A307-4107-B6BE-4757A8F3FD39}" presName="Name10" presStyleLbl="parChTrans1D2" presStyleIdx="0" presStyleCnt="2"/>
      <dgm:spPr/>
    </dgm:pt>
    <dgm:pt modelId="{53E89B21-CFBC-4CC1-9380-6BC897F92092}" type="pres">
      <dgm:prSet presAssocID="{57376A46-B5A0-4D67-A782-0B656439E449}" presName="hierRoot2" presStyleCnt="0"/>
      <dgm:spPr/>
    </dgm:pt>
    <dgm:pt modelId="{4F561AEE-3D33-4284-94B8-AF2CBCCC8DA0}" type="pres">
      <dgm:prSet presAssocID="{57376A46-B5A0-4D67-A782-0B656439E449}" presName="composite2" presStyleCnt="0"/>
      <dgm:spPr/>
    </dgm:pt>
    <dgm:pt modelId="{B2BE7938-24AC-4F8C-B721-8D25021A599A}" type="pres">
      <dgm:prSet presAssocID="{57376A46-B5A0-4D67-A782-0B656439E449}" presName="background2" presStyleLbl="node2" presStyleIdx="0" presStyleCnt="2"/>
      <dgm:spPr/>
    </dgm:pt>
    <dgm:pt modelId="{19AEF6B2-058C-4F55-AAD4-BC14BBB41104}" type="pres">
      <dgm:prSet presAssocID="{57376A46-B5A0-4D67-A782-0B656439E449}" presName="text2" presStyleLbl="fgAcc2" presStyleIdx="0" presStyleCnt="2">
        <dgm:presLayoutVars>
          <dgm:chPref val="3"/>
        </dgm:presLayoutVars>
      </dgm:prSet>
      <dgm:spPr/>
    </dgm:pt>
    <dgm:pt modelId="{CFE3DBF9-3430-49ED-98BD-80C7CCF0E62D}" type="pres">
      <dgm:prSet presAssocID="{57376A46-B5A0-4D67-A782-0B656439E449}" presName="hierChild3" presStyleCnt="0"/>
      <dgm:spPr/>
    </dgm:pt>
    <dgm:pt modelId="{FEEC02EE-3321-4B50-8F84-72465621711F}" type="pres">
      <dgm:prSet presAssocID="{26677E14-1255-4180-84C3-2113112A8C01}" presName="Name17" presStyleLbl="parChTrans1D3" presStyleIdx="0" presStyleCnt="3"/>
      <dgm:spPr/>
    </dgm:pt>
    <dgm:pt modelId="{00D6E958-DBE4-46AA-9F06-C53D390006BA}" type="pres">
      <dgm:prSet presAssocID="{3E971BCF-55BA-4741-BC76-7FA9357D2D9D}" presName="hierRoot3" presStyleCnt="0"/>
      <dgm:spPr/>
    </dgm:pt>
    <dgm:pt modelId="{F906F70E-FE9C-44B5-9315-4AA46CB94B5F}" type="pres">
      <dgm:prSet presAssocID="{3E971BCF-55BA-4741-BC76-7FA9357D2D9D}" presName="composite3" presStyleCnt="0"/>
      <dgm:spPr/>
    </dgm:pt>
    <dgm:pt modelId="{BD35B7CB-600C-4CC3-BA97-EA15322FB4E3}" type="pres">
      <dgm:prSet presAssocID="{3E971BCF-55BA-4741-BC76-7FA9357D2D9D}" presName="background3" presStyleLbl="node3" presStyleIdx="0" presStyleCnt="3"/>
      <dgm:spPr/>
    </dgm:pt>
    <dgm:pt modelId="{C8702776-ECF6-4F90-B6A6-DA8C0964439D}" type="pres">
      <dgm:prSet presAssocID="{3E971BCF-55BA-4741-BC76-7FA9357D2D9D}" presName="text3" presStyleLbl="fgAcc3" presStyleIdx="0" presStyleCnt="3" custScaleX="73342">
        <dgm:presLayoutVars>
          <dgm:chPref val="3"/>
        </dgm:presLayoutVars>
      </dgm:prSet>
      <dgm:spPr/>
    </dgm:pt>
    <dgm:pt modelId="{616012E0-E965-4C9E-BF02-0BB33B1845B8}" type="pres">
      <dgm:prSet presAssocID="{3E971BCF-55BA-4741-BC76-7FA9357D2D9D}" presName="hierChild4" presStyleCnt="0"/>
      <dgm:spPr/>
    </dgm:pt>
    <dgm:pt modelId="{E5C10988-A62F-4DB1-8426-9B745877E535}" type="pres">
      <dgm:prSet presAssocID="{7A0A6567-A05B-4E00-9A14-FE84BD36E997}" presName="Name17" presStyleLbl="parChTrans1D3" presStyleIdx="1" presStyleCnt="3"/>
      <dgm:spPr/>
    </dgm:pt>
    <dgm:pt modelId="{C4C4C5B3-B769-4B5A-930F-4A47F2579205}" type="pres">
      <dgm:prSet presAssocID="{61737F5F-C027-4F5C-9B82-DB84F417FD8D}" presName="hierRoot3" presStyleCnt="0"/>
      <dgm:spPr/>
    </dgm:pt>
    <dgm:pt modelId="{31FD8D11-111B-475B-960A-F2326135ADE4}" type="pres">
      <dgm:prSet presAssocID="{61737F5F-C027-4F5C-9B82-DB84F417FD8D}" presName="composite3" presStyleCnt="0"/>
      <dgm:spPr/>
    </dgm:pt>
    <dgm:pt modelId="{8DF3ED35-6E43-4F23-8941-7AAC99C2B7F0}" type="pres">
      <dgm:prSet presAssocID="{61737F5F-C027-4F5C-9B82-DB84F417FD8D}" presName="background3" presStyleLbl="node3" presStyleIdx="1" presStyleCnt="3"/>
      <dgm:spPr/>
    </dgm:pt>
    <dgm:pt modelId="{A37CFAAC-940D-48A3-8A56-37148113792D}" type="pres">
      <dgm:prSet presAssocID="{61737F5F-C027-4F5C-9B82-DB84F417FD8D}" presName="text3" presStyleLbl="fgAcc3" presStyleIdx="1" presStyleCnt="3" custScaleX="120362">
        <dgm:presLayoutVars>
          <dgm:chPref val="3"/>
        </dgm:presLayoutVars>
      </dgm:prSet>
      <dgm:spPr/>
    </dgm:pt>
    <dgm:pt modelId="{F5CB993C-C5A1-443A-9EBE-2C9548FAD65C}" type="pres">
      <dgm:prSet presAssocID="{61737F5F-C027-4F5C-9B82-DB84F417FD8D}" presName="hierChild4" presStyleCnt="0"/>
      <dgm:spPr/>
    </dgm:pt>
    <dgm:pt modelId="{EA5AE04C-9C34-4C29-9FE2-267696C8FB28}" type="pres">
      <dgm:prSet presAssocID="{78A206F5-96DC-49A5-ADE7-D248C52279B9}" presName="Name10" presStyleLbl="parChTrans1D2" presStyleIdx="1" presStyleCnt="2"/>
      <dgm:spPr/>
    </dgm:pt>
    <dgm:pt modelId="{AE1EB768-CAC3-4A62-8AD1-8955CB24D9BF}" type="pres">
      <dgm:prSet presAssocID="{C8A0B7C1-D97C-48EC-BC9D-566991BD2B60}" presName="hierRoot2" presStyleCnt="0"/>
      <dgm:spPr/>
    </dgm:pt>
    <dgm:pt modelId="{ED105251-2CD7-4BC1-97E8-26B1F75450A4}" type="pres">
      <dgm:prSet presAssocID="{C8A0B7C1-D97C-48EC-BC9D-566991BD2B60}" presName="composite2" presStyleCnt="0"/>
      <dgm:spPr/>
    </dgm:pt>
    <dgm:pt modelId="{26C39DC8-50E0-455C-871F-AB582AE8C75B}" type="pres">
      <dgm:prSet presAssocID="{C8A0B7C1-D97C-48EC-BC9D-566991BD2B60}" presName="background2" presStyleLbl="node2" presStyleIdx="1" presStyleCnt="2"/>
      <dgm:spPr/>
    </dgm:pt>
    <dgm:pt modelId="{D7741332-D37B-4730-898B-C8733D6FB9D2}" type="pres">
      <dgm:prSet presAssocID="{C8A0B7C1-D97C-48EC-BC9D-566991BD2B60}" presName="text2" presStyleLbl="fgAcc2" presStyleIdx="1" presStyleCnt="2">
        <dgm:presLayoutVars>
          <dgm:chPref val="3"/>
        </dgm:presLayoutVars>
      </dgm:prSet>
      <dgm:spPr/>
    </dgm:pt>
    <dgm:pt modelId="{C9867CC0-92D2-47D8-8A8C-6F10712EB29C}" type="pres">
      <dgm:prSet presAssocID="{C8A0B7C1-D97C-48EC-BC9D-566991BD2B60}" presName="hierChild3" presStyleCnt="0"/>
      <dgm:spPr/>
    </dgm:pt>
    <dgm:pt modelId="{23D91D26-8E3E-4A12-A82D-95E307B3242A}" type="pres">
      <dgm:prSet presAssocID="{70AB2D1A-0300-4C0A-9113-36A9246FCB67}" presName="Name17" presStyleLbl="parChTrans1D3" presStyleIdx="2" presStyleCnt="3"/>
      <dgm:spPr/>
    </dgm:pt>
    <dgm:pt modelId="{2BA7BAE0-9696-4EAE-88F9-2B5897508E93}" type="pres">
      <dgm:prSet presAssocID="{CDCF8ECB-8183-446D-8F9B-35271396BCEC}" presName="hierRoot3" presStyleCnt="0"/>
      <dgm:spPr/>
    </dgm:pt>
    <dgm:pt modelId="{A3A23F4A-0099-4A63-9B2A-00466B7CC3B5}" type="pres">
      <dgm:prSet presAssocID="{CDCF8ECB-8183-446D-8F9B-35271396BCEC}" presName="composite3" presStyleCnt="0"/>
      <dgm:spPr/>
    </dgm:pt>
    <dgm:pt modelId="{44D18DDB-B372-48BD-8BE7-B09F895DD4A1}" type="pres">
      <dgm:prSet presAssocID="{CDCF8ECB-8183-446D-8F9B-35271396BCEC}" presName="background3" presStyleLbl="node3" presStyleIdx="2" presStyleCnt="3"/>
      <dgm:spPr/>
    </dgm:pt>
    <dgm:pt modelId="{6D4E37EF-EE19-4705-A908-9BC8E05ECE5B}" type="pres">
      <dgm:prSet presAssocID="{CDCF8ECB-8183-446D-8F9B-35271396BCEC}" presName="text3" presStyleLbl="fgAcc3" presStyleIdx="2" presStyleCnt="3" custScaleX="160319">
        <dgm:presLayoutVars>
          <dgm:chPref val="3"/>
        </dgm:presLayoutVars>
      </dgm:prSet>
      <dgm:spPr/>
    </dgm:pt>
    <dgm:pt modelId="{C1140D94-D9CA-4384-91B4-5C18E71BBC66}" type="pres">
      <dgm:prSet presAssocID="{CDCF8ECB-8183-446D-8F9B-35271396BCEC}" presName="hierChild4" presStyleCnt="0"/>
      <dgm:spPr/>
    </dgm:pt>
  </dgm:ptLst>
  <dgm:cxnLst>
    <dgm:cxn modelId="{BAD88F18-6713-4250-AF80-3E16880C91D8}" type="presOf" srcId="{C8A0B7C1-D97C-48EC-BC9D-566991BD2B60}" destId="{D7741332-D37B-4730-898B-C8733D6FB9D2}" srcOrd="0" destOrd="0" presId="urn:microsoft.com/office/officeart/2005/8/layout/hierarchy1"/>
    <dgm:cxn modelId="{8099F61A-0102-453B-A788-844C9B436FBE}" srcId="{57376A46-B5A0-4D67-A782-0B656439E449}" destId="{61737F5F-C027-4F5C-9B82-DB84F417FD8D}" srcOrd="1" destOrd="0" parTransId="{7A0A6567-A05B-4E00-9A14-FE84BD36E997}" sibTransId="{C7A9F891-8F2B-4F18-BE6A-78C582A415C5}"/>
    <dgm:cxn modelId="{B419AD5B-D6C6-42D9-89D7-FBBDB3E91152}" type="presOf" srcId="{7A0A6567-A05B-4E00-9A14-FE84BD36E997}" destId="{E5C10988-A62F-4DB1-8426-9B745877E535}" srcOrd="0" destOrd="0" presId="urn:microsoft.com/office/officeart/2005/8/layout/hierarchy1"/>
    <dgm:cxn modelId="{5A9A825F-EEFD-49C8-A525-67D8025B53EE}" type="presOf" srcId="{26677E14-1255-4180-84C3-2113112A8C01}" destId="{FEEC02EE-3321-4B50-8F84-72465621711F}" srcOrd="0" destOrd="0" presId="urn:microsoft.com/office/officeart/2005/8/layout/hierarchy1"/>
    <dgm:cxn modelId="{13801F41-CB38-4412-9F06-FF3E80E671E1}" srcId="{C8A0B7C1-D97C-48EC-BC9D-566991BD2B60}" destId="{CDCF8ECB-8183-446D-8F9B-35271396BCEC}" srcOrd="0" destOrd="0" parTransId="{70AB2D1A-0300-4C0A-9113-36A9246FCB67}" sibTransId="{EBA33F2F-AE5F-4AD5-9EA7-DE6220099E3E}"/>
    <dgm:cxn modelId="{BB8D8242-71C8-4BB8-A891-A8D0AD46895A}" srcId="{016B2694-AA68-4337-A421-AF91A6A55024}" destId="{57376A46-B5A0-4D67-A782-0B656439E449}" srcOrd="0" destOrd="0" parTransId="{F5890254-A307-4107-B6BE-4757A8F3FD39}" sibTransId="{8A4B5086-E345-4B58-B084-1E9B529B928E}"/>
    <dgm:cxn modelId="{59A73969-4A78-4D31-9D7F-4AE7A407F726}" type="presOf" srcId="{0C485A0D-61B7-499F-997D-AEB8E91BEE34}" destId="{9DAE36F9-F365-4041-B149-17F80CAD14A8}" srcOrd="0" destOrd="0" presId="urn:microsoft.com/office/officeart/2005/8/layout/hierarchy1"/>
    <dgm:cxn modelId="{E4A56877-1640-4E86-8A5F-8D04DB19D468}" srcId="{57376A46-B5A0-4D67-A782-0B656439E449}" destId="{3E971BCF-55BA-4741-BC76-7FA9357D2D9D}" srcOrd="0" destOrd="0" parTransId="{26677E14-1255-4180-84C3-2113112A8C01}" sibTransId="{3B099500-AD1B-4A9A-A8C0-E5DDDC3BFBD3}"/>
    <dgm:cxn modelId="{113F9380-F506-4EE7-B8CC-1FC70392A668}" type="presOf" srcId="{3E971BCF-55BA-4741-BC76-7FA9357D2D9D}" destId="{C8702776-ECF6-4F90-B6A6-DA8C0964439D}" srcOrd="0" destOrd="0" presId="urn:microsoft.com/office/officeart/2005/8/layout/hierarchy1"/>
    <dgm:cxn modelId="{11893B85-3280-4507-8A98-C5F616D2D931}" type="presOf" srcId="{78A206F5-96DC-49A5-ADE7-D248C52279B9}" destId="{EA5AE04C-9C34-4C29-9FE2-267696C8FB28}" srcOrd="0" destOrd="0" presId="urn:microsoft.com/office/officeart/2005/8/layout/hierarchy1"/>
    <dgm:cxn modelId="{6A1A618D-BA7E-4B92-B266-E94536E3C5B4}" type="presOf" srcId="{70AB2D1A-0300-4C0A-9113-36A9246FCB67}" destId="{23D91D26-8E3E-4A12-A82D-95E307B3242A}" srcOrd="0" destOrd="0" presId="urn:microsoft.com/office/officeart/2005/8/layout/hierarchy1"/>
    <dgm:cxn modelId="{B58F15A5-DC0C-4A01-89C5-B34EC869743C}" type="presOf" srcId="{F5890254-A307-4107-B6BE-4757A8F3FD39}" destId="{F2E824F0-04A5-4C72-ACEC-3529F4676913}" srcOrd="0" destOrd="0" presId="urn:microsoft.com/office/officeart/2005/8/layout/hierarchy1"/>
    <dgm:cxn modelId="{821D68C9-718F-42B5-9F25-F16D74816BF4}" srcId="{0C485A0D-61B7-499F-997D-AEB8E91BEE34}" destId="{016B2694-AA68-4337-A421-AF91A6A55024}" srcOrd="0" destOrd="0" parTransId="{A854D370-7AB0-4932-8E93-8479A8C34014}" sibTransId="{A426FF63-E784-427B-89FB-9E75880E04A2}"/>
    <dgm:cxn modelId="{C63223CD-51F0-4D4A-BB24-AA374BF29E86}" type="presOf" srcId="{016B2694-AA68-4337-A421-AF91A6A55024}" destId="{23D12948-7F9D-4DA1-8D2F-B386D868F2AF}" srcOrd="0" destOrd="0" presId="urn:microsoft.com/office/officeart/2005/8/layout/hierarchy1"/>
    <dgm:cxn modelId="{254056D4-01A1-4CFD-B3D2-67784E978EB2}" srcId="{016B2694-AA68-4337-A421-AF91A6A55024}" destId="{C8A0B7C1-D97C-48EC-BC9D-566991BD2B60}" srcOrd="1" destOrd="0" parTransId="{78A206F5-96DC-49A5-ADE7-D248C52279B9}" sibTransId="{6B225DD5-653B-4A6C-ADC2-BCABE866908C}"/>
    <dgm:cxn modelId="{82E15CD7-5873-4182-BB7D-B409328BB6BF}" type="presOf" srcId="{61737F5F-C027-4F5C-9B82-DB84F417FD8D}" destId="{A37CFAAC-940D-48A3-8A56-37148113792D}" srcOrd="0" destOrd="0" presId="urn:microsoft.com/office/officeart/2005/8/layout/hierarchy1"/>
    <dgm:cxn modelId="{98DB8AD8-F76F-4579-BF56-7767A83D475D}" type="presOf" srcId="{CDCF8ECB-8183-446D-8F9B-35271396BCEC}" destId="{6D4E37EF-EE19-4705-A908-9BC8E05ECE5B}" srcOrd="0" destOrd="0" presId="urn:microsoft.com/office/officeart/2005/8/layout/hierarchy1"/>
    <dgm:cxn modelId="{CC4408DC-91CA-4363-8269-CE971F4271C6}" type="presOf" srcId="{57376A46-B5A0-4D67-A782-0B656439E449}" destId="{19AEF6B2-058C-4F55-AAD4-BC14BBB41104}" srcOrd="0" destOrd="0" presId="urn:microsoft.com/office/officeart/2005/8/layout/hierarchy1"/>
    <dgm:cxn modelId="{63E8B861-C1D6-4EB6-953B-CFAD3DC12303}" type="presParOf" srcId="{9DAE36F9-F365-4041-B149-17F80CAD14A8}" destId="{02038654-57F2-4D5D-8A70-FFFD657C32D6}" srcOrd="0" destOrd="0" presId="urn:microsoft.com/office/officeart/2005/8/layout/hierarchy1"/>
    <dgm:cxn modelId="{F0CED690-9E9C-4115-8121-5CD6A9B551E4}" type="presParOf" srcId="{02038654-57F2-4D5D-8A70-FFFD657C32D6}" destId="{1959BFBA-A7B2-4B8D-8C8E-2588572D67FD}" srcOrd="0" destOrd="0" presId="urn:microsoft.com/office/officeart/2005/8/layout/hierarchy1"/>
    <dgm:cxn modelId="{377D27A2-5625-435A-890F-08D348191DC1}" type="presParOf" srcId="{1959BFBA-A7B2-4B8D-8C8E-2588572D67FD}" destId="{6852D3C5-BC50-409B-8E37-5D4367430869}" srcOrd="0" destOrd="0" presId="urn:microsoft.com/office/officeart/2005/8/layout/hierarchy1"/>
    <dgm:cxn modelId="{3C2B692E-D4EB-4447-B5DD-71B8B51B485B}" type="presParOf" srcId="{1959BFBA-A7B2-4B8D-8C8E-2588572D67FD}" destId="{23D12948-7F9D-4DA1-8D2F-B386D868F2AF}" srcOrd="1" destOrd="0" presId="urn:microsoft.com/office/officeart/2005/8/layout/hierarchy1"/>
    <dgm:cxn modelId="{FD108D5B-B418-48DD-9D80-31FD0ABE61FD}" type="presParOf" srcId="{02038654-57F2-4D5D-8A70-FFFD657C32D6}" destId="{9BD416C9-94BB-45C8-ACD1-1570DC0F0E89}" srcOrd="1" destOrd="0" presId="urn:microsoft.com/office/officeart/2005/8/layout/hierarchy1"/>
    <dgm:cxn modelId="{87679BC7-7B18-4960-9ADA-E0644812CCD5}" type="presParOf" srcId="{9BD416C9-94BB-45C8-ACD1-1570DC0F0E89}" destId="{F2E824F0-04A5-4C72-ACEC-3529F4676913}" srcOrd="0" destOrd="0" presId="urn:microsoft.com/office/officeart/2005/8/layout/hierarchy1"/>
    <dgm:cxn modelId="{25A10710-E3D6-4E8A-B719-A3C591CE142D}" type="presParOf" srcId="{9BD416C9-94BB-45C8-ACD1-1570DC0F0E89}" destId="{53E89B21-CFBC-4CC1-9380-6BC897F92092}" srcOrd="1" destOrd="0" presId="urn:microsoft.com/office/officeart/2005/8/layout/hierarchy1"/>
    <dgm:cxn modelId="{E97C9640-10F4-4380-BBED-E80CE2F70953}" type="presParOf" srcId="{53E89B21-CFBC-4CC1-9380-6BC897F92092}" destId="{4F561AEE-3D33-4284-94B8-AF2CBCCC8DA0}" srcOrd="0" destOrd="0" presId="urn:microsoft.com/office/officeart/2005/8/layout/hierarchy1"/>
    <dgm:cxn modelId="{073548B6-87DC-4712-A30F-DA5E5D96236F}" type="presParOf" srcId="{4F561AEE-3D33-4284-94B8-AF2CBCCC8DA0}" destId="{B2BE7938-24AC-4F8C-B721-8D25021A599A}" srcOrd="0" destOrd="0" presId="urn:microsoft.com/office/officeart/2005/8/layout/hierarchy1"/>
    <dgm:cxn modelId="{6EB7C43C-F773-43E9-ABC0-9AE88BE6669D}" type="presParOf" srcId="{4F561AEE-3D33-4284-94B8-AF2CBCCC8DA0}" destId="{19AEF6B2-058C-4F55-AAD4-BC14BBB41104}" srcOrd="1" destOrd="0" presId="urn:microsoft.com/office/officeart/2005/8/layout/hierarchy1"/>
    <dgm:cxn modelId="{21A608FC-50D0-4F8F-B865-D2AF279FDEB5}" type="presParOf" srcId="{53E89B21-CFBC-4CC1-9380-6BC897F92092}" destId="{CFE3DBF9-3430-49ED-98BD-80C7CCF0E62D}" srcOrd="1" destOrd="0" presId="urn:microsoft.com/office/officeart/2005/8/layout/hierarchy1"/>
    <dgm:cxn modelId="{349D7E1E-68CE-4535-8099-984B5F6566DD}" type="presParOf" srcId="{CFE3DBF9-3430-49ED-98BD-80C7CCF0E62D}" destId="{FEEC02EE-3321-4B50-8F84-72465621711F}" srcOrd="0" destOrd="0" presId="urn:microsoft.com/office/officeart/2005/8/layout/hierarchy1"/>
    <dgm:cxn modelId="{AF66C7E4-84CD-412C-BB73-1FD6CDED9706}" type="presParOf" srcId="{CFE3DBF9-3430-49ED-98BD-80C7CCF0E62D}" destId="{00D6E958-DBE4-46AA-9F06-C53D390006BA}" srcOrd="1" destOrd="0" presId="urn:microsoft.com/office/officeart/2005/8/layout/hierarchy1"/>
    <dgm:cxn modelId="{AA7CBB36-756D-42C2-B727-AE4057BF57BB}" type="presParOf" srcId="{00D6E958-DBE4-46AA-9F06-C53D390006BA}" destId="{F906F70E-FE9C-44B5-9315-4AA46CB94B5F}" srcOrd="0" destOrd="0" presId="urn:microsoft.com/office/officeart/2005/8/layout/hierarchy1"/>
    <dgm:cxn modelId="{103C0050-EC8E-4F41-A8EF-4CB7769C6DE6}" type="presParOf" srcId="{F906F70E-FE9C-44B5-9315-4AA46CB94B5F}" destId="{BD35B7CB-600C-4CC3-BA97-EA15322FB4E3}" srcOrd="0" destOrd="0" presId="urn:microsoft.com/office/officeart/2005/8/layout/hierarchy1"/>
    <dgm:cxn modelId="{2EB702F2-B6F5-41DF-8F01-C1D9ED65587F}" type="presParOf" srcId="{F906F70E-FE9C-44B5-9315-4AA46CB94B5F}" destId="{C8702776-ECF6-4F90-B6A6-DA8C0964439D}" srcOrd="1" destOrd="0" presId="urn:microsoft.com/office/officeart/2005/8/layout/hierarchy1"/>
    <dgm:cxn modelId="{D57EFAEC-D8E6-447F-B1B9-C52703735884}" type="presParOf" srcId="{00D6E958-DBE4-46AA-9F06-C53D390006BA}" destId="{616012E0-E965-4C9E-BF02-0BB33B1845B8}" srcOrd="1" destOrd="0" presId="urn:microsoft.com/office/officeart/2005/8/layout/hierarchy1"/>
    <dgm:cxn modelId="{25BF275B-0B02-4F0F-BBE7-C11E4AEEFCA3}" type="presParOf" srcId="{CFE3DBF9-3430-49ED-98BD-80C7CCF0E62D}" destId="{E5C10988-A62F-4DB1-8426-9B745877E535}" srcOrd="2" destOrd="0" presId="urn:microsoft.com/office/officeart/2005/8/layout/hierarchy1"/>
    <dgm:cxn modelId="{17BD54AE-FE48-44D6-84C3-88135F6E21B3}" type="presParOf" srcId="{CFE3DBF9-3430-49ED-98BD-80C7CCF0E62D}" destId="{C4C4C5B3-B769-4B5A-930F-4A47F2579205}" srcOrd="3" destOrd="0" presId="urn:microsoft.com/office/officeart/2005/8/layout/hierarchy1"/>
    <dgm:cxn modelId="{D8706448-1591-4803-9CB9-92A67D5DE6C7}" type="presParOf" srcId="{C4C4C5B3-B769-4B5A-930F-4A47F2579205}" destId="{31FD8D11-111B-475B-960A-F2326135ADE4}" srcOrd="0" destOrd="0" presId="urn:microsoft.com/office/officeart/2005/8/layout/hierarchy1"/>
    <dgm:cxn modelId="{4B8946B1-6C9D-430C-BC6F-07A6D3589F8E}" type="presParOf" srcId="{31FD8D11-111B-475B-960A-F2326135ADE4}" destId="{8DF3ED35-6E43-4F23-8941-7AAC99C2B7F0}" srcOrd="0" destOrd="0" presId="urn:microsoft.com/office/officeart/2005/8/layout/hierarchy1"/>
    <dgm:cxn modelId="{5B48F0D5-F0B2-4B14-AAF5-34C9E192BCCA}" type="presParOf" srcId="{31FD8D11-111B-475B-960A-F2326135ADE4}" destId="{A37CFAAC-940D-48A3-8A56-37148113792D}" srcOrd="1" destOrd="0" presId="urn:microsoft.com/office/officeart/2005/8/layout/hierarchy1"/>
    <dgm:cxn modelId="{A01D52F7-4B7B-41C1-B173-B92739E501D3}" type="presParOf" srcId="{C4C4C5B3-B769-4B5A-930F-4A47F2579205}" destId="{F5CB993C-C5A1-443A-9EBE-2C9548FAD65C}" srcOrd="1" destOrd="0" presId="urn:microsoft.com/office/officeart/2005/8/layout/hierarchy1"/>
    <dgm:cxn modelId="{0F677219-D260-487F-BCB9-6376E8269625}" type="presParOf" srcId="{9BD416C9-94BB-45C8-ACD1-1570DC0F0E89}" destId="{EA5AE04C-9C34-4C29-9FE2-267696C8FB28}" srcOrd="2" destOrd="0" presId="urn:microsoft.com/office/officeart/2005/8/layout/hierarchy1"/>
    <dgm:cxn modelId="{0C95E547-C564-4EEB-B90A-384016C8CF4B}" type="presParOf" srcId="{9BD416C9-94BB-45C8-ACD1-1570DC0F0E89}" destId="{AE1EB768-CAC3-4A62-8AD1-8955CB24D9BF}" srcOrd="3" destOrd="0" presId="urn:microsoft.com/office/officeart/2005/8/layout/hierarchy1"/>
    <dgm:cxn modelId="{D792B237-978A-47FB-A431-1922FDF7FFDD}" type="presParOf" srcId="{AE1EB768-CAC3-4A62-8AD1-8955CB24D9BF}" destId="{ED105251-2CD7-4BC1-97E8-26B1F75450A4}" srcOrd="0" destOrd="0" presId="urn:microsoft.com/office/officeart/2005/8/layout/hierarchy1"/>
    <dgm:cxn modelId="{7FACAC22-DCFD-42C9-BC60-7968E9E94C0A}" type="presParOf" srcId="{ED105251-2CD7-4BC1-97E8-26B1F75450A4}" destId="{26C39DC8-50E0-455C-871F-AB582AE8C75B}" srcOrd="0" destOrd="0" presId="urn:microsoft.com/office/officeart/2005/8/layout/hierarchy1"/>
    <dgm:cxn modelId="{D2864B0F-894D-4DC5-9A2E-2C945E470E56}" type="presParOf" srcId="{ED105251-2CD7-4BC1-97E8-26B1F75450A4}" destId="{D7741332-D37B-4730-898B-C8733D6FB9D2}" srcOrd="1" destOrd="0" presId="urn:microsoft.com/office/officeart/2005/8/layout/hierarchy1"/>
    <dgm:cxn modelId="{992356C5-6A4D-492B-A571-D280E895DF85}" type="presParOf" srcId="{AE1EB768-CAC3-4A62-8AD1-8955CB24D9BF}" destId="{C9867CC0-92D2-47D8-8A8C-6F10712EB29C}" srcOrd="1" destOrd="0" presId="urn:microsoft.com/office/officeart/2005/8/layout/hierarchy1"/>
    <dgm:cxn modelId="{6944BCCB-7C1E-442C-BA45-E7D400A12732}" type="presParOf" srcId="{C9867CC0-92D2-47D8-8A8C-6F10712EB29C}" destId="{23D91D26-8E3E-4A12-A82D-95E307B3242A}" srcOrd="0" destOrd="0" presId="urn:microsoft.com/office/officeart/2005/8/layout/hierarchy1"/>
    <dgm:cxn modelId="{EAC68ECE-B369-425E-93BD-1CD7C2A4FFF4}" type="presParOf" srcId="{C9867CC0-92D2-47D8-8A8C-6F10712EB29C}" destId="{2BA7BAE0-9696-4EAE-88F9-2B5897508E93}" srcOrd="1" destOrd="0" presId="urn:microsoft.com/office/officeart/2005/8/layout/hierarchy1"/>
    <dgm:cxn modelId="{16DA2B95-6EE0-4EB2-BA2D-DEE5051A3CCA}" type="presParOf" srcId="{2BA7BAE0-9696-4EAE-88F9-2B5897508E93}" destId="{A3A23F4A-0099-4A63-9B2A-00466B7CC3B5}" srcOrd="0" destOrd="0" presId="urn:microsoft.com/office/officeart/2005/8/layout/hierarchy1"/>
    <dgm:cxn modelId="{DE2861B5-84D0-4DA5-B1BE-36E22645B16E}" type="presParOf" srcId="{A3A23F4A-0099-4A63-9B2A-00466B7CC3B5}" destId="{44D18DDB-B372-48BD-8BE7-B09F895DD4A1}" srcOrd="0" destOrd="0" presId="urn:microsoft.com/office/officeart/2005/8/layout/hierarchy1"/>
    <dgm:cxn modelId="{BD5CE78C-649A-46ED-9278-3F5C16E0A667}" type="presParOf" srcId="{A3A23F4A-0099-4A63-9B2A-00466B7CC3B5}" destId="{6D4E37EF-EE19-4705-A908-9BC8E05ECE5B}" srcOrd="1" destOrd="0" presId="urn:microsoft.com/office/officeart/2005/8/layout/hierarchy1"/>
    <dgm:cxn modelId="{74F6ACA6-3B52-47F5-8609-3C800D6F77AF}" type="presParOf" srcId="{2BA7BAE0-9696-4EAE-88F9-2B5897508E93}" destId="{C1140D94-D9CA-4384-91B4-5C18E71BBC6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50BCEA4-7061-4E72-9C8C-92DC36AD6B5D}" type="doc">
      <dgm:prSet loTypeId="urn:microsoft.com/office/officeart/2005/8/layout/hierarchy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DC37954A-B315-47C4-B3C5-078CAB75D687}">
      <dgm:prSet phldrT="[文本]"/>
      <dgm:spPr>
        <a:solidFill>
          <a:srgbClr val="FF0000"/>
        </a:solidFill>
      </dgm:spPr>
      <dgm:t>
        <a:bodyPr/>
        <a:lstStyle/>
        <a:p>
          <a:r>
            <a:rPr lang="zh-CN" altLang="en-US" dirty="0"/>
            <a:t>党的领导</a:t>
          </a:r>
        </a:p>
      </dgm:t>
    </dgm:pt>
    <dgm:pt modelId="{401AD939-65BD-4879-8C53-15A853D5036F}" type="parTrans" cxnId="{88BE44EC-AC80-4E7A-8C64-BB330549E14A}">
      <dgm:prSet/>
      <dgm:spPr/>
      <dgm:t>
        <a:bodyPr/>
        <a:lstStyle/>
        <a:p>
          <a:endParaRPr lang="zh-CN" altLang="en-US"/>
        </a:p>
      </dgm:t>
    </dgm:pt>
    <dgm:pt modelId="{C0044BFA-B281-4065-8A41-6CF58ABBEF94}" type="sibTrans" cxnId="{88BE44EC-AC80-4E7A-8C64-BB330549E14A}">
      <dgm:prSet/>
      <dgm:spPr/>
      <dgm:t>
        <a:bodyPr/>
        <a:lstStyle/>
        <a:p>
          <a:endParaRPr lang="zh-CN" altLang="en-US"/>
        </a:p>
      </dgm:t>
    </dgm:pt>
    <dgm:pt modelId="{1D4B9033-BE6D-49F9-88BB-A972BC263F1B}">
      <dgm:prSet phldrT="[文本]"/>
      <dgm:spPr>
        <a:solidFill>
          <a:srgbClr val="FFFF00">
            <a:alpha val="90000"/>
          </a:srgbClr>
        </a:solidFill>
      </dgm:spPr>
      <dgm:t>
        <a:bodyPr/>
        <a:lstStyle/>
        <a:p>
          <a:r>
            <a:rPr lang="zh-CN" altLang="en-US" dirty="0"/>
            <a:t>国体</a:t>
          </a:r>
        </a:p>
      </dgm:t>
    </dgm:pt>
    <dgm:pt modelId="{8583EC31-3153-4BB8-9BDC-05283C3875BF}" type="parTrans" cxnId="{5F083EE9-A74F-44CE-A793-F23B3EF2199D}">
      <dgm:prSet/>
      <dgm:spPr/>
      <dgm:t>
        <a:bodyPr/>
        <a:lstStyle/>
        <a:p>
          <a:endParaRPr lang="zh-CN" altLang="en-US"/>
        </a:p>
      </dgm:t>
    </dgm:pt>
    <dgm:pt modelId="{86D8E2AC-F829-4D98-85B0-63ECD5851989}" type="sibTrans" cxnId="{5F083EE9-A74F-44CE-A793-F23B3EF2199D}">
      <dgm:prSet/>
      <dgm:spPr/>
      <dgm:t>
        <a:bodyPr/>
        <a:lstStyle/>
        <a:p>
          <a:endParaRPr lang="zh-CN" altLang="en-US"/>
        </a:p>
      </dgm:t>
    </dgm:pt>
    <dgm:pt modelId="{AB2EC85B-895A-4D04-9B71-D0619AA8F9F5}">
      <dgm:prSet phldrT="[文本]"/>
      <dgm:spPr>
        <a:solidFill>
          <a:srgbClr val="00B050">
            <a:alpha val="90000"/>
          </a:srgbClr>
        </a:solidFill>
      </dgm:spPr>
      <dgm:t>
        <a:bodyPr/>
        <a:lstStyle/>
        <a:p>
          <a:r>
            <a:rPr lang="zh-CN" altLang="en-US" dirty="0"/>
            <a:t>政体</a:t>
          </a:r>
        </a:p>
      </dgm:t>
    </dgm:pt>
    <dgm:pt modelId="{21DDDFB2-9B9E-462F-A737-C4C24BAD0B50}" type="parTrans" cxnId="{6F7547DA-1535-4FD7-820C-6487AD858F78}">
      <dgm:prSet/>
      <dgm:spPr/>
      <dgm:t>
        <a:bodyPr/>
        <a:lstStyle/>
        <a:p>
          <a:endParaRPr lang="zh-CN" altLang="en-US"/>
        </a:p>
      </dgm:t>
    </dgm:pt>
    <dgm:pt modelId="{DA4B2191-AE87-48D5-9D8C-BE2891F0D60B}" type="sibTrans" cxnId="{6F7547DA-1535-4FD7-820C-6487AD858F78}">
      <dgm:prSet/>
      <dgm:spPr/>
      <dgm:t>
        <a:bodyPr/>
        <a:lstStyle/>
        <a:p>
          <a:endParaRPr lang="zh-CN" altLang="en-US"/>
        </a:p>
      </dgm:t>
    </dgm:pt>
    <dgm:pt modelId="{B1C6F6B7-AFAC-4C09-9ADD-28AA5BB03D9D}" type="pres">
      <dgm:prSet presAssocID="{150BCEA4-7061-4E72-9C8C-92DC36AD6B5D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D09BCCE-BA7B-4785-967E-3630DFC2B037}" type="pres">
      <dgm:prSet presAssocID="{DC37954A-B315-47C4-B3C5-078CAB75D687}" presName="root" presStyleCnt="0"/>
      <dgm:spPr/>
    </dgm:pt>
    <dgm:pt modelId="{8C321D0E-763D-4E9F-996C-7971C10D9E9C}" type="pres">
      <dgm:prSet presAssocID="{DC37954A-B315-47C4-B3C5-078CAB75D687}" presName="rootComposite" presStyleCnt="0"/>
      <dgm:spPr/>
    </dgm:pt>
    <dgm:pt modelId="{5E6E58A5-0E71-44CD-BCC8-71C3F8026E68}" type="pres">
      <dgm:prSet presAssocID="{DC37954A-B315-47C4-B3C5-078CAB75D687}" presName="rootText" presStyleLbl="node1" presStyleIdx="0" presStyleCnt="1" custLinFactY="-30211" custLinFactNeighborY="-100000"/>
      <dgm:spPr/>
    </dgm:pt>
    <dgm:pt modelId="{C81A6766-8676-45E4-8E6A-E66818657D05}" type="pres">
      <dgm:prSet presAssocID="{DC37954A-B315-47C4-B3C5-078CAB75D687}" presName="rootConnector" presStyleLbl="node1" presStyleIdx="0" presStyleCnt="1"/>
      <dgm:spPr/>
    </dgm:pt>
    <dgm:pt modelId="{BFEE31A3-EE79-4492-9C77-AB8704458D31}" type="pres">
      <dgm:prSet presAssocID="{DC37954A-B315-47C4-B3C5-078CAB75D687}" presName="childShape" presStyleCnt="0"/>
      <dgm:spPr/>
    </dgm:pt>
    <dgm:pt modelId="{17D07A95-0C64-4A67-B676-45CBF8518B55}" type="pres">
      <dgm:prSet presAssocID="{8583EC31-3153-4BB8-9BDC-05283C3875BF}" presName="Name13" presStyleLbl="parChTrans1D2" presStyleIdx="0" presStyleCnt="2"/>
      <dgm:spPr/>
    </dgm:pt>
    <dgm:pt modelId="{91604CFE-23E0-4105-B5B9-636E5C8AFFF8}" type="pres">
      <dgm:prSet presAssocID="{1D4B9033-BE6D-49F9-88BB-A972BC263F1B}" presName="childText" presStyleLbl="bgAcc1" presStyleIdx="0" presStyleCnt="2" custLinFactNeighborX="-6666" custLinFactNeighborY="-31786">
        <dgm:presLayoutVars>
          <dgm:bulletEnabled val="1"/>
        </dgm:presLayoutVars>
      </dgm:prSet>
      <dgm:spPr/>
    </dgm:pt>
    <dgm:pt modelId="{4BEDA971-902C-4F15-98A8-089431EA3818}" type="pres">
      <dgm:prSet presAssocID="{21DDDFB2-9B9E-462F-A737-C4C24BAD0B50}" presName="Name13" presStyleLbl="parChTrans1D2" presStyleIdx="1" presStyleCnt="2"/>
      <dgm:spPr/>
    </dgm:pt>
    <dgm:pt modelId="{CF9B264A-3446-4829-9F20-A06880712BD3}" type="pres">
      <dgm:prSet presAssocID="{AB2EC85B-895A-4D04-9B71-D0619AA8F9F5}" presName="childText" presStyleLbl="bgAcc1" presStyleIdx="1" presStyleCnt="2" custLinFactNeighborX="-6666" custLinFactNeighborY="26018">
        <dgm:presLayoutVars>
          <dgm:bulletEnabled val="1"/>
        </dgm:presLayoutVars>
      </dgm:prSet>
      <dgm:spPr/>
    </dgm:pt>
  </dgm:ptLst>
  <dgm:cxnLst>
    <dgm:cxn modelId="{74A2E904-6942-44F2-8EEE-249DCA181894}" type="presOf" srcId="{150BCEA4-7061-4E72-9C8C-92DC36AD6B5D}" destId="{B1C6F6B7-AFAC-4C09-9ADD-28AA5BB03D9D}" srcOrd="0" destOrd="0" presId="urn:microsoft.com/office/officeart/2005/8/layout/hierarchy3"/>
    <dgm:cxn modelId="{B14B1C07-3BC4-4B96-B948-8C42B76829CC}" type="presOf" srcId="{DC37954A-B315-47C4-B3C5-078CAB75D687}" destId="{C81A6766-8676-45E4-8E6A-E66818657D05}" srcOrd="1" destOrd="0" presId="urn:microsoft.com/office/officeart/2005/8/layout/hierarchy3"/>
    <dgm:cxn modelId="{0D11DD26-2169-4E9A-8A5B-72DB6F00D0AB}" type="presOf" srcId="{8583EC31-3153-4BB8-9BDC-05283C3875BF}" destId="{17D07A95-0C64-4A67-B676-45CBF8518B55}" srcOrd="0" destOrd="0" presId="urn:microsoft.com/office/officeart/2005/8/layout/hierarchy3"/>
    <dgm:cxn modelId="{4A05355C-26CE-4CEC-8841-B99B8BA13277}" type="presOf" srcId="{DC37954A-B315-47C4-B3C5-078CAB75D687}" destId="{5E6E58A5-0E71-44CD-BCC8-71C3F8026E68}" srcOrd="0" destOrd="0" presId="urn:microsoft.com/office/officeart/2005/8/layout/hierarchy3"/>
    <dgm:cxn modelId="{2FBA7D95-E598-4974-AADF-5549E4573686}" type="presOf" srcId="{AB2EC85B-895A-4D04-9B71-D0619AA8F9F5}" destId="{CF9B264A-3446-4829-9F20-A06880712BD3}" srcOrd="0" destOrd="0" presId="urn:microsoft.com/office/officeart/2005/8/layout/hierarchy3"/>
    <dgm:cxn modelId="{E912D1CC-E544-4753-AB38-F3B99C1C685F}" type="presOf" srcId="{1D4B9033-BE6D-49F9-88BB-A972BC263F1B}" destId="{91604CFE-23E0-4105-B5B9-636E5C8AFFF8}" srcOrd="0" destOrd="0" presId="urn:microsoft.com/office/officeart/2005/8/layout/hierarchy3"/>
    <dgm:cxn modelId="{6F7547DA-1535-4FD7-820C-6487AD858F78}" srcId="{DC37954A-B315-47C4-B3C5-078CAB75D687}" destId="{AB2EC85B-895A-4D04-9B71-D0619AA8F9F5}" srcOrd="1" destOrd="0" parTransId="{21DDDFB2-9B9E-462F-A737-C4C24BAD0B50}" sibTransId="{DA4B2191-AE87-48D5-9D8C-BE2891F0D60B}"/>
    <dgm:cxn modelId="{FF57E9DB-F0E9-4D74-9D71-11C3FAA301E4}" type="presOf" srcId="{21DDDFB2-9B9E-462F-A737-C4C24BAD0B50}" destId="{4BEDA971-902C-4F15-98A8-089431EA3818}" srcOrd="0" destOrd="0" presId="urn:microsoft.com/office/officeart/2005/8/layout/hierarchy3"/>
    <dgm:cxn modelId="{5F083EE9-A74F-44CE-A793-F23B3EF2199D}" srcId="{DC37954A-B315-47C4-B3C5-078CAB75D687}" destId="{1D4B9033-BE6D-49F9-88BB-A972BC263F1B}" srcOrd="0" destOrd="0" parTransId="{8583EC31-3153-4BB8-9BDC-05283C3875BF}" sibTransId="{86D8E2AC-F829-4D98-85B0-63ECD5851989}"/>
    <dgm:cxn modelId="{88BE44EC-AC80-4E7A-8C64-BB330549E14A}" srcId="{150BCEA4-7061-4E72-9C8C-92DC36AD6B5D}" destId="{DC37954A-B315-47C4-B3C5-078CAB75D687}" srcOrd="0" destOrd="0" parTransId="{401AD939-65BD-4879-8C53-15A853D5036F}" sibTransId="{C0044BFA-B281-4065-8A41-6CF58ABBEF94}"/>
    <dgm:cxn modelId="{8A76EF88-2BA2-44DF-AC7C-499659589262}" type="presParOf" srcId="{B1C6F6B7-AFAC-4C09-9ADD-28AA5BB03D9D}" destId="{AD09BCCE-BA7B-4785-967E-3630DFC2B037}" srcOrd="0" destOrd="0" presId="urn:microsoft.com/office/officeart/2005/8/layout/hierarchy3"/>
    <dgm:cxn modelId="{7ECB0302-270C-4AD9-9550-A0143543838D}" type="presParOf" srcId="{AD09BCCE-BA7B-4785-967E-3630DFC2B037}" destId="{8C321D0E-763D-4E9F-996C-7971C10D9E9C}" srcOrd="0" destOrd="0" presId="urn:microsoft.com/office/officeart/2005/8/layout/hierarchy3"/>
    <dgm:cxn modelId="{D710F238-9077-4B48-9AE6-816F7C60F468}" type="presParOf" srcId="{8C321D0E-763D-4E9F-996C-7971C10D9E9C}" destId="{5E6E58A5-0E71-44CD-BCC8-71C3F8026E68}" srcOrd="0" destOrd="0" presId="urn:microsoft.com/office/officeart/2005/8/layout/hierarchy3"/>
    <dgm:cxn modelId="{EC7550D8-8ED9-4C50-A611-591C15DAB0D4}" type="presParOf" srcId="{8C321D0E-763D-4E9F-996C-7971C10D9E9C}" destId="{C81A6766-8676-45E4-8E6A-E66818657D05}" srcOrd="1" destOrd="0" presId="urn:microsoft.com/office/officeart/2005/8/layout/hierarchy3"/>
    <dgm:cxn modelId="{FB555BA7-99FF-41A4-8A1E-922BB9B51BCA}" type="presParOf" srcId="{AD09BCCE-BA7B-4785-967E-3630DFC2B037}" destId="{BFEE31A3-EE79-4492-9C77-AB8704458D31}" srcOrd="1" destOrd="0" presId="urn:microsoft.com/office/officeart/2005/8/layout/hierarchy3"/>
    <dgm:cxn modelId="{B5046995-E08F-4968-9705-03AAA3BFE862}" type="presParOf" srcId="{BFEE31A3-EE79-4492-9C77-AB8704458D31}" destId="{17D07A95-0C64-4A67-B676-45CBF8518B55}" srcOrd="0" destOrd="0" presId="urn:microsoft.com/office/officeart/2005/8/layout/hierarchy3"/>
    <dgm:cxn modelId="{5F5B71F9-327B-4A3B-9CA1-7D81EB46AE2F}" type="presParOf" srcId="{BFEE31A3-EE79-4492-9C77-AB8704458D31}" destId="{91604CFE-23E0-4105-B5B9-636E5C8AFFF8}" srcOrd="1" destOrd="0" presId="urn:microsoft.com/office/officeart/2005/8/layout/hierarchy3"/>
    <dgm:cxn modelId="{FC653FA2-7DEB-4E1B-8983-F027CCD36EF0}" type="presParOf" srcId="{BFEE31A3-EE79-4492-9C77-AB8704458D31}" destId="{4BEDA971-902C-4F15-98A8-089431EA3818}" srcOrd="2" destOrd="0" presId="urn:microsoft.com/office/officeart/2005/8/layout/hierarchy3"/>
    <dgm:cxn modelId="{77F5E4B5-6033-4763-B84B-949DFB64021A}" type="presParOf" srcId="{BFEE31A3-EE79-4492-9C77-AB8704458D31}" destId="{CF9B264A-3446-4829-9F20-A06880712BD3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4279B13-1CB3-4885-8EA0-342F5AE1E395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CFBCDAC7-75CB-4635-83C0-931E9484167E}">
      <dgm:prSet phldrT="[文本]"/>
      <dgm:spPr>
        <a:solidFill>
          <a:schemeClr val="accent4">
            <a:lumMod val="20000"/>
            <a:lumOff val="80000"/>
          </a:schemeClr>
        </a:solidFill>
        <a:ln>
          <a:solidFill>
            <a:schemeClr val="accent4"/>
          </a:solidFill>
        </a:ln>
      </dgm:spPr>
      <dgm:t>
        <a:bodyPr/>
        <a:lstStyle/>
        <a:p>
          <a:r>
            <a:rPr lang="zh-CN" altLang="en-US" b="1" dirty="0">
              <a:solidFill>
                <a:srgbClr val="FF0000"/>
              </a:solidFill>
            </a:rPr>
            <a:t>人民代表大会制度</a:t>
          </a:r>
        </a:p>
      </dgm:t>
    </dgm:pt>
    <dgm:pt modelId="{8F40509C-2B2B-4E3E-8785-B661EB46FBE0}" type="parTrans" cxnId="{88E51FE7-CAC4-4729-A7C8-B2C128AAEE29}">
      <dgm:prSet/>
      <dgm:spPr/>
      <dgm:t>
        <a:bodyPr/>
        <a:lstStyle/>
        <a:p>
          <a:endParaRPr lang="zh-CN" altLang="en-US"/>
        </a:p>
      </dgm:t>
    </dgm:pt>
    <dgm:pt modelId="{2D4FB486-4595-4FCC-93C9-9FF4997DF59D}" type="sibTrans" cxnId="{88E51FE7-CAC4-4729-A7C8-B2C128AAEE29}">
      <dgm:prSet/>
      <dgm:spPr/>
      <dgm:t>
        <a:bodyPr/>
        <a:lstStyle/>
        <a:p>
          <a:endParaRPr lang="zh-CN" altLang="en-US"/>
        </a:p>
      </dgm:t>
    </dgm:pt>
    <dgm:pt modelId="{557CCC87-C809-4BC3-B12A-6D1F411E250E}">
      <dgm:prSet phldrT="[文本]" custT="1"/>
      <dgm:spPr>
        <a:solidFill>
          <a:schemeClr val="accent4">
            <a:lumMod val="20000"/>
            <a:lumOff val="80000"/>
          </a:schemeClr>
        </a:solidFill>
        <a:ln>
          <a:solidFill>
            <a:schemeClr val="accent4"/>
          </a:solidFill>
        </a:ln>
      </dgm:spPr>
      <dgm:t>
        <a:bodyPr/>
        <a:lstStyle/>
        <a:p>
          <a:r>
            <a:rPr lang="zh-CN" altLang="en-US" sz="1800" dirty="0">
              <a:solidFill>
                <a:srgbClr val="FF0000"/>
              </a:solidFill>
            </a:rPr>
            <a:t>民族区域自治制度</a:t>
          </a:r>
        </a:p>
      </dgm:t>
    </dgm:pt>
    <dgm:pt modelId="{6B7068CC-FDA4-4371-87E5-99CF871EF61E}" type="parTrans" cxnId="{0D4D9920-9FA1-4A7D-AC49-AE6B93900ECD}">
      <dgm:prSet/>
      <dgm:spPr/>
      <dgm:t>
        <a:bodyPr/>
        <a:lstStyle/>
        <a:p>
          <a:endParaRPr lang="zh-CN" altLang="en-US"/>
        </a:p>
      </dgm:t>
    </dgm:pt>
    <dgm:pt modelId="{34E26B2C-E22A-4677-AC57-387D8E03DBC3}" type="sibTrans" cxnId="{0D4D9920-9FA1-4A7D-AC49-AE6B93900ECD}">
      <dgm:prSet/>
      <dgm:spPr/>
      <dgm:t>
        <a:bodyPr/>
        <a:lstStyle/>
        <a:p>
          <a:endParaRPr lang="zh-CN" altLang="en-US"/>
        </a:p>
      </dgm:t>
    </dgm:pt>
    <dgm:pt modelId="{E26BD7FE-14C3-410F-98D2-B90471AA4E7D}">
      <dgm:prSet phldrT="[文本]" custT="1"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r>
            <a:rPr lang="zh-CN" altLang="en-US" sz="1800" dirty="0">
              <a:solidFill>
                <a:srgbClr val="FF0000"/>
              </a:solidFill>
            </a:rPr>
            <a:t>基层群众自治制度</a:t>
          </a:r>
        </a:p>
      </dgm:t>
    </dgm:pt>
    <dgm:pt modelId="{C39E14C0-7D28-488A-B528-86653D19998D}" type="parTrans" cxnId="{95499F56-FD7D-4E64-9A20-6EFAEED0B58D}">
      <dgm:prSet/>
      <dgm:spPr/>
      <dgm:t>
        <a:bodyPr/>
        <a:lstStyle/>
        <a:p>
          <a:endParaRPr lang="zh-CN" altLang="en-US"/>
        </a:p>
      </dgm:t>
    </dgm:pt>
    <dgm:pt modelId="{8BF59B67-74F2-4198-A65B-0D41189F07BE}" type="sibTrans" cxnId="{95499F56-FD7D-4E64-9A20-6EFAEED0B58D}">
      <dgm:prSet/>
      <dgm:spPr/>
      <dgm:t>
        <a:bodyPr/>
        <a:lstStyle/>
        <a:p>
          <a:endParaRPr lang="zh-CN" altLang="en-US"/>
        </a:p>
      </dgm:t>
    </dgm:pt>
    <dgm:pt modelId="{3FE55358-DA0D-426B-83D4-20E5FE833DB1}">
      <dgm:prSet custT="1"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r>
            <a:rPr lang="zh-CN" altLang="en-US" sz="1800" dirty="0">
              <a:solidFill>
                <a:srgbClr val="FF0000"/>
              </a:solidFill>
            </a:rPr>
            <a:t>政党制度</a:t>
          </a:r>
        </a:p>
      </dgm:t>
    </dgm:pt>
    <dgm:pt modelId="{78FF1AAB-B4A7-49F1-B749-822DB33D01A1}" type="parTrans" cxnId="{8999AC49-BDFC-4A7F-8330-C617DA45DB03}">
      <dgm:prSet/>
      <dgm:spPr/>
      <dgm:t>
        <a:bodyPr/>
        <a:lstStyle/>
        <a:p>
          <a:endParaRPr lang="zh-CN" altLang="en-US"/>
        </a:p>
      </dgm:t>
    </dgm:pt>
    <dgm:pt modelId="{7AF41223-4B44-4DE6-9A4E-A3683CEC2DA2}" type="sibTrans" cxnId="{8999AC49-BDFC-4A7F-8330-C617DA45DB03}">
      <dgm:prSet/>
      <dgm:spPr/>
      <dgm:t>
        <a:bodyPr/>
        <a:lstStyle/>
        <a:p>
          <a:endParaRPr lang="zh-CN" altLang="en-US"/>
        </a:p>
      </dgm:t>
    </dgm:pt>
    <dgm:pt modelId="{89874C52-4743-4358-B9BB-9AB7C22EFDBA}">
      <dgm:prSet custT="1"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r>
            <a:rPr lang="zh-CN" altLang="en-US" sz="1600" dirty="0">
              <a:solidFill>
                <a:srgbClr val="FF0000"/>
              </a:solidFill>
            </a:rPr>
            <a:t>宗教信仰自由</a:t>
          </a:r>
        </a:p>
      </dgm:t>
    </dgm:pt>
    <dgm:pt modelId="{9AB733FB-2AE8-4D19-8D99-D4D00001F8E8}" type="parTrans" cxnId="{4A4946FB-6879-4E57-BBE8-11E6B0D6F5ED}">
      <dgm:prSet/>
      <dgm:spPr/>
      <dgm:t>
        <a:bodyPr/>
        <a:lstStyle/>
        <a:p>
          <a:endParaRPr lang="zh-CN" altLang="en-US"/>
        </a:p>
      </dgm:t>
    </dgm:pt>
    <dgm:pt modelId="{02D95C10-24DB-4996-B18F-225259934A21}" type="sibTrans" cxnId="{4A4946FB-6879-4E57-BBE8-11E6B0D6F5ED}">
      <dgm:prSet/>
      <dgm:spPr/>
      <dgm:t>
        <a:bodyPr/>
        <a:lstStyle/>
        <a:p>
          <a:endParaRPr lang="zh-CN" altLang="en-US"/>
        </a:p>
      </dgm:t>
    </dgm:pt>
    <dgm:pt modelId="{924D21B0-0025-4A6E-8A01-BC0EE72B9747}" type="pres">
      <dgm:prSet presAssocID="{B4279B13-1CB3-4885-8EA0-342F5AE1E395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B300AA6-56E5-4B02-BAD3-B47CFB80A517}" type="pres">
      <dgm:prSet presAssocID="{CFBCDAC7-75CB-4635-83C0-931E9484167E}" presName="root1" presStyleCnt="0"/>
      <dgm:spPr/>
    </dgm:pt>
    <dgm:pt modelId="{7EF312FD-7865-45B8-B41D-B38AE7BDE42C}" type="pres">
      <dgm:prSet presAssocID="{CFBCDAC7-75CB-4635-83C0-931E9484167E}" presName="LevelOneTextNode" presStyleLbl="node0" presStyleIdx="0" presStyleCnt="1" custLinFactNeighborX="4099" custLinFactNeighborY="18999">
        <dgm:presLayoutVars>
          <dgm:chPref val="3"/>
        </dgm:presLayoutVars>
      </dgm:prSet>
      <dgm:spPr/>
    </dgm:pt>
    <dgm:pt modelId="{AEFD79B8-6CC6-4E24-B16D-0CEE3971E77D}" type="pres">
      <dgm:prSet presAssocID="{CFBCDAC7-75CB-4635-83C0-931E9484167E}" presName="level2hierChild" presStyleCnt="0"/>
      <dgm:spPr/>
    </dgm:pt>
    <dgm:pt modelId="{E72103ED-C502-478F-8B62-3E4DA03B1085}" type="pres">
      <dgm:prSet presAssocID="{6B7068CC-FDA4-4371-87E5-99CF871EF61E}" presName="conn2-1" presStyleLbl="parChTrans1D2" presStyleIdx="0" presStyleCnt="4"/>
      <dgm:spPr/>
    </dgm:pt>
    <dgm:pt modelId="{DDC44E02-4584-43AB-BF75-E564BC1AFD93}" type="pres">
      <dgm:prSet presAssocID="{6B7068CC-FDA4-4371-87E5-99CF871EF61E}" presName="connTx" presStyleLbl="parChTrans1D2" presStyleIdx="0" presStyleCnt="4"/>
      <dgm:spPr/>
    </dgm:pt>
    <dgm:pt modelId="{4444F2F4-F6F3-4FB8-95EE-BF5FEB6BFA63}" type="pres">
      <dgm:prSet presAssocID="{557CCC87-C809-4BC3-B12A-6D1F411E250E}" presName="root2" presStyleCnt="0"/>
      <dgm:spPr/>
    </dgm:pt>
    <dgm:pt modelId="{10F0CB29-41A6-41CE-BA86-B89E934C108C}" type="pres">
      <dgm:prSet presAssocID="{557CCC87-C809-4BC3-B12A-6D1F411E250E}" presName="LevelTwoTextNode" presStyleLbl="node2" presStyleIdx="0" presStyleCnt="4">
        <dgm:presLayoutVars>
          <dgm:chPref val="3"/>
        </dgm:presLayoutVars>
      </dgm:prSet>
      <dgm:spPr/>
    </dgm:pt>
    <dgm:pt modelId="{9B67A633-0E95-494B-A61C-CD6C7CC11C11}" type="pres">
      <dgm:prSet presAssocID="{557CCC87-C809-4BC3-B12A-6D1F411E250E}" presName="level3hierChild" presStyleCnt="0"/>
      <dgm:spPr/>
    </dgm:pt>
    <dgm:pt modelId="{F772FC35-4E1D-4953-A0E8-B71C5BCF629D}" type="pres">
      <dgm:prSet presAssocID="{C39E14C0-7D28-488A-B528-86653D19998D}" presName="conn2-1" presStyleLbl="parChTrans1D2" presStyleIdx="1" presStyleCnt="4"/>
      <dgm:spPr/>
    </dgm:pt>
    <dgm:pt modelId="{BCF22036-EE1E-45A7-A426-45A2375A133A}" type="pres">
      <dgm:prSet presAssocID="{C39E14C0-7D28-488A-B528-86653D19998D}" presName="connTx" presStyleLbl="parChTrans1D2" presStyleIdx="1" presStyleCnt="4"/>
      <dgm:spPr/>
    </dgm:pt>
    <dgm:pt modelId="{29314D46-4AA6-454E-9CCE-8CB423893521}" type="pres">
      <dgm:prSet presAssocID="{E26BD7FE-14C3-410F-98D2-B90471AA4E7D}" presName="root2" presStyleCnt="0"/>
      <dgm:spPr/>
    </dgm:pt>
    <dgm:pt modelId="{6F5B77CA-C414-413B-A61B-64CD9D79735C}" type="pres">
      <dgm:prSet presAssocID="{E26BD7FE-14C3-410F-98D2-B90471AA4E7D}" presName="LevelTwoTextNode" presStyleLbl="node2" presStyleIdx="1" presStyleCnt="4">
        <dgm:presLayoutVars>
          <dgm:chPref val="3"/>
        </dgm:presLayoutVars>
      </dgm:prSet>
      <dgm:spPr/>
    </dgm:pt>
    <dgm:pt modelId="{E57C2C4E-64A3-4C5A-8FF9-C109E51536A9}" type="pres">
      <dgm:prSet presAssocID="{E26BD7FE-14C3-410F-98D2-B90471AA4E7D}" presName="level3hierChild" presStyleCnt="0"/>
      <dgm:spPr/>
    </dgm:pt>
    <dgm:pt modelId="{64FE7701-266C-4208-9864-C32A71128AAB}" type="pres">
      <dgm:prSet presAssocID="{78FF1AAB-B4A7-49F1-B749-822DB33D01A1}" presName="conn2-1" presStyleLbl="parChTrans1D2" presStyleIdx="2" presStyleCnt="4"/>
      <dgm:spPr/>
    </dgm:pt>
    <dgm:pt modelId="{A18D9BAB-F165-45C2-97C2-A64353BBCD7B}" type="pres">
      <dgm:prSet presAssocID="{78FF1AAB-B4A7-49F1-B749-822DB33D01A1}" presName="connTx" presStyleLbl="parChTrans1D2" presStyleIdx="2" presStyleCnt="4"/>
      <dgm:spPr/>
    </dgm:pt>
    <dgm:pt modelId="{1897FA8C-2873-4CA0-A212-B3DDFC3DF1B9}" type="pres">
      <dgm:prSet presAssocID="{3FE55358-DA0D-426B-83D4-20E5FE833DB1}" presName="root2" presStyleCnt="0"/>
      <dgm:spPr/>
    </dgm:pt>
    <dgm:pt modelId="{9BBDC700-DA7A-4B1F-AD7A-C7AE80A3977F}" type="pres">
      <dgm:prSet presAssocID="{3FE55358-DA0D-426B-83D4-20E5FE833DB1}" presName="LevelTwoTextNode" presStyleLbl="node2" presStyleIdx="2" presStyleCnt="4">
        <dgm:presLayoutVars>
          <dgm:chPref val="3"/>
        </dgm:presLayoutVars>
      </dgm:prSet>
      <dgm:spPr/>
    </dgm:pt>
    <dgm:pt modelId="{5C43B1EC-BD0C-4667-B108-0566188C1F4C}" type="pres">
      <dgm:prSet presAssocID="{3FE55358-DA0D-426B-83D4-20E5FE833DB1}" presName="level3hierChild" presStyleCnt="0"/>
      <dgm:spPr/>
    </dgm:pt>
    <dgm:pt modelId="{BCFE87FB-EA1C-4EEA-B78A-BC12D6C81C83}" type="pres">
      <dgm:prSet presAssocID="{9AB733FB-2AE8-4D19-8D99-D4D00001F8E8}" presName="conn2-1" presStyleLbl="parChTrans1D2" presStyleIdx="3" presStyleCnt="4"/>
      <dgm:spPr/>
    </dgm:pt>
    <dgm:pt modelId="{B3FDC777-4DA7-4FD8-9AC9-A860E9F70F62}" type="pres">
      <dgm:prSet presAssocID="{9AB733FB-2AE8-4D19-8D99-D4D00001F8E8}" presName="connTx" presStyleLbl="parChTrans1D2" presStyleIdx="3" presStyleCnt="4"/>
      <dgm:spPr/>
    </dgm:pt>
    <dgm:pt modelId="{FE714497-40AF-4984-BC7C-94E518DA8FF7}" type="pres">
      <dgm:prSet presAssocID="{89874C52-4743-4358-B9BB-9AB7C22EFDBA}" presName="root2" presStyleCnt="0"/>
      <dgm:spPr/>
    </dgm:pt>
    <dgm:pt modelId="{F7FDC82E-6AA1-4C69-B6E8-D931FBEF21ED}" type="pres">
      <dgm:prSet presAssocID="{89874C52-4743-4358-B9BB-9AB7C22EFDBA}" presName="LevelTwoTextNode" presStyleLbl="node2" presStyleIdx="3" presStyleCnt="4">
        <dgm:presLayoutVars>
          <dgm:chPref val="3"/>
        </dgm:presLayoutVars>
      </dgm:prSet>
      <dgm:spPr/>
    </dgm:pt>
    <dgm:pt modelId="{84CFA868-4209-4D65-AD88-2D8A60D1C8BB}" type="pres">
      <dgm:prSet presAssocID="{89874C52-4743-4358-B9BB-9AB7C22EFDBA}" presName="level3hierChild" presStyleCnt="0"/>
      <dgm:spPr/>
    </dgm:pt>
  </dgm:ptLst>
  <dgm:cxnLst>
    <dgm:cxn modelId="{6F1D560C-107B-43A0-B73F-D1104273D996}" type="presOf" srcId="{78FF1AAB-B4A7-49F1-B749-822DB33D01A1}" destId="{A18D9BAB-F165-45C2-97C2-A64353BBCD7B}" srcOrd="1" destOrd="0" presId="urn:microsoft.com/office/officeart/2005/8/layout/hierarchy2"/>
    <dgm:cxn modelId="{BFF24010-8355-4ED2-943E-61DD0BA98070}" type="presOf" srcId="{C39E14C0-7D28-488A-B528-86653D19998D}" destId="{F772FC35-4E1D-4953-A0E8-B71C5BCF629D}" srcOrd="0" destOrd="0" presId="urn:microsoft.com/office/officeart/2005/8/layout/hierarchy2"/>
    <dgm:cxn modelId="{0D4D9920-9FA1-4A7D-AC49-AE6B93900ECD}" srcId="{CFBCDAC7-75CB-4635-83C0-931E9484167E}" destId="{557CCC87-C809-4BC3-B12A-6D1F411E250E}" srcOrd="0" destOrd="0" parTransId="{6B7068CC-FDA4-4371-87E5-99CF871EF61E}" sibTransId="{34E26B2C-E22A-4677-AC57-387D8E03DBC3}"/>
    <dgm:cxn modelId="{43A2E131-5CFD-4D7D-8C4D-58AA6A9C3826}" type="presOf" srcId="{89874C52-4743-4358-B9BB-9AB7C22EFDBA}" destId="{F7FDC82E-6AA1-4C69-B6E8-D931FBEF21ED}" srcOrd="0" destOrd="0" presId="urn:microsoft.com/office/officeart/2005/8/layout/hierarchy2"/>
    <dgm:cxn modelId="{3AAC3E35-68C3-4B23-9C07-91178763C427}" type="presOf" srcId="{557CCC87-C809-4BC3-B12A-6D1F411E250E}" destId="{10F0CB29-41A6-41CE-BA86-B89E934C108C}" srcOrd="0" destOrd="0" presId="urn:microsoft.com/office/officeart/2005/8/layout/hierarchy2"/>
    <dgm:cxn modelId="{E4DD6736-4B16-4B0D-A008-1C775BB38EEF}" type="presOf" srcId="{78FF1AAB-B4A7-49F1-B749-822DB33D01A1}" destId="{64FE7701-266C-4208-9864-C32A71128AAB}" srcOrd="0" destOrd="0" presId="urn:microsoft.com/office/officeart/2005/8/layout/hierarchy2"/>
    <dgm:cxn modelId="{33A73D39-B624-40DA-B3BF-B47840F0F602}" type="presOf" srcId="{E26BD7FE-14C3-410F-98D2-B90471AA4E7D}" destId="{6F5B77CA-C414-413B-A61B-64CD9D79735C}" srcOrd="0" destOrd="0" presId="urn:microsoft.com/office/officeart/2005/8/layout/hierarchy2"/>
    <dgm:cxn modelId="{E86ADD3F-33CF-42B4-B1CE-4EE5A13CBAFB}" type="presOf" srcId="{3FE55358-DA0D-426B-83D4-20E5FE833DB1}" destId="{9BBDC700-DA7A-4B1F-AD7A-C7AE80A3977F}" srcOrd="0" destOrd="0" presId="urn:microsoft.com/office/officeart/2005/8/layout/hierarchy2"/>
    <dgm:cxn modelId="{8999AC49-BDFC-4A7F-8330-C617DA45DB03}" srcId="{CFBCDAC7-75CB-4635-83C0-931E9484167E}" destId="{3FE55358-DA0D-426B-83D4-20E5FE833DB1}" srcOrd="2" destOrd="0" parTransId="{78FF1AAB-B4A7-49F1-B749-822DB33D01A1}" sibTransId="{7AF41223-4B44-4DE6-9A4E-A3683CEC2DA2}"/>
    <dgm:cxn modelId="{56617F6E-EEA4-4B34-AFF3-3B50FE5221D4}" type="presOf" srcId="{9AB733FB-2AE8-4D19-8D99-D4D00001F8E8}" destId="{B3FDC777-4DA7-4FD8-9AC9-A860E9F70F62}" srcOrd="1" destOrd="0" presId="urn:microsoft.com/office/officeart/2005/8/layout/hierarchy2"/>
    <dgm:cxn modelId="{95499F56-FD7D-4E64-9A20-6EFAEED0B58D}" srcId="{CFBCDAC7-75CB-4635-83C0-931E9484167E}" destId="{E26BD7FE-14C3-410F-98D2-B90471AA4E7D}" srcOrd="1" destOrd="0" parTransId="{C39E14C0-7D28-488A-B528-86653D19998D}" sibTransId="{8BF59B67-74F2-4198-A65B-0D41189F07BE}"/>
    <dgm:cxn modelId="{8BD29E7B-7D95-4D9E-929B-00C2773AA975}" type="presOf" srcId="{CFBCDAC7-75CB-4635-83C0-931E9484167E}" destId="{7EF312FD-7865-45B8-B41D-B38AE7BDE42C}" srcOrd="0" destOrd="0" presId="urn:microsoft.com/office/officeart/2005/8/layout/hierarchy2"/>
    <dgm:cxn modelId="{393E2C99-6C6C-42F9-85BE-26513DB1D3D4}" type="presOf" srcId="{6B7068CC-FDA4-4371-87E5-99CF871EF61E}" destId="{E72103ED-C502-478F-8B62-3E4DA03B1085}" srcOrd="0" destOrd="0" presId="urn:microsoft.com/office/officeart/2005/8/layout/hierarchy2"/>
    <dgm:cxn modelId="{BFA9189C-666A-4257-A30C-C11596BBC780}" type="presOf" srcId="{9AB733FB-2AE8-4D19-8D99-D4D00001F8E8}" destId="{BCFE87FB-EA1C-4EEA-B78A-BC12D6C81C83}" srcOrd="0" destOrd="0" presId="urn:microsoft.com/office/officeart/2005/8/layout/hierarchy2"/>
    <dgm:cxn modelId="{F17295BC-E7CB-427C-A9B8-74F239976EDA}" type="presOf" srcId="{B4279B13-1CB3-4885-8EA0-342F5AE1E395}" destId="{924D21B0-0025-4A6E-8A01-BC0EE72B9747}" srcOrd="0" destOrd="0" presId="urn:microsoft.com/office/officeart/2005/8/layout/hierarchy2"/>
    <dgm:cxn modelId="{8F754AD9-F8D9-4323-AEFE-69FF8A276955}" type="presOf" srcId="{6B7068CC-FDA4-4371-87E5-99CF871EF61E}" destId="{DDC44E02-4584-43AB-BF75-E564BC1AFD93}" srcOrd="1" destOrd="0" presId="urn:microsoft.com/office/officeart/2005/8/layout/hierarchy2"/>
    <dgm:cxn modelId="{88E51FE7-CAC4-4729-A7C8-B2C128AAEE29}" srcId="{B4279B13-1CB3-4885-8EA0-342F5AE1E395}" destId="{CFBCDAC7-75CB-4635-83C0-931E9484167E}" srcOrd="0" destOrd="0" parTransId="{8F40509C-2B2B-4E3E-8785-B661EB46FBE0}" sibTransId="{2D4FB486-4595-4FCC-93C9-9FF4997DF59D}"/>
    <dgm:cxn modelId="{C48A99E9-995A-409D-9CEB-95C4967D2741}" type="presOf" srcId="{C39E14C0-7D28-488A-B528-86653D19998D}" destId="{BCF22036-EE1E-45A7-A426-45A2375A133A}" srcOrd="1" destOrd="0" presId="urn:microsoft.com/office/officeart/2005/8/layout/hierarchy2"/>
    <dgm:cxn modelId="{4A4946FB-6879-4E57-BBE8-11E6B0D6F5ED}" srcId="{CFBCDAC7-75CB-4635-83C0-931E9484167E}" destId="{89874C52-4743-4358-B9BB-9AB7C22EFDBA}" srcOrd="3" destOrd="0" parTransId="{9AB733FB-2AE8-4D19-8D99-D4D00001F8E8}" sibTransId="{02D95C10-24DB-4996-B18F-225259934A21}"/>
    <dgm:cxn modelId="{D274924E-FEEC-4659-AB0B-36F51AC7402B}" type="presParOf" srcId="{924D21B0-0025-4A6E-8A01-BC0EE72B9747}" destId="{2B300AA6-56E5-4B02-BAD3-B47CFB80A517}" srcOrd="0" destOrd="0" presId="urn:microsoft.com/office/officeart/2005/8/layout/hierarchy2"/>
    <dgm:cxn modelId="{26A317FB-F25E-417C-A5C0-8C5C54DD7167}" type="presParOf" srcId="{2B300AA6-56E5-4B02-BAD3-B47CFB80A517}" destId="{7EF312FD-7865-45B8-B41D-B38AE7BDE42C}" srcOrd="0" destOrd="0" presId="urn:microsoft.com/office/officeart/2005/8/layout/hierarchy2"/>
    <dgm:cxn modelId="{E5891E4F-565F-4251-BF49-F23727D827A0}" type="presParOf" srcId="{2B300AA6-56E5-4B02-BAD3-B47CFB80A517}" destId="{AEFD79B8-6CC6-4E24-B16D-0CEE3971E77D}" srcOrd="1" destOrd="0" presId="urn:microsoft.com/office/officeart/2005/8/layout/hierarchy2"/>
    <dgm:cxn modelId="{5294B4B5-B7D9-44ED-9200-12565E582623}" type="presParOf" srcId="{AEFD79B8-6CC6-4E24-B16D-0CEE3971E77D}" destId="{E72103ED-C502-478F-8B62-3E4DA03B1085}" srcOrd="0" destOrd="0" presId="urn:microsoft.com/office/officeart/2005/8/layout/hierarchy2"/>
    <dgm:cxn modelId="{B411B642-B7B3-496F-80C6-31A24F78996D}" type="presParOf" srcId="{E72103ED-C502-478F-8B62-3E4DA03B1085}" destId="{DDC44E02-4584-43AB-BF75-E564BC1AFD93}" srcOrd="0" destOrd="0" presId="urn:microsoft.com/office/officeart/2005/8/layout/hierarchy2"/>
    <dgm:cxn modelId="{0D99A1AA-3F11-4910-B519-DE28144BC916}" type="presParOf" srcId="{AEFD79B8-6CC6-4E24-B16D-0CEE3971E77D}" destId="{4444F2F4-F6F3-4FB8-95EE-BF5FEB6BFA63}" srcOrd="1" destOrd="0" presId="urn:microsoft.com/office/officeart/2005/8/layout/hierarchy2"/>
    <dgm:cxn modelId="{E6823187-8769-44C4-B4C6-A50AD1883047}" type="presParOf" srcId="{4444F2F4-F6F3-4FB8-95EE-BF5FEB6BFA63}" destId="{10F0CB29-41A6-41CE-BA86-B89E934C108C}" srcOrd="0" destOrd="0" presId="urn:microsoft.com/office/officeart/2005/8/layout/hierarchy2"/>
    <dgm:cxn modelId="{655036BE-6539-420F-90F9-31077967BBF1}" type="presParOf" srcId="{4444F2F4-F6F3-4FB8-95EE-BF5FEB6BFA63}" destId="{9B67A633-0E95-494B-A61C-CD6C7CC11C11}" srcOrd="1" destOrd="0" presId="urn:microsoft.com/office/officeart/2005/8/layout/hierarchy2"/>
    <dgm:cxn modelId="{2E173044-994B-47FE-BA9F-800E850763E2}" type="presParOf" srcId="{AEFD79B8-6CC6-4E24-B16D-0CEE3971E77D}" destId="{F772FC35-4E1D-4953-A0E8-B71C5BCF629D}" srcOrd="2" destOrd="0" presId="urn:microsoft.com/office/officeart/2005/8/layout/hierarchy2"/>
    <dgm:cxn modelId="{AC997D63-5A1B-4D8D-A880-65E143DEB103}" type="presParOf" srcId="{F772FC35-4E1D-4953-A0E8-B71C5BCF629D}" destId="{BCF22036-EE1E-45A7-A426-45A2375A133A}" srcOrd="0" destOrd="0" presId="urn:microsoft.com/office/officeart/2005/8/layout/hierarchy2"/>
    <dgm:cxn modelId="{934DDDA2-BC78-4C14-A0C7-A658EB4D46EF}" type="presParOf" srcId="{AEFD79B8-6CC6-4E24-B16D-0CEE3971E77D}" destId="{29314D46-4AA6-454E-9CCE-8CB423893521}" srcOrd="3" destOrd="0" presId="urn:microsoft.com/office/officeart/2005/8/layout/hierarchy2"/>
    <dgm:cxn modelId="{0A3825A0-139E-4C47-83A5-C9B0C817C07B}" type="presParOf" srcId="{29314D46-4AA6-454E-9CCE-8CB423893521}" destId="{6F5B77CA-C414-413B-A61B-64CD9D79735C}" srcOrd="0" destOrd="0" presId="urn:microsoft.com/office/officeart/2005/8/layout/hierarchy2"/>
    <dgm:cxn modelId="{A3AA5CC5-D8DE-492B-B400-FDBCF3AA3A52}" type="presParOf" srcId="{29314D46-4AA6-454E-9CCE-8CB423893521}" destId="{E57C2C4E-64A3-4C5A-8FF9-C109E51536A9}" srcOrd="1" destOrd="0" presId="urn:microsoft.com/office/officeart/2005/8/layout/hierarchy2"/>
    <dgm:cxn modelId="{0292F32E-3ECA-4FE9-977C-AD1822138AF6}" type="presParOf" srcId="{AEFD79B8-6CC6-4E24-B16D-0CEE3971E77D}" destId="{64FE7701-266C-4208-9864-C32A71128AAB}" srcOrd="4" destOrd="0" presId="urn:microsoft.com/office/officeart/2005/8/layout/hierarchy2"/>
    <dgm:cxn modelId="{14F755A4-25DE-41D7-B3A4-3A48C5F1D30D}" type="presParOf" srcId="{64FE7701-266C-4208-9864-C32A71128AAB}" destId="{A18D9BAB-F165-45C2-97C2-A64353BBCD7B}" srcOrd="0" destOrd="0" presId="urn:microsoft.com/office/officeart/2005/8/layout/hierarchy2"/>
    <dgm:cxn modelId="{806FB1D4-0DFC-46EE-952A-55FB9533E05D}" type="presParOf" srcId="{AEFD79B8-6CC6-4E24-B16D-0CEE3971E77D}" destId="{1897FA8C-2873-4CA0-A212-B3DDFC3DF1B9}" srcOrd="5" destOrd="0" presId="urn:microsoft.com/office/officeart/2005/8/layout/hierarchy2"/>
    <dgm:cxn modelId="{CD89F19C-3D52-452B-B4D7-D4CE7B6599C1}" type="presParOf" srcId="{1897FA8C-2873-4CA0-A212-B3DDFC3DF1B9}" destId="{9BBDC700-DA7A-4B1F-AD7A-C7AE80A3977F}" srcOrd="0" destOrd="0" presId="urn:microsoft.com/office/officeart/2005/8/layout/hierarchy2"/>
    <dgm:cxn modelId="{CDE39D53-74A3-4AB5-8929-3FF1EF947429}" type="presParOf" srcId="{1897FA8C-2873-4CA0-A212-B3DDFC3DF1B9}" destId="{5C43B1EC-BD0C-4667-B108-0566188C1F4C}" srcOrd="1" destOrd="0" presId="urn:microsoft.com/office/officeart/2005/8/layout/hierarchy2"/>
    <dgm:cxn modelId="{4A0765E1-1E5F-4F8F-B5DC-044D26C37F95}" type="presParOf" srcId="{AEFD79B8-6CC6-4E24-B16D-0CEE3971E77D}" destId="{BCFE87FB-EA1C-4EEA-B78A-BC12D6C81C83}" srcOrd="6" destOrd="0" presId="urn:microsoft.com/office/officeart/2005/8/layout/hierarchy2"/>
    <dgm:cxn modelId="{1D0DC68F-A150-4905-891F-F792B033CD09}" type="presParOf" srcId="{BCFE87FB-EA1C-4EEA-B78A-BC12D6C81C83}" destId="{B3FDC777-4DA7-4FD8-9AC9-A860E9F70F62}" srcOrd="0" destOrd="0" presId="urn:microsoft.com/office/officeart/2005/8/layout/hierarchy2"/>
    <dgm:cxn modelId="{3C747BCF-DA89-409D-93F6-B97B754177BE}" type="presParOf" srcId="{AEFD79B8-6CC6-4E24-B16D-0CEE3971E77D}" destId="{FE714497-40AF-4984-BC7C-94E518DA8FF7}" srcOrd="7" destOrd="0" presId="urn:microsoft.com/office/officeart/2005/8/layout/hierarchy2"/>
    <dgm:cxn modelId="{4E121FE0-9FE7-4F95-A624-2CB7E9E5D781}" type="presParOf" srcId="{FE714497-40AF-4984-BC7C-94E518DA8FF7}" destId="{F7FDC82E-6AA1-4C69-B6E8-D931FBEF21ED}" srcOrd="0" destOrd="0" presId="urn:microsoft.com/office/officeart/2005/8/layout/hierarchy2"/>
    <dgm:cxn modelId="{39572D66-7A91-4026-B34B-4B7D0E1CBB44}" type="presParOf" srcId="{FE714497-40AF-4984-BC7C-94E518DA8FF7}" destId="{84CFA868-4209-4D65-AD88-2D8A60D1C8BB}" srcOrd="1" destOrd="0" presId="urn:microsoft.com/office/officeart/2005/8/layout/hierarchy2"/>
  </dgm:cxnLst>
  <dgm:bg>
    <a:noFill/>
  </dgm:bg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C57BB84-147D-43E9-A1EE-73090EF20264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</dgm:pt>
    <dgm:pt modelId="{6A38176F-0FD0-4B60-8A24-053AF61DE71B}">
      <dgm:prSet phldrT="[文本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zh-CN" altLang="en-US" sz="1600" b="1" dirty="0">
              <a:solidFill>
                <a:srgbClr val="0070C0"/>
              </a:solidFill>
            </a:rPr>
            <a:t>治理体系和治理能力现代化</a:t>
          </a:r>
        </a:p>
      </dgm:t>
    </dgm:pt>
    <dgm:pt modelId="{4F17BE19-1F4E-46B0-B573-2950A6AA8F7D}" type="sibTrans" cxnId="{AF887B82-86AB-4F44-BAFC-76D24CF60A80}">
      <dgm:prSet/>
      <dgm:spPr/>
      <dgm:t>
        <a:bodyPr/>
        <a:lstStyle/>
        <a:p>
          <a:endParaRPr lang="zh-CN" altLang="en-US"/>
        </a:p>
      </dgm:t>
    </dgm:pt>
    <dgm:pt modelId="{FBBACC99-3CB7-44D7-8949-1FD0FA4F8001}" type="parTrans" cxnId="{AF887B82-86AB-4F44-BAFC-76D24CF60A80}">
      <dgm:prSet/>
      <dgm:spPr/>
      <dgm:t>
        <a:bodyPr/>
        <a:lstStyle/>
        <a:p>
          <a:endParaRPr lang="zh-CN" altLang="en-US"/>
        </a:p>
      </dgm:t>
    </dgm:pt>
    <dgm:pt modelId="{54F9D8B2-D4B5-418B-9AF7-3468D60D2A31}">
      <dgm:prSet phldrT="[文本]"/>
      <dgm:spPr/>
      <dgm:t>
        <a:bodyPr/>
        <a:lstStyle/>
        <a:p>
          <a:endParaRPr lang="zh-CN" altLang="en-US" dirty="0"/>
        </a:p>
      </dgm:t>
    </dgm:pt>
    <dgm:pt modelId="{930EF819-A650-4DA0-AECC-45BF0A104AB7}" type="sibTrans" cxnId="{4AC3BBA6-943F-405C-BB51-A85C78027FF8}">
      <dgm:prSet/>
      <dgm:spPr/>
      <dgm:t>
        <a:bodyPr/>
        <a:lstStyle/>
        <a:p>
          <a:endParaRPr lang="zh-CN" altLang="en-US"/>
        </a:p>
      </dgm:t>
    </dgm:pt>
    <dgm:pt modelId="{4E82C65F-AD10-4B14-ABC0-09FC0B3E4DCB}" type="parTrans" cxnId="{4AC3BBA6-943F-405C-BB51-A85C78027FF8}">
      <dgm:prSet/>
      <dgm:spPr/>
      <dgm:t>
        <a:bodyPr/>
        <a:lstStyle/>
        <a:p>
          <a:endParaRPr lang="zh-CN" altLang="en-US"/>
        </a:p>
      </dgm:t>
    </dgm:pt>
    <dgm:pt modelId="{E7E6C94F-F827-40D5-BFE8-5F2986F25AA8}" type="pres">
      <dgm:prSet presAssocID="{DC57BB84-147D-43E9-A1EE-73090EF20264}" presName="Name0" presStyleCnt="0">
        <dgm:presLayoutVars>
          <dgm:dir/>
          <dgm:resizeHandles val="exact"/>
        </dgm:presLayoutVars>
      </dgm:prSet>
      <dgm:spPr/>
    </dgm:pt>
    <dgm:pt modelId="{0D6CDEA6-4429-4A88-A39D-CA56C9306A06}" type="pres">
      <dgm:prSet presAssocID="{DC57BB84-147D-43E9-A1EE-73090EF20264}" presName="arrow" presStyleLbl="bgShp" presStyleIdx="0" presStyleCnt="1" custScaleY="53589" custLinFactNeighborX="524" custLinFactNeighborY="9633"/>
      <dgm:spPr/>
    </dgm:pt>
    <dgm:pt modelId="{F2C3CEFB-B6C7-4221-A8F1-DBC01EEE5C91}" type="pres">
      <dgm:prSet presAssocID="{DC57BB84-147D-43E9-A1EE-73090EF20264}" presName="points" presStyleCnt="0"/>
      <dgm:spPr/>
    </dgm:pt>
    <dgm:pt modelId="{E5F3D019-2EE7-42AA-AF2C-C56C45FAAF9D}" type="pres">
      <dgm:prSet presAssocID="{54F9D8B2-D4B5-418B-9AF7-3468D60D2A31}" presName="compositeA" presStyleCnt="0"/>
      <dgm:spPr/>
    </dgm:pt>
    <dgm:pt modelId="{BC811252-730F-44F3-B0C2-A8D856950FFF}" type="pres">
      <dgm:prSet presAssocID="{54F9D8B2-D4B5-418B-9AF7-3468D60D2A31}" presName="textA" presStyleLbl="revTx" presStyleIdx="0" presStyleCnt="2">
        <dgm:presLayoutVars>
          <dgm:bulletEnabled val="1"/>
        </dgm:presLayoutVars>
      </dgm:prSet>
      <dgm:spPr/>
    </dgm:pt>
    <dgm:pt modelId="{4458C0ED-C9AA-46B9-84F0-9E3BDA613B52}" type="pres">
      <dgm:prSet presAssocID="{54F9D8B2-D4B5-418B-9AF7-3468D60D2A31}" presName="circleA" presStyleLbl="node1" presStyleIdx="0" presStyleCnt="2"/>
      <dgm:spPr/>
    </dgm:pt>
    <dgm:pt modelId="{B70C0F87-17F3-4D1C-A97B-E4E125FE6296}" type="pres">
      <dgm:prSet presAssocID="{54F9D8B2-D4B5-418B-9AF7-3468D60D2A31}" presName="spaceA" presStyleCnt="0"/>
      <dgm:spPr/>
    </dgm:pt>
    <dgm:pt modelId="{9C7E746D-CDC5-4E74-A21D-2118E10EC968}" type="pres">
      <dgm:prSet presAssocID="{930EF819-A650-4DA0-AECC-45BF0A104AB7}" presName="space" presStyleCnt="0"/>
      <dgm:spPr/>
    </dgm:pt>
    <dgm:pt modelId="{F613E655-42A0-4128-BC95-610FB73BB435}" type="pres">
      <dgm:prSet presAssocID="{6A38176F-0FD0-4B60-8A24-053AF61DE71B}" presName="compositeB" presStyleCnt="0"/>
      <dgm:spPr/>
    </dgm:pt>
    <dgm:pt modelId="{B3D84426-4A2E-41B8-9885-F1D1C5F12080}" type="pres">
      <dgm:prSet presAssocID="{6A38176F-0FD0-4B60-8A24-053AF61DE71B}" presName="textB" presStyleLbl="revTx" presStyleIdx="1" presStyleCnt="2" custScaleX="210938" custScaleY="88383" custLinFactY="-41097" custLinFactNeighborX="-33650" custLinFactNeighborY="-100000">
        <dgm:presLayoutVars>
          <dgm:bulletEnabled val="1"/>
        </dgm:presLayoutVars>
      </dgm:prSet>
      <dgm:spPr/>
    </dgm:pt>
    <dgm:pt modelId="{D946A46C-EA6C-4801-BCEC-93180C59B0D8}" type="pres">
      <dgm:prSet presAssocID="{6A38176F-0FD0-4B60-8A24-053AF61DE71B}" presName="circleB" presStyleLbl="node1" presStyleIdx="1" presStyleCnt="2"/>
      <dgm:spPr/>
    </dgm:pt>
    <dgm:pt modelId="{D0F2CFF7-D332-4675-8E34-DBDBF28E458D}" type="pres">
      <dgm:prSet presAssocID="{6A38176F-0FD0-4B60-8A24-053AF61DE71B}" presName="spaceB" presStyleCnt="0"/>
      <dgm:spPr/>
    </dgm:pt>
  </dgm:ptLst>
  <dgm:cxnLst>
    <dgm:cxn modelId="{AF887B82-86AB-4F44-BAFC-76D24CF60A80}" srcId="{DC57BB84-147D-43E9-A1EE-73090EF20264}" destId="{6A38176F-0FD0-4B60-8A24-053AF61DE71B}" srcOrd="1" destOrd="0" parTransId="{FBBACC99-3CB7-44D7-8949-1FD0FA4F8001}" sibTransId="{4F17BE19-1F4E-46B0-B573-2950A6AA8F7D}"/>
    <dgm:cxn modelId="{4AC3BBA6-943F-405C-BB51-A85C78027FF8}" srcId="{DC57BB84-147D-43E9-A1EE-73090EF20264}" destId="{54F9D8B2-D4B5-418B-9AF7-3468D60D2A31}" srcOrd="0" destOrd="0" parTransId="{4E82C65F-AD10-4B14-ABC0-09FC0B3E4DCB}" sibTransId="{930EF819-A650-4DA0-AECC-45BF0A104AB7}"/>
    <dgm:cxn modelId="{9342ACCB-364E-4528-8CA3-5EBA1606F886}" type="presOf" srcId="{6A38176F-0FD0-4B60-8A24-053AF61DE71B}" destId="{B3D84426-4A2E-41B8-9885-F1D1C5F12080}" srcOrd="0" destOrd="0" presId="urn:microsoft.com/office/officeart/2005/8/layout/hProcess11"/>
    <dgm:cxn modelId="{8C6D50DE-BF91-4B77-BC8E-098D078B3624}" type="presOf" srcId="{DC57BB84-147D-43E9-A1EE-73090EF20264}" destId="{E7E6C94F-F827-40D5-BFE8-5F2986F25AA8}" srcOrd="0" destOrd="0" presId="urn:microsoft.com/office/officeart/2005/8/layout/hProcess11"/>
    <dgm:cxn modelId="{9E18CDF7-0502-4AA2-8F20-FE283C7F7091}" type="presOf" srcId="{54F9D8B2-D4B5-418B-9AF7-3468D60D2A31}" destId="{BC811252-730F-44F3-B0C2-A8D856950FFF}" srcOrd="0" destOrd="0" presId="urn:microsoft.com/office/officeart/2005/8/layout/hProcess11"/>
    <dgm:cxn modelId="{BEE2F4C1-0C5C-4F60-934F-086657FA4BB4}" type="presParOf" srcId="{E7E6C94F-F827-40D5-BFE8-5F2986F25AA8}" destId="{0D6CDEA6-4429-4A88-A39D-CA56C9306A06}" srcOrd="0" destOrd="0" presId="urn:microsoft.com/office/officeart/2005/8/layout/hProcess11"/>
    <dgm:cxn modelId="{1589BEB0-EBC5-4F99-89E0-90913366AF69}" type="presParOf" srcId="{E7E6C94F-F827-40D5-BFE8-5F2986F25AA8}" destId="{F2C3CEFB-B6C7-4221-A8F1-DBC01EEE5C91}" srcOrd="1" destOrd="0" presId="urn:microsoft.com/office/officeart/2005/8/layout/hProcess11"/>
    <dgm:cxn modelId="{74AA1DD0-D0D0-42D2-A35E-9B509DE24DFE}" type="presParOf" srcId="{F2C3CEFB-B6C7-4221-A8F1-DBC01EEE5C91}" destId="{E5F3D019-2EE7-42AA-AF2C-C56C45FAAF9D}" srcOrd="0" destOrd="0" presId="urn:microsoft.com/office/officeart/2005/8/layout/hProcess11"/>
    <dgm:cxn modelId="{754FB33B-1084-4077-B6E0-3A11D637E86A}" type="presParOf" srcId="{E5F3D019-2EE7-42AA-AF2C-C56C45FAAF9D}" destId="{BC811252-730F-44F3-B0C2-A8D856950FFF}" srcOrd="0" destOrd="0" presId="urn:microsoft.com/office/officeart/2005/8/layout/hProcess11"/>
    <dgm:cxn modelId="{792A496E-D709-4648-B94B-A290F2441D63}" type="presParOf" srcId="{E5F3D019-2EE7-42AA-AF2C-C56C45FAAF9D}" destId="{4458C0ED-C9AA-46B9-84F0-9E3BDA613B52}" srcOrd="1" destOrd="0" presId="urn:microsoft.com/office/officeart/2005/8/layout/hProcess11"/>
    <dgm:cxn modelId="{7D4D362A-781E-42BC-8E73-68540B4B63E3}" type="presParOf" srcId="{E5F3D019-2EE7-42AA-AF2C-C56C45FAAF9D}" destId="{B70C0F87-17F3-4D1C-A97B-E4E125FE6296}" srcOrd="2" destOrd="0" presId="urn:microsoft.com/office/officeart/2005/8/layout/hProcess11"/>
    <dgm:cxn modelId="{797DA90D-1D03-4A48-A764-BFF0794B243A}" type="presParOf" srcId="{F2C3CEFB-B6C7-4221-A8F1-DBC01EEE5C91}" destId="{9C7E746D-CDC5-4E74-A21D-2118E10EC968}" srcOrd="1" destOrd="0" presId="urn:microsoft.com/office/officeart/2005/8/layout/hProcess11"/>
    <dgm:cxn modelId="{335081DD-75F7-45E8-BBE7-3F9A6B8FA45D}" type="presParOf" srcId="{F2C3CEFB-B6C7-4221-A8F1-DBC01EEE5C91}" destId="{F613E655-42A0-4128-BC95-610FB73BB435}" srcOrd="2" destOrd="0" presId="urn:microsoft.com/office/officeart/2005/8/layout/hProcess11"/>
    <dgm:cxn modelId="{AD1E94D2-81CC-4219-A0DB-E0D77CD7CC84}" type="presParOf" srcId="{F613E655-42A0-4128-BC95-610FB73BB435}" destId="{B3D84426-4A2E-41B8-9885-F1D1C5F12080}" srcOrd="0" destOrd="0" presId="urn:microsoft.com/office/officeart/2005/8/layout/hProcess11"/>
    <dgm:cxn modelId="{A91A72B4-F9BD-400E-8AFE-279D626C8723}" type="presParOf" srcId="{F613E655-42A0-4128-BC95-610FB73BB435}" destId="{D946A46C-EA6C-4801-BCEC-93180C59B0D8}" srcOrd="1" destOrd="0" presId="urn:microsoft.com/office/officeart/2005/8/layout/hProcess11"/>
    <dgm:cxn modelId="{1F603A1B-165D-4490-809A-07C113E27E48}" type="presParOf" srcId="{F613E655-42A0-4128-BC95-610FB73BB435}" destId="{D0F2CFF7-D332-4675-8E34-DBDBF28E458D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2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C485A0D-61B7-499F-997D-AEB8E91BEE3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CDCF8ECB-8183-446D-8F9B-35271396BCEC}">
      <dgm:prSet phldrT="[文本]"/>
      <dgm:spPr/>
      <dgm:t>
        <a:bodyPr/>
        <a:lstStyle/>
        <a:p>
          <a:r>
            <a:rPr lang="zh-CN" altLang="en-US" dirty="0"/>
            <a:t>宪法为核心的中国特色社会主义法律体系</a:t>
          </a:r>
        </a:p>
      </dgm:t>
    </dgm:pt>
    <dgm:pt modelId="{C8A0B7C1-D97C-48EC-BC9D-566991BD2B60}">
      <dgm:prSet phldrT="[文本]"/>
      <dgm:spPr/>
      <dgm:t>
        <a:bodyPr/>
        <a:lstStyle/>
        <a:p>
          <a:r>
            <a:rPr lang="zh-CN" altLang="en-US" dirty="0"/>
            <a:t>德治与法治</a:t>
          </a:r>
        </a:p>
      </dgm:t>
    </dgm:pt>
    <dgm:pt modelId="{EBA33F2F-AE5F-4AD5-9EA7-DE6220099E3E}" type="sibTrans" cxnId="{13801F41-CB38-4412-9F06-FF3E80E671E1}">
      <dgm:prSet/>
      <dgm:spPr/>
      <dgm:t>
        <a:bodyPr/>
        <a:lstStyle/>
        <a:p>
          <a:endParaRPr lang="zh-CN" altLang="en-US"/>
        </a:p>
      </dgm:t>
    </dgm:pt>
    <dgm:pt modelId="{70AB2D1A-0300-4C0A-9113-36A9246FCB67}" type="parTrans" cxnId="{13801F41-CB38-4412-9F06-FF3E80E671E1}">
      <dgm:prSet/>
      <dgm:spPr/>
      <dgm:t>
        <a:bodyPr/>
        <a:lstStyle/>
        <a:p>
          <a:endParaRPr lang="zh-CN" altLang="en-US"/>
        </a:p>
      </dgm:t>
    </dgm:pt>
    <dgm:pt modelId="{61737F5F-C027-4F5C-9B82-DB84F417FD8D}">
      <dgm:prSet phldrT="[文本]"/>
      <dgm:spPr/>
      <dgm:t>
        <a:bodyPr/>
        <a:lstStyle/>
        <a:p>
          <a:r>
            <a:rPr lang="zh-CN" altLang="en-US" dirty="0"/>
            <a:t>国家机关：立法、行政、司法</a:t>
          </a:r>
        </a:p>
      </dgm:t>
    </dgm:pt>
    <dgm:pt modelId="{3E971BCF-55BA-4741-BC76-7FA9357D2D9D}">
      <dgm:prSet phldrT="[文本]"/>
      <dgm:spPr/>
      <dgm:t>
        <a:bodyPr/>
        <a:lstStyle/>
        <a:p>
          <a:r>
            <a:rPr lang="zh-CN" altLang="en-US" dirty="0"/>
            <a:t>公众：知参表监</a:t>
          </a:r>
        </a:p>
      </dgm:t>
    </dgm:pt>
    <dgm:pt modelId="{57376A46-B5A0-4D67-A782-0B656439E449}">
      <dgm:prSet phldrT="[文本]"/>
      <dgm:spPr/>
      <dgm:t>
        <a:bodyPr/>
        <a:lstStyle/>
        <a:p>
          <a:r>
            <a:rPr lang="zh-CN" altLang="en-US" dirty="0"/>
            <a:t>权利</a:t>
          </a:r>
          <a:r>
            <a:rPr lang="en-US" altLang="zh-CN" dirty="0"/>
            <a:t>/</a:t>
          </a:r>
          <a:r>
            <a:rPr lang="zh-CN" altLang="en-US" dirty="0"/>
            <a:t>力</a:t>
          </a:r>
        </a:p>
      </dgm:t>
    </dgm:pt>
    <dgm:pt modelId="{C7A9F891-8F2B-4F18-BE6A-78C582A415C5}" type="sibTrans" cxnId="{8099F61A-0102-453B-A788-844C9B436FBE}">
      <dgm:prSet/>
      <dgm:spPr/>
      <dgm:t>
        <a:bodyPr/>
        <a:lstStyle/>
        <a:p>
          <a:endParaRPr lang="zh-CN" altLang="en-US"/>
        </a:p>
      </dgm:t>
    </dgm:pt>
    <dgm:pt modelId="{7A0A6567-A05B-4E00-9A14-FE84BD36E997}" type="parTrans" cxnId="{8099F61A-0102-453B-A788-844C9B436FBE}">
      <dgm:prSet/>
      <dgm:spPr/>
      <dgm:t>
        <a:bodyPr/>
        <a:lstStyle/>
        <a:p>
          <a:endParaRPr lang="zh-CN" altLang="en-US"/>
        </a:p>
      </dgm:t>
    </dgm:pt>
    <dgm:pt modelId="{3B099500-AD1B-4A9A-A8C0-E5DDDC3BFBD3}" type="sibTrans" cxnId="{E4A56877-1640-4E86-8A5F-8D04DB19D468}">
      <dgm:prSet/>
      <dgm:spPr/>
      <dgm:t>
        <a:bodyPr/>
        <a:lstStyle/>
        <a:p>
          <a:endParaRPr lang="zh-CN" altLang="en-US"/>
        </a:p>
      </dgm:t>
    </dgm:pt>
    <dgm:pt modelId="{26677E14-1255-4180-84C3-2113112A8C01}" type="parTrans" cxnId="{E4A56877-1640-4E86-8A5F-8D04DB19D468}">
      <dgm:prSet/>
      <dgm:spPr/>
      <dgm:t>
        <a:bodyPr/>
        <a:lstStyle/>
        <a:p>
          <a:endParaRPr lang="zh-CN" altLang="en-US"/>
        </a:p>
      </dgm:t>
    </dgm:pt>
    <dgm:pt modelId="{016B2694-AA68-4337-A421-AF91A6A55024}">
      <dgm:prSet phldrT="[文本]"/>
      <dgm:spPr/>
      <dgm:t>
        <a:bodyPr/>
        <a:lstStyle/>
        <a:p>
          <a:r>
            <a:rPr lang="zh-CN" altLang="en-US"/>
            <a:t>全过程人民民主</a:t>
          </a:r>
          <a:endParaRPr lang="zh-CN" altLang="en-US" dirty="0"/>
        </a:p>
      </dgm:t>
    </dgm:pt>
    <dgm:pt modelId="{A426FF63-E784-427B-89FB-9E75880E04A2}" type="sibTrans" cxnId="{821D68C9-718F-42B5-9F25-F16D74816BF4}">
      <dgm:prSet/>
      <dgm:spPr/>
      <dgm:t>
        <a:bodyPr/>
        <a:lstStyle/>
        <a:p>
          <a:endParaRPr lang="zh-CN" altLang="en-US"/>
        </a:p>
      </dgm:t>
    </dgm:pt>
    <dgm:pt modelId="{A854D370-7AB0-4932-8E93-8479A8C34014}" type="parTrans" cxnId="{821D68C9-718F-42B5-9F25-F16D74816BF4}">
      <dgm:prSet/>
      <dgm:spPr/>
      <dgm:t>
        <a:bodyPr/>
        <a:lstStyle/>
        <a:p>
          <a:endParaRPr lang="zh-CN" altLang="en-US"/>
        </a:p>
      </dgm:t>
    </dgm:pt>
    <dgm:pt modelId="{6B225DD5-653B-4A6C-ADC2-BCABE866908C}" type="sibTrans" cxnId="{254056D4-01A1-4CFD-B3D2-67784E978EB2}">
      <dgm:prSet/>
      <dgm:spPr/>
      <dgm:t>
        <a:bodyPr/>
        <a:lstStyle/>
        <a:p>
          <a:endParaRPr lang="zh-CN" altLang="en-US"/>
        </a:p>
      </dgm:t>
    </dgm:pt>
    <dgm:pt modelId="{78A206F5-96DC-49A5-ADE7-D248C52279B9}" type="parTrans" cxnId="{254056D4-01A1-4CFD-B3D2-67784E978EB2}">
      <dgm:prSet/>
      <dgm:spPr/>
      <dgm:t>
        <a:bodyPr/>
        <a:lstStyle/>
        <a:p>
          <a:endParaRPr lang="zh-CN" altLang="en-US"/>
        </a:p>
      </dgm:t>
    </dgm:pt>
    <dgm:pt modelId="{8A4B5086-E345-4B58-B084-1E9B529B928E}" type="sibTrans" cxnId="{BB8D8242-71C8-4BB8-A891-A8D0AD46895A}">
      <dgm:prSet/>
      <dgm:spPr/>
      <dgm:t>
        <a:bodyPr/>
        <a:lstStyle/>
        <a:p>
          <a:endParaRPr lang="zh-CN" altLang="en-US"/>
        </a:p>
      </dgm:t>
    </dgm:pt>
    <dgm:pt modelId="{F5890254-A307-4107-B6BE-4757A8F3FD39}" type="parTrans" cxnId="{BB8D8242-71C8-4BB8-A891-A8D0AD46895A}">
      <dgm:prSet/>
      <dgm:spPr/>
      <dgm:t>
        <a:bodyPr/>
        <a:lstStyle/>
        <a:p>
          <a:endParaRPr lang="zh-CN" altLang="en-US"/>
        </a:p>
      </dgm:t>
    </dgm:pt>
    <dgm:pt modelId="{9DAE36F9-F365-4041-B149-17F80CAD14A8}" type="pres">
      <dgm:prSet presAssocID="{0C485A0D-61B7-499F-997D-AEB8E91BEE3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2038654-57F2-4D5D-8A70-FFFD657C32D6}" type="pres">
      <dgm:prSet presAssocID="{016B2694-AA68-4337-A421-AF91A6A55024}" presName="hierRoot1" presStyleCnt="0"/>
      <dgm:spPr/>
    </dgm:pt>
    <dgm:pt modelId="{1959BFBA-A7B2-4B8D-8C8E-2588572D67FD}" type="pres">
      <dgm:prSet presAssocID="{016B2694-AA68-4337-A421-AF91A6A55024}" presName="composite" presStyleCnt="0"/>
      <dgm:spPr/>
    </dgm:pt>
    <dgm:pt modelId="{6852D3C5-BC50-409B-8E37-5D4367430869}" type="pres">
      <dgm:prSet presAssocID="{016B2694-AA68-4337-A421-AF91A6A55024}" presName="background" presStyleLbl="node0" presStyleIdx="0" presStyleCnt="1"/>
      <dgm:spPr/>
    </dgm:pt>
    <dgm:pt modelId="{23D12948-7F9D-4DA1-8D2F-B386D868F2AF}" type="pres">
      <dgm:prSet presAssocID="{016B2694-AA68-4337-A421-AF91A6A55024}" presName="text" presStyleLbl="fgAcc0" presStyleIdx="0" presStyleCnt="1" custScaleX="144105">
        <dgm:presLayoutVars>
          <dgm:chPref val="3"/>
        </dgm:presLayoutVars>
      </dgm:prSet>
      <dgm:spPr/>
    </dgm:pt>
    <dgm:pt modelId="{9BD416C9-94BB-45C8-ACD1-1570DC0F0E89}" type="pres">
      <dgm:prSet presAssocID="{016B2694-AA68-4337-A421-AF91A6A55024}" presName="hierChild2" presStyleCnt="0"/>
      <dgm:spPr/>
    </dgm:pt>
    <dgm:pt modelId="{F2E824F0-04A5-4C72-ACEC-3529F4676913}" type="pres">
      <dgm:prSet presAssocID="{F5890254-A307-4107-B6BE-4757A8F3FD39}" presName="Name10" presStyleLbl="parChTrans1D2" presStyleIdx="0" presStyleCnt="2"/>
      <dgm:spPr/>
    </dgm:pt>
    <dgm:pt modelId="{53E89B21-CFBC-4CC1-9380-6BC897F92092}" type="pres">
      <dgm:prSet presAssocID="{57376A46-B5A0-4D67-A782-0B656439E449}" presName="hierRoot2" presStyleCnt="0"/>
      <dgm:spPr/>
    </dgm:pt>
    <dgm:pt modelId="{4F561AEE-3D33-4284-94B8-AF2CBCCC8DA0}" type="pres">
      <dgm:prSet presAssocID="{57376A46-B5A0-4D67-A782-0B656439E449}" presName="composite2" presStyleCnt="0"/>
      <dgm:spPr/>
    </dgm:pt>
    <dgm:pt modelId="{B2BE7938-24AC-4F8C-B721-8D25021A599A}" type="pres">
      <dgm:prSet presAssocID="{57376A46-B5A0-4D67-A782-0B656439E449}" presName="background2" presStyleLbl="node2" presStyleIdx="0" presStyleCnt="2"/>
      <dgm:spPr/>
    </dgm:pt>
    <dgm:pt modelId="{19AEF6B2-058C-4F55-AAD4-BC14BBB41104}" type="pres">
      <dgm:prSet presAssocID="{57376A46-B5A0-4D67-A782-0B656439E449}" presName="text2" presStyleLbl="fgAcc2" presStyleIdx="0" presStyleCnt="2">
        <dgm:presLayoutVars>
          <dgm:chPref val="3"/>
        </dgm:presLayoutVars>
      </dgm:prSet>
      <dgm:spPr/>
    </dgm:pt>
    <dgm:pt modelId="{CFE3DBF9-3430-49ED-98BD-80C7CCF0E62D}" type="pres">
      <dgm:prSet presAssocID="{57376A46-B5A0-4D67-A782-0B656439E449}" presName="hierChild3" presStyleCnt="0"/>
      <dgm:spPr/>
    </dgm:pt>
    <dgm:pt modelId="{FEEC02EE-3321-4B50-8F84-72465621711F}" type="pres">
      <dgm:prSet presAssocID="{26677E14-1255-4180-84C3-2113112A8C01}" presName="Name17" presStyleLbl="parChTrans1D3" presStyleIdx="0" presStyleCnt="3"/>
      <dgm:spPr/>
    </dgm:pt>
    <dgm:pt modelId="{00D6E958-DBE4-46AA-9F06-C53D390006BA}" type="pres">
      <dgm:prSet presAssocID="{3E971BCF-55BA-4741-BC76-7FA9357D2D9D}" presName="hierRoot3" presStyleCnt="0"/>
      <dgm:spPr/>
    </dgm:pt>
    <dgm:pt modelId="{F906F70E-FE9C-44B5-9315-4AA46CB94B5F}" type="pres">
      <dgm:prSet presAssocID="{3E971BCF-55BA-4741-BC76-7FA9357D2D9D}" presName="composite3" presStyleCnt="0"/>
      <dgm:spPr/>
    </dgm:pt>
    <dgm:pt modelId="{BD35B7CB-600C-4CC3-BA97-EA15322FB4E3}" type="pres">
      <dgm:prSet presAssocID="{3E971BCF-55BA-4741-BC76-7FA9357D2D9D}" presName="background3" presStyleLbl="node3" presStyleIdx="0" presStyleCnt="3"/>
      <dgm:spPr/>
    </dgm:pt>
    <dgm:pt modelId="{C8702776-ECF6-4F90-B6A6-DA8C0964439D}" type="pres">
      <dgm:prSet presAssocID="{3E971BCF-55BA-4741-BC76-7FA9357D2D9D}" presName="text3" presStyleLbl="fgAcc3" presStyleIdx="0" presStyleCnt="3" custScaleX="73342">
        <dgm:presLayoutVars>
          <dgm:chPref val="3"/>
        </dgm:presLayoutVars>
      </dgm:prSet>
      <dgm:spPr/>
    </dgm:pt>
    <dgm:pt modelId="{616012E0-E965-4C9E-BF02-0BB33B1845B8}" type="pres">
      <dgm:prSet presAssocID="{3E971BCF-55BA-4741-BC76-7FA9357D2D9D}" presName="hierChild4" presStyleCnt="0"/>
      <dgm:spPr/>
    </dgm:pt>
    <dgm:pt modelId="{E5C10988-A62F-4DB1-8426-9B745877E535}" type="pres">
      <dgm:prSet presAssocID="{7A0A6567-A05B-4E00-9A14-FE84BD36E997}" presName="Name17" presStyleLbl="parChTrans1D3" presStyleIdx="1" presStyleCnt="3"/>
      <dgm:spPr/>
    </dgm:pt>
    <dgm:pt modelId="{C4C4C5B3-B769-4B5A-930F-4A47F2579205}" type="pres">
      <dgm:prSet presAssocID="{61737F5F-C027-4F5C-9B82-DB84F417FD8D}" presName="hierRoot3" presStyleCnt="0"/>
      <dgm:spPr/>
    </dgm:pt>
    <dgm:pt modelId="{31FD8D11-111B-475B-960A-F2326135ADE4}" type="pres">
      <dgm:prSet presAssocID="{61737F5F-C027-4F5C-9B82-DB84F417FD8D}" presName="composite3" presStyleCnt="0"/>
      <dgm:spPr/>
    </dgm:pt>
    <dgm:pt modelId="{8DF3ED35-6E43-4F23-8941-7AAC99C2B7F0}" type="pres">
      <dgm:prSet presAssocID="{61737F5F-C027-4F5C-9B82-DB84F417FD8D}" presName="background3" presStyleLbl="node3" presStyleIdx="1" presStyleCnt="3"/>
      <dgm:spPr/>
    </dgm:pt>
    <dgm:pt modelId="{A37CFAAC-940D-48A3-8A56-37148113792D}" type="pres">
      <dgm:prSet presAssocID="{61737F5F-C027-4F5C-9B82-DB84F417FD8D}" presName="text3" presStyleLbl="fgAcc3" presStyleIdx="1" presStyleCnt="3" custScaleX="120362">
        <dgm:presLayoutVars>
          <dgm:chPref val="3"/>
        </dgm:presLayoutVars>
      </dgm:prSet>
      <dgm:spPr/>
    </dgm:pt>
    <dgm:pt modelId="{F5CB993C-C5A1-443A-9EBE-2C9548FAD65C}" type="pres">
      <dgm:prSet presAssocID="{61737F5F-C027-4F5C-9B82-DB84F417FD8D}" presName="hierChild4" presStyleCnt="0"/>
      <dgm:spPr/>
    </dgm:pt>
    <dgm:pt modelId="{EA5AE04C-9C34-4C29-9FE2-267696C8FB28}" type="pres">
      <dgm:prSet presAssocID="{78A206F5-96DC-49A5-ADE7-D248C52279B9}" presName="Name10" presStyleLbl="parChTrans1D2" presStyleIdx="1" presStyleCnt="2"/>
      <dgm:spPr/>
    </dgm:pt>
    <dgm:pt modelId="{AE1EB768-CAC3-4A62-8AD1-8955CB24D9BF}" type="pres">
      <dgm:prSet presAssocID="{C8A0B7C1-D97C-48EC-BC9D-566991BD2B60}" presName="hierRoot2" presStyleCnt="0"/>
      <dgm:spPr/>
    </dgm:pt>
    <dgm:pt modelId="{ED105251-2CD7-4BC1-97E8-26B1F75450A4}" type="pres">
      <dgm:prSet presAssocID="{C8A0B7C1-D97C-48EC-BC9D-566991BD2B60}" presName="composite2" presStyleCnt="0"/>
      <dgm:spPr/>
    </dgm:pt>
    <dgm:pt modelId="{26C39DC8-50E0-455C-871F-AB582AE8C75B}" type="pres">
      <dgm:prSet presAssocID="{C8A0B7C1-D97C-48EC-BC9D-566991BD2B60}" presName="background2" presStyleLbl="node2" presStyleIdx="1" presStyleCnt="2"/>
      <dgm:spPr/>
    </dgm:pt>
    <dgm:pt modelId="{D7741332-D37B-4730-898B-C8733D6FB9D2}" type="pres">
      <dgm:prSet presAssocID="{C8A0B7C1-D97C-48EC-BC9D-566991BD2B60}" presName="text2" presStyleLbl="fgAcc2" presStyleIdx="1" presStyleCnt="2">
        <dgm:presLayoutVars>
          <dgm:chPref val="3"/>
        </dgm:presLayoutVars>
      </dgm:prSet>
      <dgm:spPr/>
    </dgm:pt>
    <dgm:pt modelId="{C9867CC0-92D2-47D8-8A8C-6F10712EB29C}" type="pres">
      <dgm:prSet presAssocID="{C8A0B7C1-D97C-48EC-BC9D-566991BD2B60}" presName="hierChild3" presStyleCnt="0"/>
      <dgm:spPr/>
    </dgm:pt>
    <dgm:pt modelId="{23D91D26-8E3E-4A12-A82D-95E307B3242A}" type="pres">
      <dgm:prSet presAssocID="{70AB2D1A-0300-4C0A-9113-36A9246FCB67}" presName="Name17" presStyleLbl="parChTrans1D3" presStyleIdx="2" presStyleCnt="3"/>
      <dgm:spPr/>
    </dgm:pt>
    <dgm:pt modelId="{2BA7BAE0-9696-4EAE-88F9-2B5897508E93}" type="pres">
      <dgm:prSet presAssocID="{CDCF8ECB-8183-446D-8F9B-35271396BCEC}" presName="hierRoot3" presStyleCnt="0"/>
      <dgm:spPr/>
    </dgm:pt>
    <dgm:pt modelId="{A3A23F4A-0099-4A63-9B2A-00466B7CC3B5}" type="pres">
      <dgm:prSet presAssocID="{CDCF8ECB-8183-446D-8F9B-35271396BCEC}" presName="composite3" presStyleCnt="0"/>
      <dgm:spPr/>
    </dgm:pt>
    <dgm:pt modelId="{44D18DDB-B372-48BD-8BE7-B09F895DD4A1}" type="pres">
      <dgm:prSet presAssocID="{CDCF8ECB-8183-446D-8F9B-35271396BCEC}" presName="background3" presStyleLbl="node3" presStyleIdx="2" presStyleCnt="3"/>
      <dgm:spPr/>
    </dgm:pt>
    <dgm:pt modelId="{6D4E37EF-EE19-4705-A908-9BC8E05ECE5B}" type="pres">
      <dgm:prSet presAssocID="{CDCF8ECB-8183-446D-8F9B-35271396BCEC}" presName="text3" presStyleLbl="fgAcc3" presStyleIdx="2" presStyleCnt="3" custScaleX="160319">
        <dgm:presLayoutVars>
          <dgm:chPref val="3"/>
        </dgm:presLayoutVars>
      </dgm:prSet>
      <dgm:spPr/>
    </dgm:pt>
    <dgm:pt modelId="{C1140D94-D9CA-4384-91B4-5C18E71BBC66}" type="pres">
      <dgm:prSet presAssocID="{CDCF8ECB-8183-446D-8F9B-35271396BCEC}" presName="hierChild4" presStyleCnt="0"/>
      <dgm:spPr/>
    </dgm:pt>
  </dgm:ptLst>
  <dgm:cxnLst>
    <dgm:cxn modelId="{BAD88F18-6713-4250-AF80-3E16880C91D8}" type="presOf" srcId="{C8A0B7C1-D97C-48EC-BC9D-566991BD2B60}" destId="{D7741332-D37B-4730-898B-C8733D6FB9D2}" srcOrd="0" destOrd="0" presId="urn:microsoft.com/office/officeart/2005/8/layout/hierarchy1"/>
    <dgm:cxn modelId="{8099F61A-0102-453B-A788-844C9B436FBE}" srcId="{57376A46-B5A0-4D67-A782-0B656439E449}" destId="{61737F5F-C027-4F5C-9B82-DB84F417FD8D}" srcOrd="1" destOrd="0" parTransId="{7A0A6567-A05B-4E00-9A14-FE84BD36E997}" sibTransId="{C7A9F891-8F2B-4F18-BE6A-78C582A415C5}"/>
    <dgm:cxn modelId="{B419AD5B-D6C6-42D9-89D7-FBBDB3E91152}" type="presOf" srcId="{7A0A6567-A05B-4E00-9A14-FE84BD36E997}" destId="{E5C10988-A62F-4DB1-8426-9B745877E535}" srcOrd="0" destOrd="0" presId="urn:microsoft.com/office/officeart/2005/8/layout/hierarchy1"/>
    <dgm:cxn modelId="{5A9A825F-EEFD-49C8-A525-67D8025B53EE}" type="presOf" srcId="{26677E14-1255-4180-84C3-2113112A8C01}" destId="{FEEC02EE-3321-4B50-8F84-72465621711F}" srcOrd="0" destOrd="0" presId="urn:microsoft.com/office/officeart/2005/8/layout/hierarchy1"/>
    <dgm:cxn modelId="{13801F41-CB38-4412-9F06-FF3E80E671E1}" srcId="{C8A0B7C1-D97C-48EC-BC9D-566991BD2B60}" destId="{CDCF8ECB-8183-446D-8F9B-35271396BCEC}" srcOrd="0" destOrd="0" parTransId="{70AB2D1A-0300-4C0A-9113-36A9246FCB67}" sibTransId="{EBA33F2F-AE5F-4AD5-9EA7-DE6220099E3E}"/>
    <dgm:cxn modelId="{BB8D8242-71C8-4BB8-A891-A8D0AD46895A}" srcId="{016B2694-AA68-4337-A421-AF91A6A55024}" destId="{57376A46-B5A0-4D67-A782-0B656439E449}" srcOrd="0" destOrd="0" parTransId="{F5890254-A307-4107-B6BE-4757A8F3FD39}" sibTransId="{8A4B5086-E345-4B58-B084-1E9B529B928E}"/>
    <dgm:cxn modelId="{59A73969-4A78-4D31-9D7F-4AE7A407F726}" type="presOf" srcId="{0C485A0D-61B7-499F-997D-AEB8E91BEE34}" destId="{9DAE36F9-F365-4041-B149-17F80CAD14A8}" srcOrd="0" destOrd="0" presId="urn:microsoft.com/office/officeart/2005/8/layout/hierarchy1"/>
    <dgm:cxn modelId="{E4A56877-1640-4E86-8A5F-8D04DB19D468}" srcId="{57376A46-B5A0-4D67-A782-0B656439E449}" destId="{3E971BCF-55BA-4741-BC76-7FA9357D2D9D}" srcOrd="0" destOrd="0" parTransId="{26677E14-1255-4180-84C3-2113112A8C01}" sibTransId="{3B099500-AD1B-4A9A-A8C0-E5DDDC3BFBD3}"/>
    <dgm:cxn modelId="{113F9380-F506-4EE7-B8CC-1FC70392A668}" type="presOf" srcId="{3E971BCF-55BA-4741-BC76-7FA9357D2D9D}" destId="{C8702776-ECF6-4F90-B6A6-DA8C0964439D}" srcOrd="0" destOrd="0" presId="urn:microsoft.com/office/officeart/2005/8/layout/hierarchy1"/>
    <dgm:cxn modelId="{11893B85-3280-4507-8A98-C5F616D2D931}" type="presOf" srcId="{78A206F5-96DC-49A5-ADE7-D248C52279B9}" destId="{EA5AE04C-9C34-4C29-9FE2-267696C8FB28}" srcOrd="0" destOrd="0" presId="urn:microsoft.com/office/officeart/2005/8/layout/hierarchy1"/>
    <dgm:cxn modelId="{6A1A618D-BA7E-4B92-B266-E94536E3C5B4}" type="presOf" srcId="{70AB2D1A-0300-4C0A-9113-36A9246FCB67}" destId="{23D91D26-8E3E-4A12-A82D-95E307B3242A}" srcOrd="0" destOrd="0" presId="urn:microsoft.com/office/officeart/2005/8/layout/hierarchy1"/>
    <dgm:cxn modelId="{B58F15A5-DC0C-4A01-89C5-B34EC869743C}" type="presOf" srcId="{F5890254-A307-4107-B6BE-4757A8F3FD39}" destId="{F2E824F0-04A5-4C72-ACEC-3529F4676913}" srcOrd="0" destOrd="0" presId="urn:microsoft.com/office/officeart/2005/8/layout/hierarchy1"/>
    <dgm:cxn modelId="{821D68C9-718F-42B5-9F25-F16D74816BF4}" srcId="{0C485A0D-61B7-499F-997D-AEB8E91BEE34}" destId="{016B2694-AA68-4337-A421-AF91A6A55024}" srcOrd="0" destOrd="0" parTransId="{A854D370-7AB0-4932-8E93-8479A8C34014}" sibTransId="{A426FF63-E784-427B-89FB-9E75880E04A2}"/>
    <dgm:cxn modelId="{C63223CD-51F0-4D4A-BB24-AA374BF29E86}" type="presOf" srcId="{016B2694-AA68-4337-A421-AF91A6A55024}" destId="{23D12948-7F9D-4DA1-8D2F-B386D868F2AF}" srcOrd="0" destOrd="0" presId="urn:microsoft.com/office/officeart/2005/8/layout/hierarchy1"/>
    <dgm:cxn modelId="{254056D4-01A1-4CFD-B3D2-67784E978EB2}" srcId="{016B2694-AA68-4337-A421-AF91A6A55024}" destId="{C8A0B7C1-D97C-48EC-BC9D-566991BD2B60}" srcOrd="1" destOrd="0" parTransId="{78A206F5-96DC-49A5-ADE7-D248C52279B9}" sibTransId="{6B225DD5-653B-4A6C-ADC2-BCABE866908C}"/>
    <dgm:cxn modelId="{82E15CD7-5873-4182-BB7D-B409328BB6BF}" type="presOf" srcId="{61737F5F-C027-4F5C-9B82-DB84F417FD8D}" destId="{A37CFAAC-940D-48A3-8A56-37148113792D}" srcOrd="0" destOrd="0" presId="urn:microsoft.com/office/officeart/2005/8/layout/hierarchy1"/>
    <dgm:cxn modelId="{98DB8AD8-F76F-4579-BF56-7767A83D475D}" type="presOf" srcId="{CDCF8ECB-8183-446D-8F9B-35271396BCEC}" destId="{6D4E37EF-EE19-4705-A908-9BC8E05ECE5B}" srcOrd="0" destOrd="0" presId="urn:microsoft.com/office/officeart/2005/8/layout/hierarchy1"/>
    <dgm:cxn modelId="{CC4408DC-91CA-4363-8269-CE971F4271C6}" type="presOf" srcId="{57376A46-B5A0-4D67-A782-0B656439E449}" destId="{19AEF6B2-058C-4F55-AAD4-BC14BBB41104}" srcOrd="0" destOrd="0" presId="urn:microsoft.com/office/officeart/2005/8/layout/hierarchy1"/>
    <dgm:cxn modelId="{63E8B861-C1D6-4EB6-953B-CFAD3DC12303}" type="presParOf" srcId="{9DAE36F9-F365-4041-B149-17F80CAD14A8}" destId="{02038654-57F2-4D5D-8A70-FFFD657C32D6}" srcOrd="0" destOrd="0" presId="urn:microsoft.com/office/officeart/2005/8/layout/hierarchy1"/>
    <dgm:cxn modelId="{F0CED690-9E9C-4115-8121-5CD6A9B551E4}" type="presParOf" srcId="{02038654-57F2-4D5D-8A70-FFFD657C32D6}" destId="{1959BFBA-A7B2-4B8D-8C8E-2588572D67FD}" srcOrd="0" destOrd="0" presId="urn:microsoft.com/office/officeart/2005/8/layout/hierarchy1"/>
    <dgm:cxn modelId="{377D27A2-5625-435A-890F-08D348191DC1}" type="presParOf" srcId="{1959BFBA-A7B2-4B8D-8C8E-2588572D67FD}" destId="{6852D3C5-BC50-409B-8E37-5D4367430869}" srcOrd="0" destOrd="0" presId="urn:microsoft.com/office/officeart/2005/8/layout/hierarchy1"/>
    <dgm:cxn modelId="{3C2B692E-D4EB-4447-B5DD-71B8B51B485B}" type="presParOf" srcId="{1959BFBA-A7B2-4B8D-8C8E-2588572D67FD}" destId="{23D12948-7F9D-4DA1-8D2F-B386D868F2AF}" srcOrd="1" destOrd="0" presId="urn:microsoft.com/office/officeart/2005/8/layout/hierarchy1"/>
    <dgm:cxn modelId="{FD108D5B-B418-48DD-9D80-31FD0ABE61FD}" type="presParOf" srcId="{02038654-57F2-4D5D-8A70-FFFD657C32D6}" destId="{9BD416C9-94BB-45C8-ACD1-1570DC0F0E89}" srcOrd="1" destOrd="0" presId="urn:microsoft.com/office/officeart/2005/8/layout/hierarchy1"/>
    <dgm:cxn modelId="{87679BC7-7B18-4960-9ADA-E0644812CCD5}" type="presParOf" srcId="{9BD416C9-94BB-45C8-ACD1-1570DC0F0E89}" destId="{F2E824F0-04A5-4C72-ACEC-3529F4676913}" srcOrd="0" destOrd="0" presId="urn:microsoft.com/office/officeart/2005/8/layout/hierarchy1"/>
    <dgm:cxn modelId="{25A10710-E3D6-4E8A-B719-A3C591CE142D}" type="presParOf" srcId="{9BD416C9-94BB-45C8-ACD1-1570DC0F0E89}" destId="{53E89B21-CFBC-4CC1-9380-6BC897F92092}" srcOrd="1" destOrd="0" presId="urn:microsoft.com/office/officeart/2005/8/layout/hierarchy1"/>
    <dgm:cxn modelId="{E97C9640-10F4-4380-BBED-E80CE2F70953}" type="presParOf" srcId="{53E89B21-CFBC-4CC1-9380-6BC897F92092}" destId="{4F561AEE-3D33-4284-94B8-AF2CBCCC8DA0}" srcOrd="0" destOrd="0" presId="urn:microsoft.com/office/officeart/2005/8/layout/hierarchy1"/>
    <dgm:cxn modelId="{073548B6-87DC-4712-A30F-DA5E5D96236F}" type="presParOf" srcId="{4F561AEE-3D33-4284-94B8-AF2CBCCC8DA0}" destId="{B2BE7938-24AC-4F8C-B721-8D25021A599A}" srcOrd="0" destOrd="0" presId="urn:microsoft.com/office/officeart/2005/8/layout/hierarchy1"/>
    <dgm:cxn modelId="{6EB7C43C-F773-43E9-ABC0-9AE88BE6669D}" type="presParOf" srcId="{4F561AEE-3D33-4284-94B8-AF2CBCCC8DA0}" destId="{19AEF6B2-058C-4F55-AAD4-BC14BBB41104}" srcOrd="1" destOrd="0" presId="urn:microsoft.com/office/officeart/2005/8/layout/hierarchy1"/>
    <dgm:cxn modelId="{21A608FC-50D0-4F8F-B865-D2AF279FDEB5}" type="presParOf" srcId="{53E89B21-CFBC-4CC1-9380-6BC897F92092}" destId="{CFE3DBF9-3430-49ED-98BD-80C7CCF0E62D}" srcOrd="1" destOrd="0" presId="urn:microsoft.com/office/officeart/2005/8/layout/hierarchy1"/>
    <dgm:cxn modelId="{349D7E1E-68CE-4535-8099-984B5F6566DD}" type="presParOf" srcId="{CFE3DBF9-3430-49ED-98BD-80C7CCF0E62D}" destId="{FEEC02EE-3321-4B50-8F84-72465621711F}" srcOrd="0" destOrd="0" presId="urn:microsoft.com/office/officeart/2005/8/layout/hierarchy1"/>
    <dgm:cxn modelId="{AF66C7E4-84CD-412C-BB73-1FD6CDED9706}" type="presParOf" srcId="{CFE3DBF9-3430-49ED-98BD-80C7CCF0E62D}" destId="{00D6E958-DBE4-46AA-9F06-C53D390006BA}" srcOrd="1" destOrd="0" presId="urn:microsoft.com/office/officeart/2005/8/layout/hierarchy1"/>
    <dgm:cxn modelId="{AA7CBB36-756D-42C2-B727-AE4057BF57BB}" type="presParOf" srcId="{00D6E958-DBE4-46AA-9F06-C53D390006BA}" destId="{F906F70E-FE9C-44B5-9315-4AA46CB94B5F}" srcOrd="0" destOrd="0" presId="urn:microsoft.com/office/officeart/2005/8/layout/hierarchy1"/>
    <dgm:cxn modelId="{103C0050-EC8E-4F41-A8EF-4CB7769C6DE6}" type="presParOf" srcId="{F906F70E-FE9C-44B5-9315-4AA46CB94B5F}" destId="{BD35B7CB-600C-4CC3-BA97-EA15322FB4E3}" srcOrd="0" destOrd="0" presId="urn:microsoft.com/office/officeart/2005/8/layout/hierarchy1"/>
    <dgm:cxn modelId="{2EB702F2-B6F5-41DF-8F01-C1D9ED65587F}" type="presParOf" srcId="{F906F70E-FE9C-44B5-9315-4AA46CB94B5F}" destId="{C8702776-ECF6-4F90-B6A6-DA8C0964439D}" srcOrd="1" destOrd="0" presId="urn:microsoft.com/office/officeart/2005/8/layout/hierarchy1"/>
    <dgm:cxn modelId="{D57EFAEC-D8E6-447F-B1B9-C52703735884}" type="presParOf" srcId="{00D6E958-DBE4-46AA-9F06-C53D390006BA}" destId="{616012E0-E965-4C9E-BF02-0BB33B1845B8}" srcOrd="1" destOrd="0" presId="urn:microsoft.com/office/officeart/2005/8/layout/hierarchy1"/>
    <dgm:cxn modelId="{25BF275B-0B02-4F0F-BBE7-C11E4AEEFCA3}" type="presParOf" srcId="{CFE3DBF9-3430-49ED-98BD-80C7CCF0E62D}" destId="{E5C10988-A62F-4DB1-8426-9B745877E535}" srcOrd="2" destOrd="0" presId="urn:microsoft.com/office/officeart/2005/8/layout/hierarchy1"/>
    <dgm:cxn modelId="{17BD54AE-FE48-44D6-84C3-88135F6E21B3}" type="presParOf" srcId="{CFE3DBF9-3430-49ED-98BD-80C7CCF0E62D}" destId="{C4C4C5B3-B769-4B5A-930F-4A47F2579205}" srcOrd="3" destOrd="0" presId="urn:microsoft.com/office/officeart/2005/8/layout/hierarchy1"/>
    <dgm:cxn modelId="{D8706448-1591-4803-9CB9-92A67D5DE6C7}" type="presParOf" srcId="{C4C4C5B3-B769-4B5A-930F-4A47F2579205}" destId="{31FD8D11-111B-475B-960A-F2326135ADE4}" srcOrd="0" destOrd="0" presId="urn:microsoft.com/office/officeart/2005/8/layout/hierarchy1"/>
    <dgm:cxn modelId="{4B8946B1-6C9D-430C-BC6F-07A6D3589F8E}" type="presParOf" srcId="{31FD8D11-111B-475B-960A-F2326135ADE4}" destId="{8DF3ED35-6E43-4F23-8941-7AAC99C2B7F0}" srcOrd="0" destOrd="0" presId="urn:microsoft.com/office/officeart/2005/8/layout/hierarchy1"/>
    <dgm:cxn modelId="{5B48F0D5-F0B2-4B14-AAF5-34C9E192BCCA}" type="presParOf" srcId="{31FD8D11-111B-475B-960A-F2326135ADE4}" destId="{A37CFAAC-940D-48A3-8A56-37148113792D}" srcOrd="1" destOrd="0" presId="urn:microsoft.com/office/officeart/2005/8/layout/hierarchy1"/>
    <dgm:cxn modelId="{A01D52F7-4B7B-41C1-B173-B92739E501D3}" type="presParOf" srcId="{C4C4C5B3-B769-4B5A-930F-4A47F2579205}" destId="{F5CB993C-C5A1-443A-9EBE-2C9548FAD65C}" srcOrd="1" destOrd="0" presId="urn:microsoft.com/office/officeart/2005/8/layout/hierarchy1"/>
    <dgm:cxn modelId="{0F677219-D260-487F-BCB9-6376E8269625}" type="presParOf" srcId="{9BD416C9-94BB-45C8-ACD1-1570DC0F0E89}" destId="{EA5AE04C-9C34-4C29-9FE2-267696C8FB28}" srcOrd="2" destOrd="0" presId="urn:microsoft.com/office/officeart/2005/8/layout/hierarchy1"/>
    <dgm:cxn modelId="{0C95E547-C564-4EEB-B90A-384016C8CF4B}" type="presParOf" srcId="{9BD416C9-94BB-45C8-ACD1-1570DC0F0E89}" destId="{AE1EB768-CAC3-4A62-8AD1-8955CB24D9BF}" srcOrd="3" destOrd="0" presId="urn:microsoft.com/office/officeart/2005/8/layout/hierarchy1"/>
    <dgm:cxn modelId="{D792B237-978A-47FB-A431-1922FDF7FFDD}" type="presParOf" srcId="{AE1EB768-CAC3-4A62-8AD1-8955CB24D9BF}" destId="{ED105251-2CD7-4BC1-97E8-26B1F75450A4}" srcOrd="0" destOrd="0" presId="urn:microsoft.com/office/officeart/2005/8/layout/hierarchy1"/>
    <dgm:cxn modelId="{7FACAC22-DCFD-42C9-BC60-7968E9E94C0A}" type="presParOf" srcId="{ED105251-2CD7-4BC1-97E8-26B1F75450A4}" destId="{26C39DC8-50E0-455C-871F-AB582AE8C75B}" srcOrd="0" destOrd="0" presId="urn:microsoft.com/office/officeart/2005/8/layout/hierarchy1"/>
    <dgm:cxn modelId="{D2864B0F-894D-4DC5-9A2E-2C945E470E56}" type="presParOf" srcId="{ED105251-2CD7-4BC1-97E8-26B1F75450A4}" destId="{D7741332-D37B-4730-898B-C8733D6FB9D2}" srcOrd="1" destOrd="0" presId="urn:microsoft.com/office/officeart/2005/8/layout/hierarchy1"/>
    <dgm:cxn modelId="{992356C5-6A4D-492B-A571-D280E895DF85}" type="presParOf" srcId="{AE1EB768-CAC3-4A62-8AD1-8955CB24D9BF}" destId="{C9867CC0-92D2-47D8-8A8C-6F10712EB29C}" srcOrd="1" destOrd="0" presId="urn:microsoft.com/office/officeart/2005/8/layout/hierarchy1"/>
    <dgm:cxn modelId="{6944BCCB-7C1E-442C-BA45-E7D400A12732}" type="presParOf" srcId="{C9867CC0-92D2-47D8-8A8C-6F10712EB29C}" destId="{23D91D26-8E3E-4A12-A82D-95E307B3242A}" srcOrd="0" destOrd="0" presId="urn:microsoft.com/office/officeart/2005/8/layout/hierarchy1"/>
    <dgm:cxn modelId="{EAC68ECE-B369-425E-93BD-1CD7C2A4FFF4}" type="presParOf" srcId="{C9867CC0-92D2-47D8-8A8C-6F10712EB29C}" destId="{2BA7BAE0-9696-4EAE-88F9-2B5897508E93}" srcOrd="1" destOrd="0" presId="urn:microsoft.com/office/officeart/2005/8/layout/hierarchy1"/>
    <dgm:cxn modelId="{16DA2B95-6EE0-4EB2-BA2D-DEE5051A3CCA}" type="presParOf" srcId="{2BA7BAE0-9696-4EAE-88F9-2B5897508E93}" destId="{A3A23F4A-0099-4A63-9B2A-00466B7CC3B5}" srcOrd="0" destOrd="0" presId="urn:microsoft.com/office/officeart/2005/8/layout/hierarchy1"/>
    <dgm:cxn modelId="{DE2861B5-84D0-4DA5-B1BE-36E22645B16E}" type="presParOf" srcId="{A3A23F4A-0099-4A63-9B2A-00466B7CC3B5}" destId="{44D18DDB-B372-48BD-8BE7-B09F895DD4A1}" srcOrd="0" destOrd="0" presId="urn:microsoft.com/office/officeart/2005/8/layout/hierarchy1"/>
    <dgm:cxn modelId="{BD5CE78C-649A-46ED-9278-3F5C16E0A667}" type="presParOf" srcId="{A3A23F4A-0099-4A63-9B2A-00466B7CC3B5}" destId="{6D4E37EF-EE19-4705-A908-9BC8E05ECE5B}" srcOrd="1" destOrd="0" presId="urn:microsoft.com/office/officeart/2005/8/layout/hierarchy1"/>
    <dgm:cxn modelId="{74F6ACA6-3B52-47F5-8609-3C800D6F77AF}" type="presParOf" srcId="{2BA7BAE0-9696-4EAE-88F9-2B5897508E93}" destId="{C1140D94-D9CA-4384-91B4-5C18E71BBC6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50BCEA4-7061-4E72-9C8C-92DC36AD6B5D}" type="doc">
      <dgm:prSet loTypeId="urn:microsoft.com/office/officeart/2005/8/layout/hierarchy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DC37954A-B315-47C4-B3C5-078CAB75D687}">
      <dgm:prSet phldrT="[文本]"/>
      <dgm:spPr>
        <a:solidFill>
          <a:srgbClr val="FF0000"/>
        </a:solidFill>
      </dgm:spPr>
      <dgm:t>
        <a:bodyPr/>
        <a:lstStyle/>
        <a:p>
          <a:r>
            <a:rPr lang="zh-CN" altLang="en-US" dirty="0"/>
            <a:t>党的领导</a:t>
          </a:r>
        </a:p>
      </dgm:t>
    </dgm:pt>
    <dgm:pt modelId="{401AD939-65BD-4879-8C53-15A853D5036F}" type="parTrans" cxnId="{88BE44EC-AC80-4E7A-8C64-BB330549E14A}">
      <dgm:prSet/>
      <dgm:spPr/>
      <dgm:t>
        <a:bodyPr/>
        <a:lstStyle/>
        <a:p>
          <a:endParaRPr lang="zh-CN" altLang="en-US"/>
        </a:p>
      </dgm:t>
    </dgm:pt>
    <dgm:pt modelId="{C0044BFA-B281-4065-8A41-6CF58ABBEF94}" type="sibTrans" cxnId="{88BE44EC-AC80-4E7A-8C64-BB330549E14A}">
      <dgm:prSet/>
      <dgm:spPr/>
      <dgm:t>
        <a:bodyPr/>
        <a:lstStyle/>
        <a:p>
          <a:endParaRPr lang="zh-CN" altLang="en-US"/>
        </a:p>
      </dgm:t>
    </dgm:pt>
    <dgm:pt modelId="{1D4B9033-BE6D-49F9-88BB-A972BC263F1B}">
      <dgm:prSet phldrT="[文本]"/>
      <dgm:spPr>
        <a:solidFill>
          <a:srgbClr val="FFFF00">
            <a:alpha val="90000"/>
          </a:srgbClr>
        </a:solidFill>
      </dgm:spPr>
      <dgm:t>
        <a:bodyPr/>
        <a:lstStyle/>
        <a:p>
          <a:r>
            <a:rPr lang="zh-CN" altLang="en-US" dirty="0"/>
            <a:t>国体</a:t>
          </a:r>
        </a:p>
      </dgm:t>
    </dgm:pt>
    <dgm:pt modelId="{8583EC31-3153-4BB8-9BDC-05283C3875BF}" type="parTrans" cxnId="{5F083EE9-A74F-44CE-A793-F23B3EF2199D}">
      <dgm:prSet/>
      <dgm:spPr/>
      <dgm:t>
        <a:bodyPr/>
        <a:lstStyle/>
        <a:p>
          <a:endParaRPr lang="zh-CN" altLang="en-US"/>
        </a:p>
      </dgm:t>
    </dgm:pt>
    <dgm:pt modelId="{86D8E2AC-F829-4D98-85B0-63ECD5851989}" type="sibTrans" cxnId="{5F083EE9-A74F-44CE-A793-F23B3EF2199D}">
      <dgm:prSet/>
      <dgm:spPr/>
      <dgm:t>
        <a:bodyPr/>
        <a:lstStyle/>
        <a:p>
          <a:endParaRPr lang="zh-CN" altLang="en-US"/>
        </a:p>
      </dgm:t>
    </dgm:pt>
    <dgm:pt modelId="{AB2EC85B-895A-4D04-9B71-D0619AA8F9F5}">
      <dgm:prSet phldrT="[文本]"/>
      <dgm:spPr>
        <a:solidFill>
          <a:srgbClr val="00B050">
            <a:alpha val="90000"/>
          </a:srgbClr>
        </a:solidFill>
      </dgm:spPr>
      <dgm:t>
        <a:bodyPr/>
        <a:lstStyle/>
        <a:p>
          <a:r>
            <a:rPr lang="zh-CN" altLang="en-US" dirty="0"/>
            <a:t>政体</a:t>
          </a:r>
        </a:p>
      </dgm:t>
    </dgm:pt>
    <dgm:pt modelId="{21DDDFB2-9B9E-462F-A737-C4C24BAD0B50}" type="parTrans" cxnId="{6F7547DA-1535-4FD7-820C-6487AD858F78}">
      <dgm:prSet/>
      <dgm:spPr/>
      <dgm:t>
        <a:bodyPr/>
        <a:lstStyle/>
        <a:p>
          <a:endParaRPr lang="zh-CN" altLang="en-US"/>
        </a:p>
      </dgm:t>
    </dgm:pt>
    <dgm:pt modelId="{DA4B2191-AE87-48D5-9D8C-BE2891F0D60B}" type="sibTrans" cxnId="{6F7547DA-1535-4FD7-820C-6487AD858F78}">
      <dgm:prSet/>
      <dgm:spPr/>
      <dgm:t>
        <a:bodyPr/>
        <a:lstStyle/>
        <a:p>
          <a:endParaRPr lang="zh-CN" altLang="en-US"/>
        </a:p>
      </dgm:t>
    </dgm:pt>
    <dgm:pt modelId="{B1C6F6B7-AFAC-4C09-9ADD-28AA5BB03D9D}" type="pres">
      <dgm:prSet presAssocID="{150BCEA4-7061-4E72-9C8C-92DC36AD6B5D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D09BCCE-BA7B-4785-967E-3630DFC2B037}" type="pres">
      <dgm:prSet presAssocID="{DC37954A-B315-47C4-B3C5-078CAB75D687}" presName="root" presStyleCnt="0"/>
      <dgm:spPr/>
    </dgm:pt>
    <dgm:pt modelId="{8C321D0E-763D-4E9F-996C-7971C10D9E9C}" type="pres">
      <dgm:prSet presAssocID="{DC37954A-B315-47C4-B3C5-078CAB75D687}" presName="rootComposite" presStyleCnt="0"/>
      <dgm:spPr/>
    </dgm:pt>
    <dgm:pt modelId="{5E6E58A5-0E71-44CD-BCC8-71C3F8026E68}" type="pres">
      <dgm:prSet presAssocID="{DC37954A-B315-47C4-B3C5-078CAB75D687}" presName="rootText" presStyleLbl="node1" presStyleIdx="0" presStyleCnt="1" custLinFactY="-30211" custLinFactNeighborY="-100000"/>
      <dgm:spPr/>
    </dgm:pt>
    <dgm:pt modelId="{C81A6766-8676-45E4-8E6A-E66818657D05}" type="pres">
      <dgm:prSet presAssocID="{DC37954A-B315-47C4-B3C5-078CAB75D687}" presName="rootConnector" presStyleLbl="node1" presStyleIdx="0" presStyleCnt="1"/>
      <dgm:spPr/>
    </dgm:pt>
    <dgm:pt modelId="{BFEE31A3-EE79-4492-9C77-AB8704458D31}" type="pres">
      <dgm:prSet presAssocID="{DC37954A-B315-47C4-B3C5-078CAB75D687}" presName="childShape" presStyleCnt="0"/>
      <dgm:spPr/>
    </dgm:pt>
    <dgm:pt modelId="{17D07A95-0C64-4A67-B676-45CBF8518B55}" type="pres">
      <dgm:prSet presAssocID="{8583EC31-3153-4BB8-9BDC-05283C3875BF}" presName="Name13" presStyleLbl="parChTrans1D2" presStyleIdx="0" presStyleCnt="2"/>
      <dgm:spPr/>
    </dgm:pt>
    <dgm:pt modelId="{91604CFE-23E0-4105-B5B9-636E5C8AFFF8}" type="pres">
      <dgm:prSet presAssocID="{1D4B9033-BE6D-49F9-88BB-A972BC263F1B}" presName="childText" presStyleLbl="bgAcc1" presStyleIdx="0" presStyleCnt="2" custLinFactNeighborX="-6666" custLinFactNeighborY="-31786">
        <dgm:presLayoutVars>
          <dgm:bulletEnabled val="1"/>
        </dgm:presLayoutVars>
      </dgm:prSet>
      <dgm:spPr/>
    </dgm:pt>
    <dgm:pt modelId="{4BEDA971-902C-4F15-98A8-089431EA3818}" type="pres">
      <dgm:prSet presAssocID="{21DDDFB2-9B9E-462F-A737-C4C24BAD0B50}" presName="Name13" presStyleLbl="parChTrans1D2" presStyleIdx="1" presStyleCnt="2"/>
      <dgm:spPr/>
    </dgm:pt>
    <dgm:pt modelId="{CF9B264A-3446-4829-9F20-A06880712BD3}" type="pres">
      <dgm:prSet presAssocID="{AB2EC85B-895A-4D04-9B71-D0619AA8F9F5}" presName="childText" presStyleLbl="bgAcc1" presStyleIdx="1" presStyleCnt="2" custLinFactNeighborX="-6666" custLinFactNeighborY="26018">
        <dgm:presLayoutVars>
          <dgm:bulletEnabled val="1"/>
        </dgm:presLayoutVars>
      </dgm:prSet>
      <dgm:spPr/>
    </dgm:pt>
  </dgm:ptLst>
  <dgm:cxnLst>
    <dgm:cxn modelId="{74A2E904-6942-44F2-8EEE-249DCA181894}" type="presOf" srcId="{150BCEA4-7061-4E72-9C8C-92DC36AD6B5D}" destId="{B1C6F6B7-AFAC-4C09-9ADD-28AA5BB03D9D}" srcOrd="0" destOrd="0" presId="urn:microsoft.com/office/officeart/2005/8/layout/hierarchy3"/>
    <dgm:cxn modelId="{B14B1C07-3BC4-4B96-B948-8C42B76829CC}" type="presOf" srcId="{DC37954A-B315-47C4-B3C5-078CAB75D687}" destId="{C81A6766-8676-45E4-8E6A-E66818657D05}" srcOrd="1" destOrd="0" presId="urn:microsoft.com/office/officeart/2005/8/layout/hierarchy3"/>
    <dgm:cxn modelId="{0D11DD26-2169-4E9A-8A5B-72DB6F00D0AB}" type="presOf" srcId="{8583EC31-3153-4BB8-9BDC-05283C3875BF}" destId="{17D07A95-0C64-4A67-B676-45CBF8518B55}" srcOrd="0" destOrd="0" presId="urn:microsoft.com/office/officeart/2005/8/layout/hierarchy3"/>
    <dgm:cxn modelId="{4A05355C-26CE-4CEC-8841-B99B8BA13277}" type="presOf" srcId="{DC37954A-B315-47C4-B3C5-078CAB75D687}" destId="{5E6E58A5-0E71-44CD-BCC8-71C3F8026E68}" srcOrd="0" destOrd="0" presId="urn:microsoft.com/office/officeart/2005/8/layout/hierarchy3"/>
    <dgm:cxn modelId="{2FBA7D95-E598-4974-AADF-5549E4573686}" type="presOf" srcId="{AB2EC85B-895A-4D04-9B71-D0619AA8F9F5}" destId="{CF9B264A-3446-4829-9F20-A06880712BD3}" srcOrd="0" destOrd="0" presId="urn:microsoft.com/office/officeart/2005/8/layout/hierarchy3"/>
    <dgm:cxn modelId="{E912D1CC-E544-4753-AB38-F3B99C1C685F}" type="presOf" srcId="{1D4B9033-BE6D-49F9-88BB-A972BC263F1B}" destId="{91604CFE-23E0-4105-B5B9-636E5C8AFFF8}" srcOrd="0" destOrd="0" presId="urn:microsoft.com/office/officeart/2005/8/layout/hierarchy3"/>
    <dgm:cxn modelId="{6F7547DA-1535-4FD7-820C-6487AD858F78}" srcId="{DC37954A-B315-47C4-B3C5-078CAB75D687}" destId="{AB2EC85B-895A-4D04-9B71-D0619AA8F9F5}" srcOrd="1" destOrd="0" parTransId="{21DDDFB2-9B9E-462F-A737-C4C24BAD0B50}" sibTransId="{DA4B2191-AE87-48D5-9D8C-BE2891F0D60B}"/>
    <dgm:cxn modelId="{FF57E9DB-F0E9-4D74-9D71-11C3FAA301E4}" type="presOf" srcId="{21DDDFB2-9B9E-462F-A737-C4C24BAD0B50}" destId="{4BEDA971-902C-4F15-98A8-089431EA3818}" srcOrd="0" destOrd="0" presId="urn:microsoft.com/office/officeart/2005/8/layout/hierarchy3"/>
    <dgm:cxn modelId="{5F083EE9-A74F-44CE-A793-F23B3EF2199D}" srcId="{DC37954A-B315-47C4-B3C5-078CAB75D687}" destId="{1D4B9033-BE6D-49F9-88BB-A972BC263F1B}" srcOrd="0" destOrd="0" parTransId="{8583EC31-3153-4BB8-9BDC-05283C3875BF}" sibTransId="{86D8E2AC-F829-4D98-85B0-63ECD5851989}"/>
    <dgm:cxn modelId="{88BE44EC-AC80-4E7A-8C64-BB330549E14A}" srcId="{150BCEA4-7061-4E72-9C8C-92DC36AD6B5D}" destId="{DC37954A-B315-47C4-B3C5-078CAB75D687}" srcOrd="0" destOrd="0" parTransId="{401AD939-65BD-4879-8C53-15A853D5036F}" sibTransId="{C0044BFA-B281-4065-8A41-6CF58ABBEF94}"/>
    <dgm:cxn modelId="{8A76EF88-2BA2-44DF-AC7C-499659589262}" type="presParOf" srcId="{B1C6F6B7-AFAC-4C09-9ADD-28AA5BB03D9D}" destId="{AD09BCCE-BA7B-4785-967E-3630DFC2B037}" srcOrd="0" destOrd="0" presId="urn:microsoft.com/office/officeart/2005/8/layout/hierarchy3"/>
    <dgm:cxn modelId="{7ECB0302-270C-4AD9-9550-A0143543838D}" type="presParOf" srcId="{AD09BCCE-BA7B-4785-967E-3630DFC2B037}" destId="{8C321D0E-763D-4E9F-996C-7971C10D9E9C}" srcOrd="0" destOrd="0" presId="urn:microsoft.com/office/officeart/2005/8/layout/hierarchy3"/>
    <dgm:cxn modelId="{D710F238-9077-4B48-9AE6-816F7C60F468}" type="presParOf" srcId="{8C321D0E-763D-4E9F-996C-7971C10D9E9C}" destId="{5E6E58A5-0E71-44CD-BCC8-71C3F8026E68}" srcOrd="0" destOrd="0" presId="urn:microsoft.com/office/officeart/2005/8/layout/hierarchy3"/>
    <dgm:cxn modelId="{EC7550D8-8ED9-4C50-A611-591C15DAB0D4}" type="presParOf" srcId="{8C321D0E-763D-4E9F-996C-7971C10D9E9C}" destId="{C81A6766-8676-45E4-8E6A-E66818657D05}" srcOrd="1" destOrd="0" presId="urn:microsoft.com/office/officeart/2005/8/layout/hierarchy3"/>
    <dgm:cxn modelId="{FB555BA7-99FF-41A4-8A1E-922BB9B51BCA}" type="presParOf" srcId="{AD09BCCE-BA7B-4785-967E-3630DFC2B037}" destId="{BFEE31A3-EE79-4492-9C77-AB8704458D31}" srcOrd="1" destOrd="0" presId="urn:microsoft.com/office/officeart/2005/8/layout/hierarchy3"/>
    <dgm:cxn modelId="{B5046995-E08F-4968-9705-03AAA3BFE862}" type="presParOf" srcId="{BFEE31A3-EE79-4492-9C77-AB8704458D31}" destId="{17D07A95-0C64-4A67-B676-45CBF8518B55}" srcOrd="0" destOrd="0" presId="urn:microsoft.com/office/officeart/2005/8/layout/hierarchy3"/>
    <dgm:cxn modelId="{5F5B71F9-327B-4A3B-9CA1-7D81EB46AE2F}" type="presParOf" srcId="{BFEE31A3-EE79-4492-9C77-AB8704458D31}" destId="{91604CFE-23E0-4105-B5B9-636E5C8AFFF8}" srcOrd="1" destOrd="0" presId="urn:microsoft.com/office/officeart/2005/8/layout/hierarchy3"/>
    <dgm:cxn modelId="{FC653FA2-7DEB-4E1B-8983-F027CCD36EF0}" type="presParOf" srcId="{BFEE31A3-EE79-4492-9C77-AB8704458D31}" destId="{4BEDA971-902C-4F15-98A8-089431EA3818}" srcOrd="2" destOrd="0" presId="urn:microsoft.com/office/officeart/2005/8/layout/hierarchy3"/>
    <dgm:cxn modelId="{77F5E4B5-6033-4763-B84B-949DFB64021A}" type="presParOf" srcId="{BFEE31A3-EE79-4492-9C77-AB8704458D31}" destId="{CF9B264A-3446-4829-9F20-A06880712BD3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4279B13-1CB3-4885-8EA0-342F5AE1E395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CFBCDAC7-75CB-4635-83C0-931E9484167E}">
      <dgm:prSet phldrT="[文本]"/>
      <dgm:spPr>
        <a:solidFill>
          <a:schemeClr val="accent4">
            <a:lumMod val="20000"/>
            <a:lumOff val="80000"/>
          </a:schemeClr>
        </a:solidFill>
        <a:ln>
          <a:solidFill>
            <a:schemeClr val="accent4"/>
          </a:solidFill>
        </a:ln>
      </dgm:spPr>
      <dgm:t>
        <a:bodyPr/>
        <a:lstStyle/>
        <a:p>
          <a:r>
            <a:rPr lang="zh-CN" altLang="en-US" b="1" dirty="0">
              <a:solidFill>
                <a:srgbClr val="FF0000"/>
              </a:solidFill>
            </a:rPr>
            <a:t>人民代表大会制度</a:t>
          </a:r>
        </a:p>
      </dgm:t>
    </dgm:pt>
    <dgm:pt modelId="{8F40509C-2B2B-4E3E-8785-B661EB46FBE0}" type="parTrans" cxnId="{88E51FE7-CAC4-4729-A7C8-B2C128AAEE29}">
      <dgm:prSet/>
      <dgm:spPr/>
      <dgm:t>
        <a:bodyPr/>
        <a:lstStyle/>
        <a:p>
          <a:endParaRPr lang="zh-CN" altLang="en-US"/>
        </a:p>
      </dgm:t>
    </dgm:pt>
    <dgm:pt modelId="{2D4FB486-4595-4FCC-93C9-9FF4997DF59D}" type="sibTrans" cxnId="{88E51FE7-CAC4-4729-A7C8-B2C128AAEE29}">
      <dgm:prSet/>
      <dgm:spPr/>
      <dgm:t>
        <a:bodyPr/>
        <a:lstStyle/>
        <a:p>
          <a:endParaRPr lang="zh-CN" altLang="en-US"/>
        </a:p>
      </dgm:t>
    </dgm:pt>
    <dgm:pt modelId="{557CCC87-C809-4BC3-B12A-6D1F411E250E}">
      <dgm:prSet phldrT="[文本]" custT="1"/>
      <dgm:spPr>
        <a:solidFill>
          <a:schemeClr val="accent4">
            <a:lumMod val="20000"/>
            <a:lumOff val="80000"/>
          </a:schemeClr>
        </a:solidFill>
        <a:ln>
          <a:solidFill>
            <a:schemeClr val="accent4"/>
          </a:solidFill>
        </a:ln>
      </dgm:spPr>
      <dgm:t>
        <a:bodyPr/>
        <a:lstStyle/>
        <a:p>
          <a:r>
            <a:rPr lang="zh-CN" altLang="en-US" sz="1800" dirty="0">
              <a:solidFill>
                <a:srgbClr val="FF0000"/>
              </a:solidFill>
            </a:rPr>
            <a:t>民族区域自治制度</a:t>
          </a:r>
        </a:p>
      </dgm:t>
    </dgm:pt>
    <dgm:pt modelId="{6B7068CC-FDA4-4371-87E5-99CF871EF61E}" type="parTrans" cxnId="{0D4D9920-9FA1-4A7D-AC49-AE6B93900ECD}">
      <dgm:prSet/>
      <dgm:spPr/>
      <dgm:t>
        <a:bodyPr/>
        <a:lstStyle/>
        <a:p>
          <a:endParaRPr lang="zh-CN" altLang="en-US"/>
        </a:p>
      </dgm:t>
    </dgm:pt>
    <dgm:pt modelId="{34E26B2C-E22A-4677-AC57-387D8E03DBC3}" type="sibTrans" cxnId="{0D4D9920-9FA1-4A7D-AC49-AE6B93900ECD}">
      <dgm:prSet/>
      <dgm:spPr/>
      <dgm:t>
        <a:bodyPr/>
        <a:lstStyle/>
        <a:p>
          <a:endParaRPr lang="zh-CN" altLang="en-US"/>
        </a:p>
      </dgm:t>
    </dgm:pt>
    <dgm:pt modelId="{E26BD7FE-14C3-410F-98D2-B90471AA4E7D}">
      <dgm:prSet phldrT="[文本]" custT="1"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r>
            <a:rPr lang="zh-CN" altLang="en-US" sz="1800" dirty="0">
              <a:solidFill>
                <a:srgbClr val="FF0000"/>
              </a:solidFill>
            </a:rPr>
            <a:t>基层群众自治制度</a:t>
          </a:r>
        </a:p>
      </dgm:t>
    </dgm:pt>
    <dgm:pt modelId="{C39E14C0-7D28-488A-B528-86653D19998D}" type="parTrans" cxnId="{95499F56-FD7D-4E64-9A20-6EFAEED0B58D}">
      <dgm:prSet/>
      <dgm:spPr/>
      <dgm:t>
        <a:bodyPr/>
        <a:lstStyle/>
        <a:p>
          <a:endParaRPr lang="zh-CN" altLang="en-US"/>
        </a:p>
      </dgm:t>
    </dgm:pt>
    <dgm:pt modelId="{8BF59B67-74F2-4198-A65B-0D41189F07BE}" type="sibTrans" cxnId="{95499F56-FD7D-4E64-9A20-6EFAEED0B58D}">
      <dgm:prSet/>
      <dgm:spPr/>
      <dgm:t>
        <a:bodyPr/>
        <a:lstStyle/>
        <a:p>
          <a:endParaRPr lang="zh-CN" altLang="en-US"/>
        </a:p>
      </dgm:t>
    </dgm:pt>
    <dgm:pt modelId="{3FE55358-DA0D-426B-83D4-20E5FE833DB1}">
      <dgm:prSet custT="1"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r>
            <a:rPr lang="zh-CN" altLang="en-US" sz="1800" dirty="0">
              <a:solidFill>
                <a:srgbClr val="FF0000"/>
              </a:solidFill>
            </a:rPr>
            <a:t>政党制度</a:t>
          </a:r>
        </a:p>
      </dgm:t>
    </dgm:pt>
    <dgm:pt modelId="{78FF1AAB-B4A7-49F1-B749-822DB33D01A1}" type="parTrans" cxnId="{8999AC49-BDFC-4A7F-8330-C617DA45DB03}">
      <dgm:prSet/>
      <dgm:spPr/>
      <dgm:t>
        <a:bodyPr/>
        <a:lstStyle/>
        <a:p>
          <a:endParaRPr lang="zh-CN" altLang="en-US"/>
        </a:p>
      </dgm:t>
    </dgm:pt>
    <dgm:pt modelId="{7AF41223-4B44-4DE6-9A4E-A3683CEC2DA2}" type="sibTrans" cxnId="{8999AC49-BDFC-4A7F-8330-C617DA45DB03}">
      <dgm:prSet/>
      <dgm:spPr/>
      <dgm:t>
        <a:bodyPr/>
        <a:lstStyle/>
        <a:p>
          <a:endParaRPr lang="zh-CN" altLang="en-US"/>
        </a:p>
      </dgm:t>
    </dgm:pt>
    <dgm:pt modelId="{89874C52-4743-4358-B9BB-9AB7C22EFDBA}">
      <dgm:prSet custT="1"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r>
            <a:rPr lang="zh-CN" altLang="en-US" sz="1600" dirty="0">
              <a:solidFill>
                <a:srgbClr val="FF0000"/>
              </a:solidFill>
            </a:rPr>
            <a:t>宗教信仰自由</a:t>
          </a:r>
        </a:p>
      </dgm:t>
    </dgm:pt>
    <dgm:pt modelId="{9AB733FB-2AE8-4D19-8D99-D4D00001F8E8}" type="parTrans" cxnId="{4A4946FB-6879-4E57-BBE8-11E6B0D6F5ED}">
      <dgm:prSet/>
      <dgm:spPr/>
      <dgm:t>
        <a:bodyPr/>
        <a:lstStyle/>
        <a:p>
          <a:endParaRPr lang="zh-CN" altLang="en-US"/>
        </a:p>
      </dgm:t>
    </dgm:pt>
    <dgm:pt modelId="{02D95C10-24DB-4996-B18F-225259934A21}" type="sibTrans" cxnId="{4A4946FB-6879-4E57-BBE8-11E6B0D6F5ED}">
      <dgm:prSet/>
      <dgm:spPr/>
      <dgm:t>
        <a:bodyPr/>
        <a:lstStyle/>
        <a:p>
          <a:endParaRPr lang="zh-CN" altLang="en-US"/>
        </a:p>
      </dgm:t>
    </dgm:pt>
    <dgm:pt modelId="{924D21B0-0025-4A6E-8A01-BC0EE72B9747}" type="pres">
      <dgm:prSet presAssocID="{B4279B13-1CB3-4885-8EA0-342F5AE1E395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B300AA6-56E5-4B02-BAD3-B47CFB80A517}" type="pres">
      <dgm:prSet presAssocID="{CFBCDAC7-75CB-4635-83C0-931E9484167E}" presName="root1" presStyleCnt="0"/>
      <dgm:spPr/>
    </dgm:pt>
    <dgm:pt modelId="{7EF312FD-7865-45B8-B41D-B38AE7BDE42C}" type="pres">
      <dgm:prSet presAssocID="{CFBCDAC7-75CB-4635-83C0-931E9484167E}" presName="LevelOneTextNode" presStyleLbl="node0" presStyleIdx="0" presStyleCnt="1" custLinFactNeighborX="4099" custLinFactNeighborY="18999">
        <dgm:presLayoutVars>
          <dgm:chPref val="3"/>
        </dgm:presLayoutVars>
      </dgm:prSet>
      <dgm:spPr/>
    </dgm:pt>
    <dgm:pt modelId="{AEFD79B8-6CC6-4E24-B16D-0CEE3971E77D}" type="pres">
      <dgm:prSet presAssocID="{CFBCDAC7-75CB-4635-83C0-931E9484167E}" presName="level2hierChild" presStyleCnt="0"/>
      <dgm:spPr/>
    </dgm:pt>
    <dgm:pt modelId="{E72103ED-C502-478F-8B62-3E4DA03B1085}" type="pres">
      <dgm:prSet presAssocID="{6B7068CC-FDA4-4371-87E5-99CF871EF61E}" presName="conn2-1" presStyleLbl="parChTrans1D2" presStyleIdx="0" presStyleCnt="4"/>
      <dgm:spPr/>
    </dgm:pt>
    <dgm:pt modelId="{DDC44E02-4584-43AB-BF75-E564BC1AFD93}" type="pres">
      <dgm:prSet presAssocID="{6B7068CC-FDA4-4371-87E5-99CF871EF61E}" presName="connTx" presStyleLbl="parChTrans1D2" presStyleIdx="0" presStyleCnt="4"/>
      <dgm:spPr/>
    </dgm:pt>
    <dgm:pt modelId="{4444F2F4-F6F3-4FB8-95EE-BF5FEB6BFA63}" type="pres">
      <dgm:prSet presAssocID="{557CCC87-C809-4BC3-B12A-6D1F411E250E}" presName="root2" presStyleCnt="0"/>
      <dgm:spPr/>
    </dgm:pt>
    <dgm:pt modelId="{10F0CB29-41A6-41CE-BA86-B89E934C108C}" type="pres">
      <dgm:prSet presAssocID="{557CCC87-C809-4BC3-B12A-6D1F411E250E}" presName="LevelTwoTextNode" presStyleLbl="node2" presStyleIdx="0" presStyleCnt="4">
        <dgm:presLayoutVars>
          <dgm:chPref val="3"/>
        </dgm:presLayoutVars>
      </dgm:prSet>
      <dgm:spPr/>
    </dgm:pt>
    <dgm:pt modelId="{9B67A633-0E95-494B-A61C-CD6C7CC11C11}" type="pres">
      <dgm:prSet presAssocID="{557CCC87-C809-4BC3-B12A-6D1F411E250E}" presName="level3hierChild" presStyleCnt="0"/>
      <dgm:spPr/>
    </dgm:pt>
    <dgm:pt modelId="{F772FC35-4E1D-4953-A0E8-B71C5BCF629D}" type="pres">
      <dgm:prSet presAssocID="{C39E14C0-7D28-488A-B528-86653D19998D}" presName="conn2-1" presStyleLbl="parChTrans1D2" presStyleIdx="1" presStyleCnt="4"/>
      <dgm:spPr/>
    </dgm:pt>
    <dgm:pt modelId="{BCF22036-EE1E-45A7-A426-45A2375A133A}" type="pres">
      <dgm:prSet presAssocID="{C39E14C0-7D28-488A-B528-86653D19998D}" presName="connTx" presStyleLbl="parChTrans1D2" presStyleIdx="1" presStyleCnt="4"/>
      <dgm:spPr/>
    </dgm:pt>
    <dgm:pt modelId="{29314D46-4AA6-454E-9CCE-8CB423893521}" type="pres">
      <dgm:prSet presAssocID="{E26BD7FE-14C3-410F-98D2-B90471AA4E7D}" presName="root2" presStyleCnt="0"/>
      <dgm:spPr/>
    </dgm:pt>
    <dgm:pt modelId="{6F5B77CA-C414-413B-A61B-64CD9D79735C}" type="pres">
      <dgm:prSet presAssocID="{E26BD7FE-14C3-410F-98D2-B90471AA4E7D}" presName="LevelTwoTextNode" presStyleLbl="node2" presStyleIdx="1" presStyleCnt="4">
        <dgm:presLayoutVars>
          <dgm:chPref val="3"/>
        </dgm:presLayoutVars>
      </dgm:prSet>
      <dgm:spPr/>
    </dgm:pt>
    <dgm:pt modelId="{E57C2C4E-64A3-4C5A-8FF9-C109E51536A9}" type="pres">
      <dgm:prSet presAssocID="{E26BD7FE-14C3-410F-98D2-B90471AA4E7D}" presName="level3hierChild" presStyleCnt="0"/>
      <dgm:spPr/>
    </dgm:pt>
    <dgm:pt modelId="{64FE7701-266C-4208-9864-C32A71128AAB}" type="pres">
      <dgm:prSet presAssocID="{78FF1AAB-B4A7-49F1-B749-822DB33D01A1}" presName="conn2-1" presStyleLbl="parChTrans1D2" presStyleIdx="2" presStyleCnt="4"/>
      <dgm:spPr/>
    </dgm:pt>
    <dgm:pt modelId="{A18D9BAB-F165-45C2-97C2-A64353BBCD7B}" type="pres">
      <dgm:prSet presAssocID="{78FF1AAB-B4A7-49F1-B749-822DB33D01A1}" presName="connTx" presStyleLbl="parChTrans1D2" presStyleIdx="2" presStyleCnt="4"/>
      <dgm:spPr/>
    </dgm:pt>
    <dgm:pt modelId="{1897FA8C-2873-4CA0-A212-B3DDFC3DF1B9}" type="pres">
      <dgm:prSet presAssocID="{3FE55358-DA0D-426B-83D4-20E5FE833DB1}" presName="root2" presStyleCnt="0"/>
      <dgm:spPr/>
    </dgm:pt>
    <dgm:pt modelId="{9BBDC700-DA7A-4B1F-AD7A-C7AE80A3977F}" type="pres">
      <dgm:prSet presAssocID="{3FE55358-DA0D-426B-83D4-20E5FE833DB1}" presName="LevelTwoTextNode" presStyleLbl="node2" presStyleIdx="2" presStyleCnt="4">
        <dgm:presLayoutVars>
          <dgm:chPref val="3"/>
        </dgm:presLayoutVars>
      </dgm:prSet>
      <dgm:spPr/>
    </dgm:pt>
    <dgm:pt modelId="{5C43B1EC-BD0C-4667-B108-0566188C1F4C}" type="pres">
      <dgm:prSet presAssocID="{3FE55358-DA0D-426B-83D4-20E5FE833DB1}" presName="level3hierChild" presStyleCnt="0"/>
      <dgm:spPr/>
    </dgm:pt>
    <dgm:pt modelId="{BCFE87FB-EA1C-4EEA-B78A-BC12D6C81C83}" type="pres">
      <dgm:prSet presAssocID="{9AB733FB-2AE8-4D19-8D99-D4D00001F8E8}" presName="conn2-1" presStyleLbl="parChTrans1D2" presStyleIdx="3" presStyleCnt="4"/>
      <dgm:spPr/>
    </dgm:pt>
    <dgm:pt modelId="{B3FDC777-4DA7-4FD8-9AC9-A860E9F70F62}" type="pres">
      <dgm:prSet presAssocID="{9AB733FB-2AE8-4D19-8D99-D4D00001F8E8}" presName="connTx" presStyleLbl="parChTrans1D2" presStyleIdx="3" presStyleCnt="4"/>
      <dgm:spPr/>
    </dgm:pt>
    <dgm:pt modelId="{FE714497-40AF-4984-BC7C-94E518DA8FF7}" type="pres">
      <dgm:prSet presAssocID="{89874C52-4743-4358-B9BB-9AB7C22EFDBA}" presName="root2" presStyleCnt="0"/>
      <dgm:spPr/>
    </dgm:pt>
    <dgm:pt modelId="{F7FDC82E-6AA1-4C69-B6E8-D931FBEF21ED}" type="pres">
      <dgm:prSet presAssocID="{89874C52-4743-4358-B9BB-9AB7C22EFDBA}" presName="LevelTwoTextNode" presStyleLbl="node2" presStyleIdx="3" presStyleCnt="4">
        <dgm:presLayoutVars>
          <dgm:chPref val="3"/>
        </dgm:presLayoutVars>
      </dgm:prSet>
      <dgm:spPr/>
    </dgm:pt>
    <dgm:pt modelId="{84CFA868-4209-4D65-AD88-2D8A60D1C8BB}" type="pres">
      <dgm:prSet presAssocID="{89874C52-4743-4358-B9BB-9AB7C22EFDBA}" presName="level3hierChild" presStyleCnt="0"/>
      <dgm:spPr/>
    </dgm:pt>
  </dgm:ptLst>
  <dgm:cxnLst>
    <dgm:cxn modelId="{6F1D560C-107B-43A0-B73F-D1104273D996}" type="presOf" srcId="{78FF1AAB-B4A7-49F1-B749-822DB33D01A1}" destId="{A18D9BAB-F165-45C2-97C2-A64353BBCD7B}" srcOrd="1" destOrd="0" presId="urn:microsoft.com/office/officeart/2005/8/layout/hierarchy2"/>
    <dgm:cxn modelId="{BFF24010-8355-4ED2-943E-61DD0BA98070}" type="presOf" srcId="{C39E14C0-7D28-488A-B528-86653D19998D}" destId="{F772FC35-4E1D-4953-A0E8-B71C5BCF629D}" srcOrd="0" destOrd="0" presId="urn:microsoft.com/office/officeart/2005/8/layout/hierarchy2"/>
    <dgm:cxn modelId="{0D4D9920-9FA1-4A7D-AC49-AE6B93900ECD}" srcId="{CFBCDAC7-75CB-4635-83C0-931E9484167E}" destId="{557CCC87-C809-4BC3-B12A-6D1F411E250E}" srcOrd="0" destOrd="0" parTransId="{6B7068CC-FDA4-4371-87E5-99CF871EF61E}" sibTransId="{34E26B2C-E22A-4677-AC57-387D8E03DBC3}"/>
    <dgm:cxn modelId="{43A2E131-5CFD-4D7D-8C4D-58AA6A9C3826}" type="presOf" srcId="{89874C52-4743-4358-B9BB-9AB7C22EFDBA}" destId="{F7FDC82E-6AA1-4C69-B6E8-D931FBEF21ED}" srcOrd="0" destOrd="0" presId="urn:microsoft.com/office/officeart/2005/8/layout/hierarchy2"/>
    <dgm:cxn modelId="{3AAC3E35-68C3-4B23-9C07-91178763C427}" type="presOf" srcId="{557CCC87-C809-4BC3-B12A-6D1F411E250E}" destId="{10F0CB29-41A6-41CE-BA86-B89E934C108C}" srcOrd="0" destOrd="0" presId="urn:microsoft.com/office/officeart/2005/8/layout/hierarchy2"/>
    <dgm:cxn modelId="{E4DD6736-4B16-4B0D-A008-1C775BB38EEF}" type="presOf" srcId="{78FF1AAB-B4A7-49F1-B749-822DB33D01A1}" destId="{64FE7701-266C-4208-9864-C32A71128AAB}" srcOrd="0" destOrd="0" presId="urn:microsoft.com/office/officeart/2005/8/layout/hierarchy2"/>
    <dgm:cxn modelId="{33A73D39-B624-40DA-B3BF-B47840F0F602}" type="presOf" srcId="{E26BD7FE-14C3-410F-98D2-B90471AA4E7D}" destId="{6F5B77CA-C414-413B-A61B-64CD9D79735C}" srcOrd="0" destOrd="0" presId="urn:microsoft.com/office/officeart/2005/8/layout/hierarchy2"/>
    <dgm:cxn modelId="{E86ADD3F-33CF-42B4-B1CE-4EE5A13CBAFB}" type="presOf" srcId="{3FE55358-DA0D-426B-83D4-20E5FE833DB1}" destId="{9BBDC700-DA7A-4B1F-AD7A-C7AE80A3977F}" srcOrd="0" destOrd="0" presId="urn:microsoft.com/office/officeart/2005/8/layout/hierarchy2"/>
    <dgm:cxn modelId="{8999AC49-BDFC-4A7F-8330-C617DA45DB03}" srcId="{CFBCDAC7-75CB-4635-83C0-931E9484167E}" destId="{3FE55358-DA0D-426B-83D4-20E5FE833DB1}" srcOrd="2" destOrd="0" parTransId="{78FF1AAB-B4A7-49F1-B749-822DB33D01A1}" sibTransId="{7AF41223-4B44-4DE6-9A4E-A3683CEC2DA2}"/>
    <dgm:cxn modelId="{56617F6E-EEA4-4B34-AFF3-3B50FE5221D4}" type="presOf" srcId="{9AB733FB-2AE8-4D19-8D99-D4D00001F8E8}" destId="{B3FDC777-4DA7-4FD8-9AC9-A860E9F70F62}" srcOrd="1" destOrd="0" presId="urn:microsoft.com/office/officeart/2005/8/layout/hierarchy2"/>
    <dgm:cxn modelId="{95499F56-FD7D-4E64-9A20-6EFAEED0B58D}" srcId="{CFBCDAC7-75CB-4635-83C0-931E9484167E}" destId="{E26BD7FE-14C3-410F-98D2-B90471AA4E7D}" srcOrd="1" destOrd="0" parTransId="{C39E14C0-7D28-488A-B528-86653D19998D}" sibTransId="{8BF59B67-74F2-4198-A65B-0D41189F07BE}"/>
    <dgm:cxn modelId="{8BD29E7B-7D95-4D9E-929B-00C2773AA975}" type="presOf" srcId="{CFBCDAC7-75CB-4635-83C0-931E9484167E}" destId="{7EF312FD-7865-45B8-B41D-B38AE7BDE42C}" srcOrd="0" destOrd="0" presId="urn:microsoft.com/office/officeart/2005/8/layout/hierarchy2"/>
    <dgm:cxn modelId="{393E2C99-6C6C-42F9-85BE-26513DB1D3D4}" type="presOf" srcId="{6B7068CC-FDA4-4371-87E5-99CF871EF61E}" destId="{E72103ED-C502-478F-8B62-3E4DA03B1085}" srcOrd="0" destOrd="0" presId="urn:microsoft.com/office/officeart/2005/8/layout/hierarchy2"/>
    <dgm:cxn modelId="{BFA9189C-666A-4257-A30C-C11596BBC780}" type="presOf" srcId="{9AB733FB-2AE8-4D19-8D99-D4D00001F8E8}" destId="{BCFE87FB-EA1C-4EEA-B78A-BC12D6C81C83}" srcOrd="0" destOrd="0" presId="urn:microsoft.com/office/officeart/2005/8/layout/hierarchy2"/>
    <dgm:cxn modelId="{F17295BC-E7CB-427C-A9B8-74F239976EDA}" type="presOf" srcId="{B4279B13-1CB3-4885-8EA0-342F5AE1E395}" destId="{924D21B0-0025-4A6E-8A01-BC0EE72B9747}" srcOrd="0" destOrd="0" presId="urn:microsoft.com/office/officeart/2005/8/layout/hierarchy2"/>
    <dgm:cxn modelId="{8F754AD9-F8D9-4323-AEFE-69FF8A276955}" type="presOf" srcId="{6B7068CC-FDA4-4371-87E5-99CF871EF61E}" destId="{DDC44E02-4584-43AB-BF75-E564BC1AFD93}" srcOrd="1" destOrd="0" presId="urn:microsoft.com/office/officeart/2005/8/layout/hierarchy2"/>
    <dgm:cxn modelId="{88E51FE7-CAC4-4729-A7C8-B2C128AAEE29}" srcId="{B4279B13-1CB3-4885-8EA0-342F5AE1E395}" destId="{CFBCDAC7-75CB-4635-83C0-931E9484167E}" srcOrd="0" destOrd="0" parTransId="{8F40509C-2B2B-4E3E-8785-B661EB46FBE0}" sibTransId="{2D4FB486-4595-4FCC-93C9-9FF4997DF59D}"/>
    <dgm:cxn modelId="{C48A99E9-995A-409D-9CEB-95C4967D2741}" type="presOf" srcId="{C39E14C0-7D28-488A-B528-86653D19998D}" destId="{BCF22036-EE1E-45A7-A426-45A2375A133A}" srcOrd="1" destOrd="0" presId="urn:microsoft.com/office/officeart/2005/8/layout/hierarchy2"/>
    <dgm:cxn modelId="{4A4946FB-6879-4E57-BBE8-11E6B0D6F5ED}" srcId="{CFBCDAC7-75CB-4635-83C0-931E9484167E}" destId="{89874C52-4743-4358-B9BB-9AB7C22EFDBA}" srcOrd="3" destOrd="0" parTransId="{9AB733FB-2AE8-4D19-8D99-D4D00001F8E8}" sibTransId="{02D95C10-24DB-4996-B18F-225259934A21}"/>
    <dgm:cxn modelId="{D274924E-FEEC-4659-AB0B-36F51AC7402B}" type="presParOf" srcId="{924D21B0-0025-4A6E-8A01-BC0EE72B9747}" destId="{2B300AA6-56E5-4B02-BAD3-B47CFB80A517}" srcOrd="0" destOrd="0" presId="urn:microsoft.com/office/officeart/2005/8/layout/hierarchy2"/>
    <dgm:cxn modelId="{26A317FB-F25E-417C-A5C0-8C5C54DD7167}" type="presParOf" srcId="{2B300AA6-56E5-4B02-BAD3-B47CFB80A517}" destId="{7EF312FD-7865-45B8-B41D-B38AE7BDE42C}" srcOrd="0" destOrd="0" presId="urn:microsoft.com/office/officeart/2005/8/layout/hierarchy2"/>
    <dgm:cxn modelId="{E5891E4F-565F-4251-BF49-F23727D827A0}" type="presParOf" srcId="{2B300AA6-56E5-4B02-BAD3-B47CFB80A517}" destId="{AEFD79B8-6CC6-4E24-B16D-0CEE3971E77D}" srcOrd="1" destOrd="0" presId="urn:microsoft.com/office/officeart/2005/8/layout/hierarchy2"/>
    <dgm:cxn modelId="{5294B4B5-B7D9-44ED-9200-12565E582623}" type="presParOf" srcId="{AEFD79B8-6CC6-4E24-B16D-0CEE3971E77D}" destId="{E72103ED-C502-478F-8B62-3E4DA03B1085}" srcOrd="0" destOrd="0" presId="urn:microsoft.com/office/officeart/2005/8/layout/hierarchy2"/>
    <dgm:cxn modelId="{B411B642-B7B3-496F-80C6-31A24F78996D}" type="presParOf" srcId="{E72103ED-C502-478F-8B62-3E4DA03B1085}" destId="{DDC44E02-4584-43AB-BF75-E564BC1AFD93}" srcOrd="0" destOrd="0" presId="urn:microsoft.com/office/officeart/2005/8/layout/hierarchy2"/>
    <dgm:cxn modelId="{0D99A1AA-3F11-4910-B519-DE28144BC916}" type="presParOf" srcId="{AEFD79B8-6CC6-4E24-B16D-0CEE3971E77D}" destId="{4444F2F4-F6F3-4FB8-95EE-BF5FEB6BFA63}" srcOrd="1" destOrd="0" presId="urn:microsoft.com/office/officeart/2005/8/layout/hierarchy2"/>
    <dgm:cxn modelId="{E6823187-8769-44C4-B4C6-A50AD1883047}" type="presParOf" srcId="{4444F2F4-F6F3-4FB8-95EE-BF5FEB6BFA63}" destId="{10F0CB29-41A6-41CE-BA86-B89E934C108C}" srcOrd="0" destOrd="0" presId="urn:microsoft.com/office/officeart/2005/8/layout/hierarchy2"/>
    <dgm:cxn modelId="{655036BE-6539-420F-90F9-31077967BBF1}" type="presParOf" srcId="{4444F2F4-F6F3-4FB8-95EE-BF5FEB6BFA63}" destId="{9B67A633-0E95-494B-A61C-CD6C7CC11C11}" srcOrd="1" destOrd="0" presId="urn:microsoft.com/office/officeart/2005/8/layout/hierarchy2"/>
    <dgm:cxn modelId="{2E173044-994B-47FE-BA9F-800E850763E2}" type="presParOf" srcId="{AEFD79B8-6CC6-4E24-B16D-0CEE3971E77D}" destId="{F772FC35-4E1D-4953-A0E8-B71C5BCF629D}" srcOrd="2" destOrd="0" presId="urn:microsoft.com/office/officeart/2005/8/layout/hierarchy2"/>
    <dgm:cxn modelId="{AC997D63-5A1B-4D8D-A880-65E143DEB103}" type="presParOf" srcId="{F772FC35-4E1D-4953-A0E8-B71C5BCF629D}" destId="{BCF22036-EE1E-45A7-A426-45A2375A133A}" srcOrd="0" destOrd="0" presId="urn:microsoft.com/office/officeart/2005/8/layout/hierarchy2"/>
    <dgm:cxn modelId="{934DDDA2-BC78-4C14-A0C7-A658EB4D46EF}" type="presParOf" srcId="{AEFD79B8-6CC6-4E24-B16D-0CEE3971E77D}" destId="{29314D46-4AA6-454E-9CCE-8CB423893521}" srcOrd="3" destOrd="0" presId="urn:microsoft.com/office/officeart/2005/8/layout/hierarchy2"/>
    <dgm:cxn modelId="{0A3825A0-139E-4C47-83A5-C9B0C817C07B}" type="presParOf" srcId="{29314D46-4AA6-454E-9CCE-8CB423893521}" destId="{6F5B77CA-C414-413B-A61B-64CD9D79735C}" srcOrd="0" destOrd="0" presId="urn:microsoft.com/office/officeart/2005/8/layout/hierarchy2"/>
    <dgm:cxn modelId="{A3AA5CC5-D8DE-492B-B400-FDBCF3AA3A52}" type="presParOf" srcId="{29314D46-4AA6-454E-9CCE-8CB423893521}" destId="{E57C2C4E-64A3-4C5A-8FF9-C109E51536A9}" srcOrd="1" destOrd="0" presId="urn:microsoft.com/office/officeart/2005/8/layout/hierarchy2"/>
    <dgm:cxn modelId="{0292F32E-3ECA-4FE9-977C-AD1822138AF6}" type="presParOf" srcId="{AEFD79B8-6CC6-4E24-B16D-0CEE3971E77D}" destId="{64FE7701-266C-4208-9864-C32A71128AAB}" srcOrd="4" destOrd="0" presId="urn:microsoft.com/office/officeart/2005/8/layout/hierarchy2"/>
    <dgm:cxn modelId="{14F755A4-25DE-41D7-B3A4-3A48C5F1D30D}" type="presParOf" srcId="{64FE7701-266C-4208-9864-C32A71128AAB}" destId="{A18D9BAB-F165-45C2-97C2-A64353BBCD7B}" srcOrd="0" destOrd="0" presId="urn:microsoft.com/office/officeart/2005/8/layout/hierarchy2"/>
    <dgm:cxn modelId="{806FB1D4-0DFC-46EE-952A-55FB9533E05D}" type="presParOf" srcId="{AEFD79B8-6CC6-4E24-B16D-0CEE3971E77D}" destId="{1897FA8C-2873-4CA0-A212-B3DDFC3DF1B9}" srcOrd="5" destOrd="0" presId="urn:microsoft.com/office/officeart/2005/8/layout/hierarchy2"/>
    <dgm:cxn modelId="{CD89F19C-3D52-452B-B4D7-D4CE7B6599C1}" type="presParOf" srcId="{1897FA8C-2873-4CA0-A212-B3DDFC3DF1B9}" destId="{9BBDC700-DA7A-4B1F-AD7A-C7AE80A3977F}" srcOrd="0" destOrd="0" presId="urn:microsoft.com/office/officeart/2005/8/layout/hierarchy2"/>
    <dgm:cxn modelId="{CDE39D53-74A3-4AB5-8929-3FF1EF947429}" type="presParOf" srcId="{1897FA8C-2873-4CA0-A212-B3DDFC3DF1B9}" destId="{5C43B1EC-BD0C-4667-B108-0566188C1F4C}" srcOrd="1" destOrd="0" presId="urn:microsoft.com/office/officeart/2005/8/layout/hierarchy2"/>
    <dgm:cxn modelId="{4A0765E1-1E5F-4F8F-B5DC-044D26C37F95}" type="presParOf" srcId="{AEFD79B8-6CC6-4E24-B16D-0CEE3971E77D}" destId="{BCFE87FB-EA1C-4EEA-B78A-BC12D6C81C83}" srcOrd="6" destOrd="0" presId="urn:microsoft.com/office/officeart/2005/8/layout/hierarchy2"/>
    <dgm:cxn modelId="{1D0DC68F-A150-4905-891F-F792B033CD09}" type="presParOf" srcId="{BCFE87FB-EA1C-4EEA-B78A-BC12D6C81C83}" destId="{B3FDC777-4DA7-4FD8-9AC9-A860E9F70F62}" srcOrd="0" destOrd="0" presId="urn:microsoft.com/office/officeart/2005/8/layout/hierarchy2"/>
    <dgm:cxn modelId="{3C747BCF-DA89-409D-93F6-B97B754177BE}" type="presParOf" srcId="{AEFD79B8-6CC6-4E24-B16D-0CEE3971E77D}" destId="{FE714497-40AF-4984-BC7C-94E518DA8FF7}" srcOrd="7" destOrd="0" presId="urn:microsoft.com/office/officeart/2005/8/layout/hierarchy2"/>
    <dgm:cxn modelId="{4E121FE0-9FE7-4F95-A624-2CB7E9E5D781}" type="presParOf" srcId="{FE714497-40AF-4984-BC7C-94E518DA8FF7}" destId="{F7FDC82E-6AA1-4C69-B6E8-D931FBEF21ED}" srcOrd="0" destOrd="0" presId="urn:microsoft.com/office/officeart/2005/8/layout/hierarchy2"/>
    <dgm:cxn modelId="{39572D66-7A91-4026-B34B-4B7D0E1CBB44}" type="presParOf" srcId="{FE714497-40AF-4984-BC7C-94E518DA8FF7}" destId="{84CFA868-4209-4D65-AD88-2D8A60D1C8BB}" srcOrd="1" destOrd="0" presId="urn:microsoft.com/office/officeart/2005/8/layout/hierarchy2"/>
  </dgm:cxnLst>
  <dgm:bg>
    <a:noFill/>
  </dgm:bg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C57BB84-147D-43E9-A1EE-73090EF20264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</dgm:pt>
    <dgm:pt modelId="{6A38176F-0FD0-4B60-8A24-053AF61DE71B}">
      <dgm:prSet phldrT="[文本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zh-CN" altLang="en-US" sz="1600" b="1" dirty="0">
              <a:solidFill>
                <a:srgbClr val="0070C0"/>
              </a:solidFill>
            </a:rPr>
            <a:t>治理体系和治理能力现代化</a:t>
          </a:r>
        </a:p>
      </dgm:t>
    </dgm:pt>
    <dgm:pt modelId="{4F17BE19-1F4E-46B0-B573-2950A6AA8F7D}" type="sibTrans" cxnId="{AF887B82-86AB-4F44-BAFC-76D24CF60A80}">
      <dgm:prSet/>
      <dgm:spPr/>
      <dgm:t>
        <a:bodyPr/>
        <a:lstStyle/>
        <a:p>
          <a:endParaRPr lang="zh-CN" altLang="en-US"/>
        </a:p>
      </dgm:t>
    </dgm:pt>
    <dgm:pt modelId="{FBBACC99-3CB7-44D7-8949-1FD0FA4F8001}" type="parTrans" cxnId="{AF887B82-86AB-4F44-BAFC-76D24CF60A80}">
      <dgm:prSet/>
      <dgm:spPr/>
      <dgm:t>
        <a:bodyPr/>
        <a:lstStyle/>
        <a:p>
          <a:endParaRPr lang="zh-CN" altLang="en-US"/>
        </a:p>
      </dgm:t>
    </dgm:pt>
    <dgm:pt modelId="{54F9D8B2-D4B5-418B-9AF7-3468D60D2A31}">
      <dgm:prSet phldrT="[文本]"/>
      <dgm:spPr/>
      <dgm:t>
        <a:bodyPr/>
        <a:lstStyle/>
        <a:p>
          <a:endParaRPr lang="zh-CN" altLang="en-US" dirty="0"/>
        </a:p>
      </dgm:t>
    </dgm:pt>
    <dgm:pt modelId="{930EF819-A650-4DA0-AECC-45BF0A104AB7}" type="sibTrans" cxnId="{4AC3BBA6-943F-405C-BB51-A85C78027FF8}">
      <dgm:prSet/>
      <dgm:spPr/>
      <dgm:t>
        <a:bodyPr/>
        <a:lstStyle/>
        <a:p>
          <a:endParaRPr lang="zh-CN" altLang="en-US"/>
        </a:p>
      </dgm:t>
    </dgm:pt>
    <dgm:pt modelId="{4E82C65F-AD10-4B14-ABC0-09FC0B3E4DCB}" type="parTrans" cxnId="{4AC3BBA6-943F-405C-BB51-A85C78027FF8}">
      <dgm:prSet/>
      <dgm:spPr/>
      <dgm:t>
        <a:bodyPr/>
        <a:lstStyle/>
        <a:p>
          <a:endParaRPr lang="zh-CN" altLang="en-US"/>
        </a:p>
      </dgm:t>
    </dgm:pt>
    <dgm:pt modelId="{E7E6C94F-F827-40D5-BFE8-5F2986F25AA8}" type="pres">
      <dgm:prSet presAssocID="{DC57BB84-147D-43E9-A1EE-73090EF20264}" presName="Name0" presStyleCnt="0">
        <dgm:presLayoutVars>
          <dgm:dir/>
          <dgm:resizeHandles val="exact"/>
        </dgm:presLayoutVars>
      </dgm:prSet>
      <dgm:spPr/>
    </dgm:pt>
    <dgm:pt modelId="{0D6CDEA6-4429-4A88-A39D-CA56C9306A06}" type="pres">
      <dgm:prSet presAssocID="{DC57BB84-147D-43E9-A1EE-73090EF20264}" presName="arrow" presStyleLbl="bgShp" presStyleIdx="0" presStyleCnt="1" custScaleY="53589" custLinFactNeighborX="524" custLinFactNeighborY="9633"/>
      <dgm:spPr/>
    </dgm:pt>
    <dgm:pt modelId="{F2C3CEFB-B6C7-4221-A8F1-DBC01EEE5C91}" type="pres">
      <dgm:prSet presAssocID="{DC57BB84-147D-43E9-A1EE-73090EF20264}" presName="points" presStyleCnt="0"/>
      <dgm:spPr/>
    </dgm:pt>
    <dgm:pt modelId="{E5F3D019-2EE7-42AA-AF2C-C56C45FAAF9D}" type="pres">
      <dgm:prSet presAssocID="{54F9D8B2-D4B5-418B-9AF7-3468D60D2A31}" presName="compositeA" presStyleCnt="0"/>
      <dgm:spPr/>
    </dgm:pt>
    <dgm:pt modelId="{BC811252-730F-44F3-B0C2-A8D856950FFF}" type="pres">
      <dgm:prSet presAssocID="{54F9D8B2-D4B5-418B-9AF7-3468D60D2A31}" presName="textA" presStyleLbl="revTx" presStyleIdx="0" presStyleCnt="2">
        <dgm:presLayoutVars>
          <dgm:bulletEnabled val="1"/>
        </dgm:presLayoutVars>
      </dgm:prSet>
      <dgm:spPr/>
    </dgm:pt>
    <dgm:pt modelId="{4458C0ED-C9AA-46B9-84F0-9E3BDA613B52}" type="pres">
      <dgm:prSet presAssocID="{54F9D8B2-D4B5-418B-9AF7-3468D60D2A31}" presName="circleA" presStyleLbl="node1" presStyleIdx="0" presStyleCnt="2"/>
      <dgm:spPr/>
    </dgm:pt>
    <dgm:pt modelId="{B70C0F87-17F3-4D1C-A97B-E4E125FE6296}" type="pres">
      <dgm:prSet presAssocID="{54F9D8B2-D4B5-418B-9AF7-3468D60D2A31}" presName="spaceA" presStyleCnt="0"/>
      <dgm:spPr/>
    </dgm:pt>
    <dgm:pt modelId="{9C7E746D-CDC5-4E74-A21D-2118E10EC968}" type="pres">
      <dgm:prSet presAssocID="{930EF819-A650-4DA0-AECC-45BF0A104AB7}" presName="space" presStyleCnt="0"/>
      <dgm:spPr/>
    </dgm:pt>
    <dgm:pt modelId="{F613E655-42A0-4128-BC95-610FB73BB435}" type="pres">
      <dgm:prSet presAssocID="{6A38176F-0FD0-4B60-8A24-053AF61DE71B}" presName="compositeB" presStyleCnt="0"/>
      <dgm:spPr/>
    </dgm:pt>
    <dgm:pt modelId="{B3D84426-4A2E-41B8-9885-F1D1C5F12080}" type="pres">
      <dgm:prSet presAssocID="{6A38176F-0FD0-4B60-8A24-053AF61DE71B}" presName="textB" presStyleLbl="revTx" presStyleIdx="1" presStyleCnt="2" custScaleX="210938" custScaleY="88383" custLinFactY="-41097" custLinFactNeighborX="-33650" custLinFactNeighborY="-100000">
        <dgm:presLayoutVars>
          <dgm:bulletEnabled val="1"/>
        </dgm:presLayoutVars>
      </dgm:prSet>
      <dgm:spPr/>
    </dgm:pt>
    <dgm:pt modelId="{D946A46C-EA6C-4801-BCEC-93180C59B0D8}" type="pres">
      <dgm:prSet presAssocID="{6A38176F-0FD0-4B60-8A24-053AF61DE71B}" presName="circleB" presStyleLbl="node1" presStyleIdx="1" presStyleCnt="2"/>
      <dgm:spPr/>
    </dgm:pt>
    <dgm:pt modelId="{D0F2CFF7-D332-4675-8E34-DBDBF28E458D}" type="pres">
      <dgm:prSet presAssocID="{6A38176F-0FD0-4B60-8A24-053AF61DE71B}" presName="spaceB" presStyleCnt="0"/>
      <dgm:spPr/>
    </dgm:pt>
  </dgm:ptLst>
  <dgm:cxnLst>
    <dgm:cxn modelId="{AF887B82-86AB-4F44-BAFC-76D24CF60A80}" srcId="{DC57BB84-147D-43E9-A1EE-73090EF20264}" destId="{6A38176F-0FD0-4B60-8A24-053AF61DE71B}" srcOrd="1" destOrd="0" parTransId="{FBBACC99-3CB7-44D7-8949-1FD0FA4F8001}" sibTransId="{4F17BE19-1F4E-46B0-B573-2950A6AA8F7D}"/>
    <dgm:cxn modelId="{4AC3BBA6-943F-405C-BB51-A85C78027FF8}" srcId="{DC57BB84-147D-43E9-A1EE-73090EF20264}" destId="{54F9D8B2-D4B5-418B-9AF7-3468D60D2A31}" srcOrd="0" destOrd="0" parTransId="{4E82C65F-AD10-4B14-ABC0-09FC0B3E4DCB}" sibTransId="{930EF819-A650-4DA0-AECC-45BF0A104AB7}"/>
    <dgm:cxn modelId="{9342ACCB-364E-4528-8CA3-5EBA1606F886}" type="presOf" srcId="{6A38176F-0FD0-4B60-8A24-053AF61DE71B}" destId="{B3D84426-4A2E-41B8-9885-F1D1C5F12080}" srcOrd="0" destOrd="0" presId="urn:microsoft.com/office/officeart/2005/8/layout/hProcess11"/>
    <dgm:cxn modelId="{8C6D50DE-BF91-4B77-BC8E-098D078B3624}" type="presOf" srcId="{DC57BB84-147D-43E9-A1EE-73090EF20264}" destId="{E7E6C94F-F827-40D5-BFE8-5F2986F25AA8}" srcOrd="0" destOrd="0" presId="urn:microsoft.com/office/officeart/2005/8/layout/hProcess11"/>
    <dgm:cxn modelId="{9E18CDF7-0502-4AA2-8F20-FE283C7F7091}" type="presOf" srcId="{54F9D8B2-D4B5-418B-9AF7-3468D60D2A31}" destId="{BC811252-730F-44F3-B0C2-A8D856950FFF}" srcOrd="0" destOrd="0" presId="urn:microsoft.com/office/officeart/2005/8/layout/hProcess11"/>
    <dgm:cxn modelId="{BEE2F4C1-0C5C-4F60-934F-086657FA4BB4}" type="presParOf" srcId="{E7E6C94F-F827-40D5-BFE8-5F2986F25AA8}" destId="{0D6CDEA6-4429-4A88-A39D-CA56C9306A06}" srcOrd="0" destOrd="0" presId="urn:microsoft.com/office/officeart/2005/8/layout/hProcess11"/>
    <dgm:cxn modelId="{1589BEB0-EBC5-4F99-89E0-90913366AF69}" type="presParOf" srcId="{E7E6C94F-F827-40D5-BFE8-5F2986F25AA8}" destId="{F2C3CEFB-B6C7-4221-A8F1-DBC01EEE5C91}" srcOrd="1" destOrd="0" presId="urn:microsoft.com/office/officeart/2005/8/layout/hProcess11"/>
    <dgm:cxn modelId="{74AA1DD0-D0D0-42D2-A35E-9B509DE24DFE}" type="presParOf" srcId="{F2C3CEFB-B6C7-4221-A8F1-DBC01EEE5C91}" destId="{E5F3D019-2EE7-42AA-AF2C-C56C45FAAF9D}" srcOrd="0" destOrd="0" presId="urn:microsoft.com/office/officeart/2005/8/layout/hProcess11"/>
    <dgm:cxn modelId="{754FB33B-1084-4077-B6E0-3A11D637E86A}" type="presParOf" srcId="{E5F3D019-2EE7-42AA-AF2C-C56C45FAAF9D}" destId="{BC811252-730F-44F3-B0C2-A8D856950FFF}" srcOrd="0" destOrd="0" presId="urn:microsoft.com/office/officeart/2005/8/layout/hProcess11"/>
    <dgm:cxn modelId="{792A496E-D709-4648-B94B-A290F2441D63}" type="presParOf" srcId="{E5F3D019-2EE7-42AA-AF2C-C56C45FAAF9D}" destId="{4458C0ED-C9AA-46B9-84F0-9E3BDA613B52}" srcOrd="1" destOrd="0" presId="urn:microsoft.com/office/officeart/2005/8/layout/hProcess11"/>
    <dgm:cxn modelId="{7D4D362A-781E-42BC-8E73-68540B4B63E3}" type="presParOf" srcId="{E5F3D019-2EE7-42AA-AF2C-C56C45FAAF9D}" destId="{B70C0F87-17F3-4D1C-A97B-E4E125FE6296}" srcOrd="2" destOrd="0" presId="urn:microsoft.com/office/officeart/2005/8/layout/hProcess11"/>
    <dgm:cxn modelId="{797DA90D-1D03-4A48-A764-BFF0794B243A}" type="presParOf" srcId="{F2C3CEFB-B6C7-4221-A8F1-DBC01EEE5C91}" destId="{9C7E746D-CDC5-4E74-A21D-2118E10EC968}" srcOrd="1" destOrd="0" presId="urn:microsoft.com/office/officeart/2005/8/layout/hProcess11"/>
    <dgm:cxn modelId="{335081DD-75F7-45E8-BBE7-3F9A6B8FA45D}" type="presParOf" srcId="{F2C3CEFB-B6C7-4221-A8F1-DBC01EEE5C91}" destId="{F613E655-42A0-4128-BC95-610FB73BB435}" srcOrd="2" destOrd="0" presId="urn:microsoft.com/office/officeart/2005/8/layout/hProcess11"/>
    <dgm:cxn modelId="{AD1E94D2-81CC-4219-A0DB-E0D77CD7CC84}" type="presParOf" srcId="{F613E655-42A0-4128-BC95-610FB73BB435}" destId="{B3D84426-4A2E-41B8-9885-F1D1C5F12080}" srcOrd="0" destOrd="0" presId="urn:microsoft.com/office/officeart/2005/8/layout/hProcess11"/>
    <dgm:cxn modelId="{A91A72B4-F9BD-400E-8AFE-279D626C8723}" type="presParOf" srcId="{F613E655-42A0-4128-BC95-610FB73BB435}" destId="{D946A46C-EA6C-4801-BCEC-93180C59B0D8}" srcOrd="1" destOrd="0" presId="urn:microsoft.com/office/officeart/2005/8/layout/hProcess11"/>
    <dgm:cxn modelId="{1F603A1B-165D-4490-809A-07C113E27E48}" type="presParOf" srcId="{F613E655-42A0-4128-BC95-610FB73BB435}" destId="{D0F2CFF7-D332-4675-8E34-DBDBF28E458D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2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D91D26-8E3E-4A12-A82D-95E307B3242A}">
      <dsp:nvSpPr>
        <dsp:cNvPr id="0" name=""/>
        <dsp:cNvSpPr/>
      </dsp:nvSpPr>
      <dsp:spPr>
        <a:xfrm>
          <a:off x="2423302" y="1362367"/>
          <a:ext cx="91440" cy="2254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543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5AE04C-9C34-4C29-9FE2-267696C8FB28}">
      <dsp:nvSpPr>
        <dsp:cNvPr id="0" name=""/>
        <dsp:cNvSpPr/>
      </dsp:nvSpPr>
      <dsp:spPr>
        <a:xfrm>
          <a:off x="1653783" y="644711"/>
          <a:ext cx="815239" cy="2254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3629"/>
              </a:lnTo>
              <a:lnTo>
                <a:pt x="815239" y="153629"/>
              </a:lnTo>
              <a:lnTo>
                <a:pt x="815239" y="22543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C10988-A62F-4DB1-8426-9B745877E535}">
      <dsp:nvSpPr>
        <dsp:cNvPr id="0" name=""/>
        <dsp:cNvSpPr/>
      </dsp:nvSpPr>
      <dsp:spPr>
        <a:xfrm>
          <a:off x="838543" y="1362367"/>
          <a:ext cx="370380" cy="2254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3629"/>
              </a:lnTo>
              <a:lnTo>
                <a:pt x="370380" y="153629"/>
              </a:lnTo>
              <a:lnTo>
                <a:pt x="370380" y="22543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EC02EE-3321-4B50-8F84-72465621711F}">
      <dsp:nvSpPr>
        <dsp:cNvPr id="0" name=""/>
        <dsp:cNvSpPr/>
      </dsp:nvSpPr>
      <dsp:spPr>
        <a:xfrm>
          <a:off x="285925" y="1362367"/>
          <a:ext cx="552617" cy="225438"/>
        </a:xfrm>
        <a:custGeom>
          <a:avLst/>
          <a:gdLst/>
          <a:ahLst/>
          <a:cxnLst/>
          <a:rect l="0" t="0" r="0" b="0"/>
          <a:pathLst>
            <a:path>
              <a:moveTo>
                <a:pt x="552617" y="0"/>
              </a:moveTo>
              <a:lnTo>
                <a:pt x="552617" y="153629"/>
              </a:lnTo>
              <a:lnTo>
                <a:pt x="0" y="153629"/>
              </a:lnTo>
              <a:lnTo>
                <a:pt x="0" y="22543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E824F0-04A5-4C72-ACEC-3529F4676913}">
      <dsp:nvSpPr>
        <dsp:cNvPr id="0" name=""/>
        <dsp:cNvSpPr/>
      </dsp:nvSpPr>
      <dsp:spPr>
        <a:xfrm>
          <a:off x="838543" y="644711"/>
          <a:ext cx="815239" cy="225438"/>
        </a:xfrm>
        <a:custGeom>
          <a:avLst/>
          <a:gdLst/>
          <a:ahLst/>
          <a:cxnLst/>
          <a:rect l="0" t="0" r="0" b="0"/>
          <a:pathLst>
            <a:path>
              <a:moveTo>
                <a:pt x="815239" y="0"/>
              </a:moveTo>
              <a:lnTo>
                <a:pt x="815239" y="153629"/>
              </a:lnTo>
              <a:lnTo>
                <a:pt x="0" y="153629"/>
              </a:lnTo>
              <a:lnTo>
                <a:pt x="0" y="22543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52D3C5-BC50-409B-8E37-5D4367430869}">
      <dsp:nvSpPr>
        <dsp:cNvPr id="0" name=""/>
        <dsp:cNvSpPr/>
      </dsp:nvSpPr>
      <dsp:spPr>
        <a:xfrm>
          <a:off x="1095271" y="152494"/>
          <a:ext cx="1117023" cy="4922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D12948-7F9D-4DA1-8D2F-B386D868F2AF}">
      <dsp:nvSpPr>
        <dsp:cNvPr id="0" name=""/>
        <dsp:cNvSpPr/>
      </dsp:nvSpPr>
      <dsp:spPr>
        <a:xfrm>
          <a:off x="1181398" y="234314"/>
          <a:ext cx="1117023" cy="4922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900" kern="1200"/>
            <a:t>全过程人民民主</a:t>
          </a:r>
          <a:endParaRPr lang="zh-CN" altLang="en-US" sz="900" kern="1200" dirty="0"/>
        </a:p>
      </dsp:txBody>
      <dsp:txXfrm>
        <a:off x="1195815" y="248731"/>
        <a:ext cx="1088189" cy="463383"/>
      </dsp:txXfrm>
    </dsp:sp>
    <dsp:sp modelId="{B2BE7938-24AC-4F8C-B721-8D25021A599A}">
      <dsp:nvSpPr>
        <dsp:cNvPr id="0" name=""/>
        <dsp:cNvSpPr/>
      </dsp:nvSpPr>
      <dsp:spPr>
        <a:xfrm>
          <a:off x="450970" y="870149"/>
          <a:ext cx="775145" cy="4922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AEF6B2-058C-4F55-AAD4-BC14BBB41104}">
      <dsp:nvSpPr>
        <dsp:cNvPr id="0" name=""/>
        <dsp:cNvSpPr/>
      </dsp:nvSpPr>
      <dsp:spPr>
        <a:xfrm>
          <a:off x="537098" y="951970"/>
          <a:ext cx="775145" cy="4922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900" kern="1200" dirty="0"/>
            <a:t>权利</a:t>
          </a:r>
          <a:r>
            <a:rPr lang="en-US" altLang="zh-CN" sz="900" kern="1200" dirty="0"/>
            <a:t>/</a:t>
          </a:r>
          <a:r>
            <a:rPr lang="zh-CN" altLang="en-US" sz="900" kern="1200" dirty="0"/>
            <a:t>力</a:t>
          </a:r>
        </a:p>
      </dsp:txBody>
      <dsp:txXfrm>
        <a:off x="551515" y="966387"/>
        <a:ext cx="746311" cy="463383"/>
      </dsp:txXfrm>
    </dsp:sp>
    <dsp:sp modelId="{BD35B7CB-600C-4CC3-BA97-EA15322FB4E3}">
      <dsp:nvSpPr>
        <dsp:cNvPr id="0" name=""/>
        <dsp:cNvSpPr/>
      </dsp:nvSpPr>
      <dsp:spPr>
        <a:xfrm>
          <a:off x="1672" y="1587805"/>
          <a:ext cx="568507" cy="4922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702776-ECF6-4F90-B6A6-DA8C0964439D}">
      <dsp:nvSpPr>
        <dsp:cNvPr id="0" name=""/>
        <dsp:cNvSpPr/>
      </dsp:nvSpPr>
      <dsp:spPr>
        <a:xfrm>
          <a:off x="87799" y="1669626"/>
          <a:ext cx="568507" cy="4922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900" kern="1200" dirty="0"/>
            <a:t>公众：知参表监</a:t>
          </a:r>
        </a:p>
      </dsp:txBody>
      <dsp:txXfrm>
        <a:off x="102216" y="1684043"/>
        <a:ext cx="539673" cy="463383"/>
      </dsp:txXfrm>
    </dsp:sp>
    <dsp:sp modelId="{8DF3ED35-6E43-4F23-8941-7AAC99C2B7F0}">
      <dsp:nvSpPr>
        <dsp:cNvPr id="0" name=""/>
        <dsp:cNvSpPr/>
      </dsp:nvSpPr>
      <dsp:spPr>
        <a:xfrm>
          <a:off x="742434" y="1587805"/>
          <a:ext cx="932980" cy="4922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7CFAAC-940D-48A3-8A56-37148113792D}">
      <dsp:nvSpPr>
        <dsp:cNvPr id="0" name=""/>
        <dsp:cNvSpPr/>
      </dsp:nvSpPr>
      <dsp:spPr>
        <a:xfrm>
          <a:off x="828561" y="1669626"/>
          <a:ext cx="932980" cy="4922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900" kern="1200" dirty="0"/>
            <a:t>国家机关：立法、行政、司法</a:t>
          </a:r>
        </a:p>
      </dsp:txBody>
      <dsp:txXfrm>
        <a:off x="842978" y="1684043"/>
        <a:ext cx="904146" cy="463383"/>
      </dsp:txXfrm>
    </dsp:sp>
    <dsp:sp modelId="{26C39DC8-50E0-455C-871F-AB582AE8C75B}">
      <dsp:nvSpPr>
        <dsp:cNvPr id="0" name=""/>
        <dsp:cNvSpPr/>
      </dsp:nvSpPr>
      <dsp:spPr>
        <a:xfrm>
          <a:off x="2081449" y="870149"/>
          <a:ext cx="775145" cy="4922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741332-D37B-4730-898B-C8733D6FB9D2}">
      <dsp:nvSpPr>
        <dsp:cNvPr id="0" name=""/>
        <dsp:cNvSpPr/>
      </dsp:nvSpPr>
      <dsp:spPr>
        <a:xfrm>
          <a:off x="2167577" y="951970"/>
          <a:ext cx="775145" cy="4922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900" kern="1200" dirty="0"/>
            <a:t>德治与法治</a:t>
          </a:r>
        </a:p>
      </dsp:txBody>
      <dsp:txXfrm>
        <a:off x="2181994" y="966387"/>
        <a:ext cx="746311" cy="463383"/>
      </dsp:txXfrm>
    </dsp:sp>
    <dsp:sp modelId="{44D18DDB-B372-48BD-8BE7-B09F895DD4A1}">
      <dsp:nvSpPr>
        <dsp:cNvPr id="0" name=""/>
        <dsp:cNvSpPr/>
      </dsp:nvSpPr>
      <dsp:spPr>
        <a:xfrm>
          <a:off x="1847669" y="1587805"/>
          <a:ext cx="1242705" cy="4922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4E37EF-EE19-4705-A908-9BC8E05ECE5B}">
      <dsp:nvSpPr>
        <dsp:cNvPr id="0" name=""/>
        <dsp:cNvSpPr/>
      </dsp:nvSpPr>
      <dsp:spPr>
        <a:xfrm>
          <a:off x="1933796" y="1669626"/>
          <a:ext cx="1242705" cy="4922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900" kern="1200" dirty="0"/>
            <a:t>宪法为核心的中国特色社会主义法律体系</a:t>
          </a:r>
        </a:p>
      </dsp:txBody>
      <dsp:txXfrm>
        <a:off x="1948213" y="1684043"/>
        <a:ext cx="1213871" cy="46338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6E58A5-0E71-44CD-BCC8-71C3F8026E68}">
      <dsp:nvSpPr>
        <dsp:cNvPr id="0" name=""/>
        <dsp:cNvSpPr/>
      </dsp:nvSpPr>
      <dsp:spPr>
        <a:xfrm>
          <a:off x="0" y="0"/>
          <a:ext cx="1206751" cy="603375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/>
            <a:t>党的领导</a:t>
          </a:r>
        </a:p>
      </dsp:txBody>
      <dsp:txXfrm>
        <a:off x="17672" y="17672"/>
        <a:ext cx="1171407" cy="568031"/>
      </dsp:txXfrm>
    </dsp:sp>
    <dsp:sp modelId="{17D07A95-0C64-4A67-B676-45CBF8518B55}">
      <dsp:nvSpPr>
        <dsp:cNvPr id="0" name=""/>
        <dsp:cNvSpPr/>
      </dsp:nvSpPr>
      <dsp:spPr>
        <a:xfrm>
          <a:off x="74955" y="603375"/>
          <a:ext cx="91440" cy="99970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999709"/>
              </a:lnTo>
              <a:lnTo>
                <a:pt x="102041" y="99970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604CFE-23E0-4105-B5B9-636E5C8AFFF8}">
      <dsp:nvSpPr>
        <dsp:cNvPr id="0" name=""/>
        <dsp:cNvSpPr/>
      </dsp:nvSpPr>
      <dsp:spPr>
        <a:xfrm>
          <a:off x="176996" y="1301397"/>
          <a:ext cx="965400" cy="603375"/>
        </a:xfrm>
        <a:prstGeom prst="roundRect">
          <a:avLst>
            <a:gd name="adj" fmla="val 10000"/>
          </a:avLst>
        </a:prstGeom>
        <a:solidFill>
          <a:srgbClr val="FFFF00">
            <a:alpha val="90000"/>
          </a:srgb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500" kern="1200" dirty="0"/>
            <a:t>国体</a:t>
          </a:r>
        </a:p>
      </dsp:txBody>
      <dsp:txXfrm>
        <a:off x="194668" y="1319069"/>
        <a:ext cx="930056" cy="568031"/>
      </dsp:txXfrm>
    </dsp:sp>
    <dsp:sp modelId="{4BEDA971-902C-4F15-98A8-089431EA3818}">
      <dsp:nvSpPr>
        <dsp:cNvPr id="0" name=""/>
        <dsp:cNvSpPr/>
      </dsp:nvSpPr>
      <dsp:spPr>
        <a:xfrm>
          <a:off x="74955" y="603375"/>
          <a:ext cx="91440" cy="210270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02704"/>
              </a:lnTo>
              <a:lnTo>
                <a:pt x="102041" y="210270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9B264A-3446-4829-9F20-A06880712BD3}">
      <dsp:nvSpPr>
        <dsp:cNvPr id="0" name=""/>
        <dsp:cNvSpPr/>
      </dsp:nvSpPr>
      <dsp:spPr>
        <a:xfrm>
          <a:off x="176996" y="2404391"/>
          <a:ext cx="965400" cy="603375"/>
        </a:xfrm>
        <a:prstGeom prst="roundRect">
          <a:avLst>
            <a:gd name="adj" fmla="val 10000"/>
          </a:avLst>
        </a:prstGeom>
        <a:solidFill>
          <a:srgbClr val="00B050">
            <a:alpha val="90000"/>
          </a:srgb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500" kern="1200" dirty="0"/>
            <a:t>政体</a:t>
          </a:r>
        </a:p>
      </dsp:txBody>
      <dsp:txXfrm>
        <a:off x="194668" y="2422063"/>
        <a:ext cx="930056" cy="56803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F312FD-7865-45B8-B41D-B38AE7BDE42C}">
      <dsp:nvSpPr>
        <dsp:cNvPr id="0" name=""/>
        <dsp:cNvSpPr/>
      </dsp:nvSpPr>
      <dsp:spPr>
        <a:xfrm>
          <a:off x="119840" y="933708"/>
          <a:ext cx="973498" cy="486749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</a:schemeClr>
        </a:solidFill>
        <a:ln w="1270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b="1" kern="1200" dirty="0">
              <a:solidFill>
                <a:srgbClr val="FF0000"/>
              </a:solidFill>
            </a:rPr>
            <a:t>人民代表大会制度</a:t>
          </a:r>
        </a:p>
      </dsp:txBody>
      <dsp:txXfrm>
        <a:off x="134096" y="947964"/>
        <a:ext cx="944986" cy="458237"/>
      </dsp:txXfrm>
    </dsp:sp>
    <dsp:sp modelId="{E72103ED-C502-478F-8B62-3E4DA03B1085}">
      <dsp:nvSpPr>
        <dsp:cNvPr id="0" name=""/>
        <dsp:cNvSpPr/>
      </dsp:nvSpPr>
      <dsp:spPr>
        <a:xfrm rot="17433203">
          <a:off x="770343" y="690827"/>
          <a:ext cx="995487" cy="40390"/>
        </a:xfrm>
        <a:custGeom>
          <a:avLst/>
          <a:gdLst/>
          <a:ahLst/>
          <a:cxnLst/>
          <a:rect l="0" t="0" r="0" b="0"/>
          <a:pathLst>
            <a:path>
              <a:moveTo>
                <a:pt x="0" y="20195"/>
              </a:moveTo>
              <a:lnTo>
                <a:pt x="995487" y="2019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243199" y="686135"/>
        <a:ext cx="49774" cy="49774"/>
      </dsp:txXfrm>
    </dsp:sp>
    <dsp:sp modelId="{10F0CB29-41A6-41CE-BA86-B89E934C108C}">
      <dsp:nvSpPr>
        <dsp:cNvPr id="0" name=""/>
        <dsp:cNvSpPr/>
      </dsp:nvSpPr>
      <dsp:spPr>
        <a:xfrm>
          <a:off x="1442834" y="1588"/>
          <a:ext cx="973498" cy="486749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</a:schemeClr>
        </a:solidFill>
        <a:ln w="1270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solidFill>
                <a:srgbClr val="FF0000"/>
              </a:solidFill>
            </a:rPr>
            <a:t>民族区域自治制度</a:t>
          </a:r>
        </a:p>
      </dsp:txBody>
      <dsp:txXfrm>
        <a:off x="1457090" y="15844"/>
        <a:ext cx="944986" cy="458237"/>
      </dsp:txXfrm>
    </dsp:sp>
    <dsp:sp modelId="{F772FC35-4E1D-4953-A0E8-B71C5BCF629D}">
      <dsp:nvSpPr>
        <dsp:cNvPr id="0" name=""/>
        <dsp:cNvSpPr/>
      </dsp:nvSpPr>
      <dsp:spPr>
        <a:xfrm rot="18791156">
          <a:off x="1012744" y="970708"/>
          <a:ext cx="510683" cy="40390"/>
        </a:xfrm>
        <a:custGeom>
          <a:avLst/>
          <a:gdLst/>
          <a:ahLst/>
          <a:cxnLst/>
          <a:rect l="0" t="0" r="0" b="0"/>
          <a:pathLst>
            <a:path>
              <a:moveTo>
                <a:pt x="0" y="20195"/>
              </a:moveTo>
              <a:lnTo>
                <a:pt x="510683" y="2019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255319" y="978136"/>
        <a:ext cx="25534" cy="25534"/>
      </dsp:txXfrm>
    </dsp:sp>
    <dsp:sp modelId="{6F5B77CA-C414-413B-A61B-64CD9D79735C}">
      <dsp:nvSpPr>
        <dsp:cNvPr id="0" name=""/>
        <dsp:cNvSpPr/>
      </dsp:nvSpPr>
      <dsp:spPr>
        <a:xfrm>
          <a:off x="1442834" y="561349"/>
          <a:ext cx="973498" cy="486749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solidFill>
                <a:srgbClr val="FF0000"/>
              </a:solidFill>
            </a:rPr>
            <a:t>基层群众自治制度</a:t>
          </a:r>
        </a:p>
      </dsp:txBody>
      <dsp:txXfrm>
        <a:off x="1457090" y="575605"/>
        <a:ext cx="944986" cy="458237"/>
      </dsp:txXfrm>
    </dsp:sp>
    <dsp:sp modelId="{64FE7701-266C-4208-9864-C32A71128AAB}">
      <dsp:nvSpPr>
        <dsp:cNvPr id="0" name=""/>
        <dsp:cNvSpPr/>
      </dsp:nvSpPr>
      <dsp:spPr>
        <a:xfrm rot="1692041">
          <a:off x="1069802" y="1250589"/>
          <a:ext cx="396569" cy="40390"/>
        </a:xfrm>
        <a:custGeom>
          <a:avLst/>
          <a:gdLst/>
          <a:ahLst/>
          <a:cxnLst/>
          <a:rect l="0" t="0" r="0" b="0"/>
          <a:pathLst>
            <a:path>
              <a:moveTo>
                <a:pt x="0" y="20195"/>
              </a:moveTo>
              <a:lnTo>
                <a:pt x="396569" y="2019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258172" y="1260870"/>
        <a:ext cx="19828" cy="19828"/>
      </dsp:txXfrm>
    </dsp:sp>
    <dsp:sp modelId="{9BBDC700-DA7A-4B1F-AD7A-C7AE80A3977F}">
      <dsp:nvSpPr>
        <dsp:cNvPr id="0" name=""/>
        <dsp:cNvSpPr/>
      </dsp:nvSpPr>
      <dsp:spPr>
        <a:xfrm>
          <a:off x="1442834" y="1121111"/>
          <a:ext cx="973498" cy="486749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solidFill>
                <a:srgbClr val="FF0000"/>
              </a:solidFill>
            </a:rPr>
            <a:t>政党制度</a:t>
          </a:r>
        </a:p>
      </dsp:txBody>
      <dsp:txXfrm>
        <a:off x="1457090" y="1135367"/>
        <a:ext cx="944986" cy="458237"/>
      </dsp:txXfrm>
    </dsp:sp>
    <dsp:sp modelId="{BCFE87FB-EA1C-4EEA-B78A-BC12D6C81C83}">
      <dsp:nvSpPr>
        <dsp:cNvPr id="0" name=""/>
        <dsp:cNvSpPr/>
      </dsp:nvSpPr>
      <dsp:spPr>
        <a:xfrm rot="3895894">
          <a:off x="855654" y="1530470"/>
          <a:ext cx="824865" cy="40390"/>
        </a:xfrm>
        <a:custGeom>
          <a:avLst/>
          <a:gdLst/>
          <a:ahLst/>
          <a:cxnLst/>
          <a:rect l="0" t="0" r="0" b="0"/>
          <a:pathLst>
            <a:path>
              <a:moveTo>
                <a:pt x="0" y="20195"/>
              </a:moveTo>
              <a:lnTo>
                <a:pt x="824865" y="2019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247465" y="1530043"/>
        <a:ext cx="41243" cy="41243"/>
      </dsp:txXfrm>
    </dsp:sp>
    <dsp:sp modelId="{F7FDC82E-6AA1-4C69-B6E8-D931FBEF21ED}">
      <dsp:nvSpPr>
        <dsp:cNvPr id="0" name=""/>
        <dsp:cNvSpPr/>
      </dsp:nvSpPr>
      <dsp:spPr>
        <a:xfrm>
          <a:off x="1442834" y="1680873"/>
          <a:ext cx="973498" cy="486749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>
              <a:solidFill>
                <a:srgbClr val="FF0000"/>
              </a:solidFill>
            </a:rPr>
            <a:t>宗教信仰自由</a:t>
          </a:r>
        </a:p>
      </dsp:txBody>
      <dsp:txXfrm>
        <a:off x="1457090" y="1695129"/>
        <a:ext cx="944986" cy="45823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6CDEA6-4429-4A88-A39D-CA56C9306A06}">
      <dsp:nvSpPr>
        <dsp:cNvPr id="0" name=""/>
        <dsp:cNvSpPr/>
      </dsp:nvSpPr>
      <dsp:spPr>
        <a:xfrm>
          <a:off x="0" y="998298"/>
          <a:ext cx="1887766" cy="496092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811252-730F-44F3-B0C2-A8D856950FFF}">
      <dsp:nvSpPr>
        <dsp:cNvPr id="0" name=""/>
        <dsp:cNvSpPr/>
      </dsp:nvSpPr>
      <dsp:spPr>
        <a:xfrm>
          <a:off x="299" y="0"/>
          <a:ext cx="537570" cy="9257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184912" rIns="184912" bIns="184912" numCol="1" spcCol="1270" anchor="b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600" kern="1200" dirty="0"/>
        </a:p>
      </dsp:txBody>
      <dsp:txXfrm>
        <a:off x="299" y="0"/>
        <a:ext cx="537570" cy="925735"/>
      </dsp:txXfrm>
    </dsp:sp>
    <dsp:sp modelId="{4458C0ED-C9AA-46B9-84F0-9E3BDA613B52}">
      <dsp:nvSpPr>
        <dsp:cNvPr id="0" name=""/>
        <dsp:cNvSpPr/>
      </dsp:nvSpPr>
      <dsp:spPr>
        <a:xfrm>
          <a:off x="153367" y="1041452"/>
          <a:ext cx="231433" cy="23143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D84426-4A2E-41B8-9885-F1D1C5F12080}">
      <dsp:nvSpPr>
        <dsp:cNvPr id="0" name=""/>
        <dsp:cNvSpPr/>
      </dsp:nvSpPr>
      <dsp:spPr>
        <a:xfrm>
          <a:off x="383856" y="163075"/>
          <a:ext cx="1133941" cy="818192"/>
        </a:xfrm>
        <a:prstGeom prst="rect">
          <a:avLst/>
        </a:prstGeom>
        <a:noFill/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solidFill>
                <a:srgbClr val="0070C0"/>
              </a:solidFill>
            </a:rPr>
            <a:t>治理体系和治理能力现代化</a:t>
          </a:r>
        </a:p>
      </dsp:txBody>
      <dsp:txXfrm>
        <a:off x="383856" y="163075"/>
        <a:ext cx="1133941" cy="818192"/>
      </dsp:txXfrm>
    </dsp:sp>
    <dsp:sp modelId="{D946A46C-EA6C-4801-BCEC-93180C59B0D8}">
      <dsp:nvSpPr>
        <dsp:cNvPr id="0" name=""/>
        <dsp:cNvSpPr/>
      </dsp:nvSpPr>
      <dsp:spPr>
        <a:xfrm>
          <a:off x="1016002" y="1068337"/>
          <a:ext cx="231433" cy="23143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D91D26-8E3E-4A12-A82D-95E307B3242A}">
      <dsp:nvSpPr>
        <dsp:cNvPr id="0" name=""/>
        <dsp:cNvSpPr/>
      </dsp:nvSpPr>
      <dsp:spPr>
        <a:xfrm>
          <a:off x="2423302" y="1362367"/>
          <a:ext cx="91440" cy="2254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543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5AE04C-9C34-4C29-9FE2-267696C8FB28}">
      <dsp:nvSpPr>
        <dsp:cNvPr id="0" name=""/>
        <dsp:cNvSpPr/>
      </dsp:nvSpPr>
      <dsp:spPr>
        <a:xfrm>
          <a:off x="1653783" y="644711"/>
          <a:ext cx="815239" cy="2254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3629"/>
              </a:lnTo>
              <a:lnTo>
                <a:pt x="815239" y="153629"/>
              </a:lnTo>
              <a:lnTo>
                <a:pt x="815239" y="22543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C10988-A62F-4DB1-8426-9B745877E535}">
      <dsp:nvSpPr>
        <dsp:cNvPr id="0" name=""/>
        <dsp:cNvSpPr/>
      </dsp:nvSpPr>
      <dsp:spPr>
        <a:xfrm>
          <a:off x="838543" y="1362367"/>
          <a:ext cx="370380" cy="2254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3629"/>
              </a:lnTo>
              <a:lnTo>
                <a:pt x="370380" y="153629"/>
              </a:lnTo>
              <a:lnTo>
                <a:pt x="370380" y="22543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EC02EE-3321-4B50-8F84-72465621711F}">
      <dsp:nvSpPr>
        <dsp:cNvPr id="0" name=""/>
        <dsp:cNvSpPr/>
      </dsp:nvSpPr>
      <dsp:spPr>
        <a:xfrm>
          <a:off x="285925" y="1362367"/>
          <a:ext cx="552617" cy="225438"/>
        </a:xfrm>
        <a:custGeom>
          <a:avLst/>
          <a:gdLst/>
          <a:ahLst/>
          <a:cxnLst/>
          <a:rect l="0" t="0" r="0" b="0"/>
          <a:pathLst>
            <a:path>
              <a:moveTo>
                <a:pt x="552617" y="0"/>
              </a:moveTo>
              <a:lnTo>
                <a:pt x="552617" y="153629"/>
              </a:lnTo>
              <a:lnTo>
                <a:pt x="0" y="153629"/>
              </a:lnTo>
              <a:lnTo>
                <a:pt x="0" y="22543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E824F0-04A5-4C72-ACEC-3529F4676913}">
      <dsp:nvSpPr>
        <dsp:cNvPr id="0" name=""/>
        <dsp:cNvSpPr/>
      </dsp:nvSpPr>
      <dsp:spPr>
        <a:xfrm>
          <a:off x="838543" y="644711"/>
          <a:ext cx="815239" cy="225438"/>
        </a:xfrm>
        <a:custGeom>
          <a:avLst/>
          <a:gdLst/>
          <a:ahLst/>
          <a:cxnLst/>
          <a:rect l="0" t="0" r="0" b="0"/>
          <a:pathLst>
            <a:path>
              <a:moveTo>
                <a:pt x="815239" y="0"/>
              </a:moveTo>
              <a:lnTo>
                <a:pt x="815239" y="153629"/>
              </a:lnTo>
              <a:lnTo>
                <a:pt x="0" y="153629"/>
              </a:lnTo>
              <a:lnTo>
                <a:pt x="0" y="22543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52D3C5-BC50-409B-8E37-5D4367430869}">
      <dsp:nvSpPr>
        <dsp:cNvPr id="0" name=""/>
        <dsp:cNvSpPr/>
      </dsp:nvSpPr>
      <dsp:spPr>
        <a:xfrm>
          <a:off x="1095271" y="152494"/>
          <a:ext cx="1117023" cy="4922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D12948-7F9D-4DA1-8D2F-B386D868F2AF}">
      <dsp:nvSpPr>
        <dsp:cNvPr id="0" name=""/>
        <dsp:cNvSpPr/>
      </dsp:nvSpPr>
      <dsp:spPr>
        <a:xfrm>
          <a:off x="1181398" y="234314"/>
          <a:ext cx="1117023" cy="4922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900" kern="1200"/>
            <a:t>全过程人民民主</a:t>
          </a:r>
          <a:endParaRPr lang="zh-CN" altLang="en-US" sz="900" kern="1200" dirty="0"/>
        </a:p>
      </dsp:txBody>
      <dsp:txXfrm>
        <a:off x="1195815" y="248731"/>
        <a:ext cx="1088189" cy="463383"/>
      </dsp:txXfrm>
    </dsp:sp>
    <dsp:sp modelId="{B2BE7938-24AC-4F8C-B721-8D25021A599A}">
      <dsp:nvSpPr>
        <dsp:cNvPr id="0" name=""/>
        <dsp:cNvSpPr/>
      </dsp:nvSpPr>
      <dsp:spPr>
        <a:xfrm>
          <a:off x="450970" y="870149"/>
          <a:ext cx="775145" cy="4922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AEF6B2-058C-4F55-AAD4-BC14BBB41104}">
      <dsp:nvSpPr>
        <dsp:cNvPr id="0" name=""/>
        <dsp:cNvSpPr/>
      </dsp:nvSpPr>
      <dsp:spPr>
        <a:xfrm>
          <a:off x="537098" y="951970"/>
          <a:ext cx="775145" cy="4922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900" kern="1200" dirty="0"/>
            <a:t>权利</a:t>
          </a:r>
          <a:r>
            <a:rPr lang="en-US" altLang="zh-CN" sz="900" kern="1200" dirty="0"/>
            <a:t>/</a:t>
          </a:r>
          <a:r>
            <a:rPr lang="zh-CN" altLang="en-US" sz="900" kern="1200" dirty="0"/>
            <a:t>力</a:t>
          </a:r>
        </a:p>
      </dsp:txBody>
      <dsp:txXfrm>
        <a:off x="551515" y="966387"/>
        <a:ext cx="746311" cy="463383"/>
      </dsp:txXfrm>
    </dsp:sp>
    <dsp:sp modelId="{BD35B7CB-600C-4CC3-BA97-EA15322FB4E3}">
      <dsp:nvSpPr>
        <dsp:cNvPr id="0" name=""/>
        <dsp:cNvSpPr/>
      </dsp:nvSpPr>
      <dsp:spPr>
        <a:xfrm>
          <a:off x="1672" y="1587805"/>
          <a:ext cx="568507" cy="4922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702776-ECF6-4F90-B6A6-DA8C0964439D}">
      <dsp:nvSpPr>
        <dsp:cNvPr id="0" name=""/>
        <dsp:cNvSpPr/>
      </dsp:nvSpPr>
      <dsp:spPr>
        <a:xfrm>
          <a:off x="87799" y="1669626"/>
          <a:ext cx="568507" cy="4922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900" kern="1200" dirty="0"/>
            <a:t>公众：知参表监</a:t>
          </a:r>
        </a:p>
      </dsp:txBody>
      <dsp:txXfrm>
        <a:off x="102216" y="1684043"/>
        <a:ext cx="539673" cy="463383"/>
      </dsp:txXfrm>
    </dsp:sp>
    <dsp:sp modelId="{8DF3ED35-6E43-4F23-8941-7AAC99C2B7F0}">
      <dsp:nvSpPr>
        <dsp:cNvPr id="0" name=""/>
        <dsp:cNvSpPr/>
      </dsp:nvSpPr>
      <dsp:spPr>
        <a:xfrm>
          <a:off x="742434" y="1587805"/>
          <a:ext cx="932980" cy="4922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7CFAAC-940D-48A3-8A56-37148113792D}">
      <dsp:nvSpPr>
        <dsp:cNvPr id="0" name=""/>
        <dsp:cNvSpPr/>
      </dsp:nvSpPr>
      <dsp:spPr>
        <a:xfrm>
          <a:off x="828561" y="1669626"/>
          <a:ext cx="932980" cy="4922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900" kern="1200" dirty="0"/>
            <a:t>国家机关：立法、行政、司法</a:t>
          </a:r>
        </a:p>
      </dsp:txBody>
      <dsp:txXfrm>
        <a:off x="842978" y="1684043"/>
        <a:ext cx="904146" cy="463383"/>
      </dsp:txXfrm>
    </dsp:sp>
    <dsp:sp modelId="{26C39DC8-50E0-455C-871F-AB582AE8C75B}">
      <dsp:nvSpPr>
        <dsp:cNvPr id="0" name=""/>
        <dsp:cNvSpPr/>
      </dsp:nvSpPr>
      <dsp:spPr>
        <a:xfrm>
          <a:off x="2081449" y="870149"/>
          <a:ext cx="775145" cy="4922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741332-D37B-4730-898B-C8733D6FB9D2}">
      <dsp:nvSpPr>
        <dsp:cNvPr id="0" name=""/>
        <dsp:cNvSpPr/>
      </dsp:nvSpPr>
      <dsp:spPr>
        <a:xfrm>
          <a:off x="2167577" y="951970"/>
          <a:ext cx="775145" cy="4922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900" kern="1200" dirty="0"/>
            <a:t>德治与法治</a:t>
          </a:r>
        </a:p>
      </dsp:txBody>
      <dsp:txXfrm>
        <a:off x="2181994" y="966387"/>
        <a:ext cx="746311" cy="463383"/>
      </dsp:txXfrm>
    </dsp:sp>
    <dsp:sp modelId="{44D18DDB-B372-48BD-8BE7-B09F895DD4A1}">
      <dsp:nvSpPr>
        <dsp:cNvPr id="0" name=""/>
        <dsp:cNvSpPr/>
      </dsp:nvSpPr>
      <dsp:spPr>
        <a:xfrm>
          <a:off x="1847669" y="1587805"/>
          <a:ext cx="1242705" cy="4922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4E37EF-EE19-4705-A908-9BC8E05ECE5B}">
      <dsp:nvSpPr>
        <dsp:cNvPr id="0" name=""/>
        <dsp:cNvSpPr/>
      </dsp:nvSpPr>
      <dsp:spPr>
        <a:xfrm>
          <a:off x="1933796" y="1669626"/>
          <a:ext cx="1242705" cy="4922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900" kern="1200" dirty="0"/>
            <a:t>宪法为核心的中国特色社会主义法律体系</a:t>
          </a:r>
        </a:p>
      </dsp:txBody>
      <dsp:txXfrm>
        <a:off x="1948213" y="1684043"/>
        <a:ext cx="1213871" cy="46338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6E58A5-0E71-44CD-BCC8-71C3F8026E68}">
      <dsp:nvSpPr>
        <dsp:cNvPr id="0" name=""/>
        <dsp:cNvSpPr/>
      </dsp:nvSpPr>
      <dsp:spPr>
        <a:xfrm>
          <a:off x="0" y="0"/>
          <a:ext cx="1206751" cy="603375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/>
            <a:t>党的领导</a:t>
          </a:r>
        </a:p>
      </dsp:txBody>
      <dsp:txXfrm>
        <a:off x="17672" y="17672"/>
        <a:ext cx="1171407" cy="568031"/>
      </dsp:txXfrm>
    </dsp:sp>
    <dsp:sp modelId="{17D07A95-0C64-4A67-B676-45CBF8518B55}">
      <dsp:nvSpPr>
        <dsp:cNvPr id="0" name=""/>
        <dsp:cNvSpPr/>
      </dsp:nvSpPr>
      <dsp:spPr>
        <a:xfrm>
          <a:off x="74955" y="603375"/>
          <a:ext cx="91440" cy="99970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999709"/>
              </a:lnTo>
              <a:lnTo>
                <a:pt x="102041" y="99970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604CFE-23E0-4105-B5B9-636E5C8AFFF8}">
      <dsp:nvSpPr>
        <dsp:cNvPr id="0" name=""/>
        <dsp:cNvSpPr/>
      </dsp:nvSpPr>
      <dsp:spPr>
        <a:xfrm>
          <a:off x="176996" y="1301397"/>
          <a:ext cx="965400" cy="603375"/>
        </a:xfrm>
        <a:prstGeom prst="roundRect">
          <a:avLst>
            <a:gd name="adj" fmla="val 10000"/>
          </a:avLst>
        </a:prstGeom>
        <a:solidFill>
          <a:srgbClr val="FFFF00">
            <a:alpha val="90000"/>
          </a:srgb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500" kern="1200" dirty="0"/>
            <a:t>国体</a:t>
          </a:r>
        </a:p>
      </dsp:txBody>
      <dsp:txXfrm>
        <a:off x="194668" y="1319069"/>
        <a:ext cx="930056" cy="568031"/>
      </dsp:txXfrm>
    </dsp:sp>
    <dsp:sp modelId="{4BEDA971-902C-4F15-98A8-089431EA3818}">
      <dsp:nvSpPr>
        <dsp:cNvPr id="0" name=""/>
        <dsp:cNvSpPr/>
      </dsp:nvSpPr>
      <dsp:spPr>
        <a:xfrm>
          <a:off x="74955" y="603375"/>
          <a:ext cx="91440" cy="210270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02704"/>
              </a:lnTo>
              <a:lnTo>
                <a:pt x="102041" y="210270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9B264A-3446-4829-9F20-A06880712BD3}">
      <dsp:nvSpPr>
        <dsp:cNvPr id="0" name=""/>
        <dsp:cNvSpPr/>
      </dsp:nvSpPr>
      <dsp:spPr>
        <a:xfrm>
          <a:off x="176996" y="2404391"/>
          <a:ext cx="965400" cy="603375"/>
        </a:xfrm>
        <a:prstGeom prst="roundRect">
          <a:avLst>
            <a:gd name="adj" fmla="val 10000"/>
          </a:avLst>
        </a:prstGeom>
        <a:solidFill>
          <a:srgbClr val="00B050">
            <a:alpha val="90000"/>
          </a:srgb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500" kern="1200" dirty="0"/>
            <a:t>政体</a:t>
          </a:r>
        </a:p>
      </dsp:txBody>
      <dsp:txXfrm>
        <a:off x="194668" y="2422063"/>
        <a:ext cx="930056" cy="56803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F312FD-7865-45B8-B41D-B38AE7BDE42C}">
      <dsp:nvSpPr>
        <dsp:cNvPr id="0" name=""/>
        <dsp:cNvSpPr/>
      </dsp:nvSpPr>
      <dsp:spPr>
        <a:xfrm>
          <a:off x="119840" y="933708"/>
          <a:ext cx="973498" cy="486749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</a:schemeClr>
        </a:solidFill>
        <a:ln w="1270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b="1" kern="1200" dirty="0">
              <a:solidFill>
                <a:srgbClr val="FF0000"/>
              </a:solidFill>
            </a:rPr>
            <a:t>人民代表大会制度</a:t>
          </a:r>
        </a:p>
      </dsp:txBody>
      <dsp:txXfrm>
        <a:off x="134096" y="947964"/>
        <a:ext cx="944986" cy="458237"/>
      </dsp:txXfrm>
    </dsp:sp>
    <dsp:sp modelId="{E72103ED-C502-478F-8B62-3E4DA03B1085}">
      <dsp:nvSpPr>
        <dsp:cNvPr id="0" name=""/>
        <dsp:cNvSpPr/>
      </dsp:nvSpPr>
      <dsp:spPr>
        <a:xfrm rot="17433203">
          <a:off x="770343" y="690827"/>
          <a:ext cx="995487" cy="40390"/>
        </a:xfrm>
        <a:custGeom>
          <a:avLst/>
          <a:gdLst/>
          <a:ahLst/>
          <a:cxnLst/>
          <a:rect l="0" t="0" r="0" b="0"/>
          <a:pathLst>
            <a:path>
              <a:moveTo>
                <a:pt x="0" y="20195"/>
              </a:moveTo>
              <a:lnTo>
                <a:pt x="995487" y="2019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243199" y="686135"/>
        <a:ext cx="49774" cy="49774"/>
      </dsp:txXfrm>
    </dsp:sp>
    <dsp:sp modelId="{10F0CB29-41A6-41CE-BA86-B89E934C108C}">
      <dsp:nvSpPr>
        <dsp:cNvPr id="0" name=""/>
        <dsp:cNvSpPr/>
      </dsp:nvSpPr>
      <dsp:spPr>
        <a:xfrm>
          <a:off x="1442834" y="1588"/>
          <a:ext cx="973498" cy="486749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</a:schemeClr>
        </a:solidFill>
        <a:ln w="1270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solidFill>
                <a:srgbClr val="FF0000"/>
              </a:solidFill>
            </a:rPr>
            <a:t>民族区域自治制度</a:t>
          </a:r>
        </a:p>
      </dsp:txBody>
      <dsp:txXfrm>
        <a:off x="1457090" y="15844"/>
        <a:ext cx="944986" cy="458237"/>
      </dsp:txXfrm>
    </dsp:sp>
    <dsp:sp modelId="{F772FC35-4E1D-4953-A0E8-B71C5BCF629D}">
      <dsp:nvSpPr>
        <dsp:cNvPr id="0" name=""/>
        <dsp:cNvSpPr/>
      </dsp:nvSpPr>
      <dsp:spPr>
        <a:xfrm rot="18791156">
          <a:off x="1012744" y="970708"/>
          <a:ext cx="510683" cy="40390"/>
        </a:xfrm>
        <a:custGeom>
          <a:avLst/>
          <a:gdLst/>
          <a:ahLst/>
          <a:cxnLst/>
          <a:rect l="0" t="0" r="0" b="0"/>
          <a:pathLst>
            <a:path>
              <a:moveTo>
                <a:pt x="0" y="20195"/>
              </a:moveTo>
              <a:lnTo>
                <a:pt x="510683" y="2019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255319" y="978136"/>
        <a:ext cx="25534" cy="25534"/>
      </dsp:txXfrm>
    </dsp:sp>
    <dsp:sp modelId="{6F5B77CA-C414-413B-A61B-64CD9D79735C}">
      <dsp:nvSpPr>
        <dsp:cNvPr id="0" name=""/>
        <dsp:cNvSpPr/>
      </dsp:nvSpPr>
      <dsp:spPr>
        <a:xfrm>
          <a:off x="1442834" y="561349"/>
          <a:ext cx="973498" cy="486749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solidFill>
                <a:srgbClr val="FF0000"/>
              </a:solidFill>
            </a:rPr>
            <a:t>基层群众自治制度</a:t>
          </a:r>
        </a:p>
      </dsp:txBody>
      <dsp:txXfrm>
        <a:off x="1457090" y="575605"/>
        <a:ext cx="944986" cy="458237"/>
      </dsp:txXfrm>
    </dsp:sp>
    <dsp:sp modelId="{64FE7701-266C-4208-9864-C32A71128AAB}">
      <dsp:nvSpPr>
        <dsp:cNvPr id="0" name=""/>
        <dsp:cNvSpPr/>
      </dsp:nvSpPr>
      <dsp:spPr>
        <a:xfrm rot="1692041">
          <a:off x="1069802" y="1250589"/>
          <a:ext cx="396569" cy="40390"/>
        </a:xfrm>
        <a:custGeom>
          <a:avLst/>
          <a:gdLst/>
          <a:ahLst/>
          <a:cxnLst/>
          <a:rect l="0" t="0" r="0" b="0"/>
          <a:pathLst>
            <a:path>
              <a:moveTo>
                <a:pt x="0" y="20195"/>
              </a:moveTo>
              <a:lnTo>
                <a:pt x="396569" y="2019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258172" y="1260870"/>
        <a:ext cx="19828" cy="19828"/>
      </dsp:txXfrm>
    </dsp:sp>
    <dsp:sp modelId="{9BBDC700-DA7A-4B1F-AD7A-C7AE80A3977F}">
      <dsp:nvSpPr>
        <dsp:cNvPr id="0" name=""/>
        <dsp:cNvSpPr/>
      </dsp:nvSpPr>
      <dsp:spPr>
        <a:xfrm>
          <a:off x="1442834" y="1121111"/>
          <a:ext cx="973498" cy="486749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solidFill>
                <a:srgbClr val="FF0000"/>
              </a:solidFill>
            </a:rPr>
            <a:t>政党制度</a:t>
          </a:r>
        </a:p>
      </dsp:txBody>
      <dsp:txXfrm>
        <a:off x="1457090" y="1135367"/>
        <a:ext cx="944986" cy="458237"/>
      </dsp:txXfrm>
    </dsp:sp>
    <dsp:sp modelId="{BCFE87FB-EA1C-4EEA-B78A-BC12D6C81C83}">
      <dsp:nvSpPr>
        <dsp:cNvPr id="0" name=""/>
        <dsp:cNvSpPr/>
      </dsp:nvSpPr>
      <dsp:spPr>
        <a:xfrm rot="3895894">
          <a:off x="855654" y="1530470"/>
          <a:ext cx="824865" cy="40390"/>
        </a:xfrm>
        <a:custGeom>
          <a:avLst/>
          <a:gdLst/>
          <a:ahLst/>
          <a:cxnLst/>
          <a:rect l="0" t="0" r="0" b="0"/>
          <a:pathLst>
            <a:path>
              <a:moveTo>
                <a:pt x="0" y="20195"/>
              </a:moveTo>
              <a:lnTo>
                <a:pt x="824865" y="2019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247465" y="1530043"/>
        <a:ext cx="41243" cy="41243"/>
      </dsp:txXfrm>
    </dsp:sp>
    <dsp:sp modelId="{F7FDC82E-6AA1-4C69-B6E8-D931FBEF21ED}">
      <dsp:nvSpPr>
        <dsp:cNvPr id="0" name=""/>
        <dsp:cNvSpPr/>
      </dsp:nvSpPr>
      <dsp:spPr>
        <a:xfrm>
          <a:off x="1442834" y="1680873"/>
          <a:ext cx="973498" cy="486749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>
              <a:solidFill>
                <a:srgbClr val="FF0000"/>
              </a:solidFill>
            </a:rPr>
            <a:t>宗教信仰自由</a:t>
          </a:r>
        </a:p>
      </dsp:txBody>
      <dsp:txXfrm>
        <a:off x="1457090" y="1695129"/>
        <a:ext cx="944986" cy="45823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6CDEA6-4429-4A88-A39D-CA56C9306A06}">
      <dsp:nvSpPr>
        <dsp:cNvPr id="0" name=""/>
        <dsp:cNvSpPr/>
      </dsp:nvSpPr>
      <dsp:spPr>
        <a:xfrm>
          <a:off x="0" y="998298"/>
          <a:ext cx="1887766" cy="496092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811252-730F-44F3-B0C2-A8D856950FFF}">
      <dsp:nvSpPr>
        <dsp:cNvPr id="0" name=""/>
        <dsp:cNvSpPr/>
      </dsp:nvSpPr>
      <dsp:spPr>
        <a:xfrm>
          <a:off x="299" y="0"/>
          <a:ext cx="537570" cy="9257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184912" rIns="184912" bIns="184912" numCol="1" spcCol="1270" anchor="b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600" kern="1200" dirty="0"/>
        </a:p>
      </dsp:txBody>
      <dsp:txXfrm>
        <a:off x="299" y="0"/>
        <a:ext cx="537570" cy="925735"/>
      </dsp:txXfrm>
    </dsp:sp>
    <dsp:sp modelId="{4458C0ED-C9AA-46B9-84F0-9E3BDA613B52}">
      <dsp:nvSpPr>
        <dsp:cNvPr id="0" name=""/>
        <dsp:cNvSpPr/>
      </dsp:nvSpPr>
      <dsp:spPr>
        <a:xfrm>
          <a:off x="153367" y="1041452"/>
          <a:ext cx="231433" cy="23143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D84426-4A2E-41B8-9885-F1D1C5F12080}">
      <dsp:nvSpPr>
        <dsp:cNvPr id="0" name=""/>
        <dsp:cNvSpPr/>
      </dsp:nvSpPr>
      <dsp:spPr>
        <a:xfrm>
          <a:off x="383856" y="163075"/>
          <a:ext cx="1133941" cy="818192"/>
        </a:xfrm>
        <a:prstGeom prst="rect">
          <a:avLst/>
        </a:prstGeom>
        <a:noFill/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solidFill>
                <a:srgbClr val="0070C0"/>
              </a:solidFill>
            </a:rPr>
            <a:t>治理体系和治理能力现代化</a:t>
          </a:r>
        </a:p>
      </dsp:txBody>
      <dsp:txXfrm>
        <a:off x="383856" y="163075"/>
        <a:ext cx="1133941" cy="818192"/>
      </dsp:txXfrm>
    </dsp:sp>
    <dsp:sp modelId="{D946A46C-EA6C-4801-BCEC-93180C59B0D8}">
      <dsp:nvSpPr>
        <dsp:cNvPr id="0" name=""/>
        <dsp:cNvSpPr/>
      </dsp:nvSpPr>
      <dsp:spPr>
        <a:xfrm>
          <a:off x="1016002" y="1068337"/>
          <a:ext cx="231433" cy="23143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0.072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1,'6'0,"5"0,2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3.635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4.212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18.168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18.715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19.375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1.753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2.015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2.948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3.155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7.541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8.082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8.367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8.579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9.628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42.617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42.827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43.502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43.915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44.822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0.072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1,'6'0,"5"0,2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3.635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4.212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18.168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18.715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19.375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1.753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2.015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2.948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3.155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7.541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8.082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8.367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8.579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9.628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42.617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42.827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43.502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43.915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44.822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0.072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1,'6'0,"5"0,2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3.635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4.212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18.168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18.715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19.375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1.753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2.015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2.948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3.155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7.541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8.082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8.367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8.579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9.628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42.617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42.827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43.502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43.915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44.822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0.072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1,'6'0,"5"0,2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3.635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4.212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18.168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18.715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19.375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1.753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2.015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2.948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3.155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7.541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8.082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8.367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8.579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9.628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42.617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42.827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43.502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43.915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44.822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4-04-02T01:26:15.8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16916 8132 0,'35'0'141,"36"0"-126,17 0-15,88 0 16,89-18 0,-124-17-16,0 35 15,-18-18-15,-17 18 16,159 0-1,-106 0 1,87 0 0,-69 0-1,17 0 17,0 0-17,-18 0 1,-35 0-1,-52 0 1,-19 0 0,36 0-1,-18 0-15,-17 0 16,176 0 0,-124 0-1,1 0 1,-89 0-1</inkml:trace>
  <inkml:trace contextRef="#ctx0" brushRef="#br0" timeOffset="1040.44">20461 8378 0,'18'36'94,"35"-1"-79,35 18 16,-70-18-15,17-17 0,0-1-1,-17 1 1,-1-18 15,1 18-15,0-1-1,17-17 17,0 0-17,0-17 17,18-19-17,18-16 1,17-19-1,-17-35 1,-18 18 0,-36 70-16,1-17 15,-1 17-15,1-17 32,-18 18 14,18 17-14,-89 0 140,36 35-172</inkml:trace>
  <inkml:trace contextRef="#ctx0" brushRef="#br0" timeOffset="3609.65">10283 11095 0,'0'0'0,"-17"17"47,-36 54-16,18-36-15,17-17-1,18 88 1,0-36 15,0-17-15,0 18-1,0-1-15,18 19 32,17 52-17,-35-106-15,18 36 16,-18-36 15,0 35-15,0 1-1,-36-36 1,19-17 0,-36-18 15,35 0-15,18 35 109,0 18-110,0 88 1,0-17 15,0-71-31,0-1 16,0 37-16,0-36 15,0 35-15,53 317 16,-35-211 0,-1 89-1,-17-195 16,18 0-15,-18-17 0,0 17-1,0 35 1,35 18 0,-35-17-1,0-1 16,0-70-31,0 141 16,-35-106-16,17 71 16,18-53-1,0-18 1,0-35 15,-17 0-15,17-35-1,0 17 1,0 0 0,0 1-1,0-1 32,0-17-31,0-1 156,17 1-157,1 35 1,-18-36 0,0 19-1,0-54 157,18-70-156,-18 53-16</inkml:trace>
  <inkml:trace contextRef="#ctx0" brushRef="#br0" timeOffset="5451.8">10089 14975 0,'36'0'125,"211"0"-109,-106 0-16,106 0 16,-124 0-16,1-17 15,34 17 1,-122 0-16,175 0 15,-70 0 1,1 0 0,16 0 15,195-18-15,-141 0-1,-18 18 1,-106 0-1,-35 0 1,-35 0 15,52 0-15,-17 0 0,0 0-1,-35 0 1,-1-17 31,1-1-32,0 18 1,70-35 0,-71 0-1,36-1 1,-17 19-16,-1-36 15,0 18 1,-17 35-16,-18-36 16,17 19-1,1-54 17,17 18-32,-17 0 15,0 18 16,-18 17-15,0-17 0,-53-35 15,17 52-15,19 18-16,17-18 15,-71-35 1,1 18-1,17 17 1,-18-17 0,18 0-1,-53 17 1,-88 1 0,89 17-1,-37-18 1,37 18 15,-19 0-15,71 0-16,0 0 15,-141 0 1,0 0 0,-17 0-1,34 0 1,-35 0-1,177 0 1,18 0 15,-1 0-15,-17 18 0,-1-1-1,1 1-15,-18-1 31,18 1-15,0 17 0,-36 1 15,-17-19-15,53 1-1,52-18 110,1-35-109,52-142-1</inkml:trace>
  <inkml:trace contextRef="#ctx0" brushRef="#br0" timeOffset="6454.12">13018 9737 0,'35'0'15,"35"0"32,-17 17-31,0 19-1,-18-19 1,-17-17 47,0 0-32,17 0-16,0 0-15,-17-17 16,35-89 0,-18 18-1,0 35 1,1-18 0,-19 71 140</inkml:trace>
  <inkml:trace contextRef="#ctx0" brushRef="#br0" timeOffset="7455.72">9754 10354 0,'106'0'47,"582"-53"-31,-335 35 0,35 18 15,-194-17-16,-53 17 1,-106 0 0,-17 0 15,53-18 0,105 18-15,-106 0-16,-17 0 31,-17 0-15,-19 0-1,1 0 1,17 0 0,0 0-1,-17 0 1,17 0-1,-17 0 1,0 0 62,-1 0-62,71-17-1,36-72-15</inkml:trace>
  <inkml:trace contextRef="#ctx0" brushRef="#br0" timeOffset="8204.41">16845 8202 0</inkml:trace>
  <inkml:trace contextRef="#ctx0" brushRef="#br0" timeOffset="10294.43">18838 13529 0,'-17'0'78,"-54"-18"-62,18 18-16,-106 0 15,18 36 17,-53-1-17,-264 53 1,405-53-16,18-35 15,-1 18-15,-17-18 16,-123 53 0,105-35-1,-158 52 1,-106 89 0,247-53-1,70-71 1,0 36-1,-17 52 17,35-70-32,0 18 15,0-1-15,18 1 16,35 52 0,70 18-1,-52-88-15,-18-18 16,229 18-1,-88 0 1,71-17 0,440 34-1,-17-70 1,-229 0 0,-195-53 15,-70 0-16,-106 0 1,-70 18-16,17 17 16,-17 1-16,0-19 15,140-122 1,1 52 0,35-18-1,-35 19 1,-89 16-1,-34 37 1,-36 16 0,0-34-1,-36 17 17,19 35-32,-18-17 15,35 17-15,-36-17 16,19 17-16,-36-35 15,-35-35 1,17 18-16,-141-54 16,-17 36-1,0 17 1,-1 54 0,36 17-1,-53 53 1,-17 17-1,-36-17 1,176-18 0,-87 18-1,17 18 1,53-53-16,105-1 16,-193 18-1,176-35 16,36 18-15,17 0 187</inkml:trace>
  <inkml:trace contextRef="#ctx0" brushRef="#br0" timeOffset="16341.76">26864 14517 0,'18'0'141,"52"0"-126,18 0 16,-35 0-15,-17 0-16,-19 0 16,1 0-16,0 0 15,52 0 1,-52 0-16,17 0 16,300 0 15,-158 0-16,-19 0 1,-105 0 0,-35 0 46,70 0-46,18 0-1,88 0 1,-159 0-16,18 0 16,176 0 15,-158 0-15,-1 0-1,19 0 1,52 0-1,300 0 1,-318 0 15,71 0-15,-53 0 0,-123 0-16,0 0 15,17 0 1,18 0-1,123 0 17,-52 0-17,123 0 1,-18 0 0,-53 0-1,-140 0 1,17 0-1,-1 0-15,-16 0 16,158 0 0,-141 0-16,17 0 15,142 0 1,-71 0 0,-70 0 15,-54 0-16,1 0 1,17 0 0,124 0-1,-106 0 1,-18 0 15,0 0 0,212 0-15,-53-18 0,-141 1 15,-35 17-15,-18-18-1,35-35 48,53-18-32,-88 54-31,18-1 16,-18-70-1,0 70 1,0-17-1,0 0 17,-35 17-17,35-17 1,-36 0 0,19-1-1,-18 19 1,35-1-1,0 0 1,-18 18 0,0 0-16,-35-35 15,36 17 1,-36-17 0,-18 0 15,1-18-16,-1 18 1,18-18 0,-17 17-1,-19 19 1,1-1 0,35 1-1,0 17 1,-194 0-1,-88 0 1,106 0 0,70 0-1,36 0 17,-89-18-17,89 18 1,-1 0-1,-17 0 1,53-18 0,35 18-1,-265 0 1,124 0 15,71 0-15,17 0-1,-106 0 17,89 0-32,35-35 15,17 35 1,-35 0 0,1-18-16,69 18 15,-34 0 1,34-17-16,-16 17 31,-1 0-15,-106 0-1,53 0 1,-35 0 0,53 17-1,17 19 1,-17-36-1,35 0 1,-17 17 0,-19 1-1,54-18-15,0 18 16,-71 17 0,71-35-1,-89 17 1,18 1-1,1 0 1,-37-1 0,90-17-1,52 18 1,-18 0 140,0-1-140,1-17-16,-36 18 31,53 0-15,-18 35 109,0-18-110,1-18 1,17 1 15,0 0-15,0-1-1,0 1 1,0 0 93,0 17-93,0 18 0,0 0-1,0 0 1,17-18 0</inkml:trace>
  <inkml:trace contextRef="#ctx0" brushRef="#br0" timeOffset="17498.08">20532 14623 0,'70'35'110,"-34"0"-95,-1-17 1,0-1 0,-17-17-1,-1 18 1,19-18-1,-19 0 1,36 0 0,-18 0-1,-17 0-15,0-18 16,17-17 15,0-35-15,1 17-1,-36 35 1,17 0 0,-17 1-1,18-1 17,-18 1-17,0-1 1,17 18-1,-17-18-15,0 1 16,0-19-16,0 19 31,0-71-31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0.072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1,'6'0,"5"0,2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3.635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4.212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18.168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18.715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19.375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1.753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2.015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2.948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3.155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7.541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8.082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8.367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8.579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9.628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42.617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42.827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43.502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43.915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44.822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0.072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1,'6'0,"5"0,2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3.635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4.212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18.168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18.715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19.375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1.753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2.015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2.948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3.155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7.541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8.082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8.367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8.579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29.628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42.617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42.827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43.502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43.915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21T14:08:44.822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FD745-E51C-4B8A-B41C-CA5F5B6E1457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4BDF79-8516-4E1F-BCCC-4C5BEE7884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717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BDF79-8516-4E1F-BCCC-4C5BEE7884B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0118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854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4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 eaLnBrk="0" hangingPunct="0">
              <a:defRPr/>
            </a:pPr>
            <a:fld id="{5373B69D-F9D7-497A-8C70-E3E91BDEBAB4}" type="slidenum">
              <a:rPr lang="zh-CN" altLang="en-US" sz="1200">
                <a:solidFill>
                  <a:prstClr val="black"/>
                </a:solidFill>
              </a:rPr>
              <a:pPr algn="r" eaLnBrk="0" hangingPunct="0">
                <a:defRPr/>
              </a:pPr>
              <a:t>6</a:t>
            </a:fld>
            <a:endParaRPr lang="zh-CN" altLang="en-US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89260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A580A374-5F26-3AEE-E1C2-5D107CFFCE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89A92EBB-A03D-AD22-1139-7007E918ECE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8A1A77FE-752A-6CB6-7462-FD50D3B0D4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061D8B-8EBA-4BD7-9811-697C29B6807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SimSun" panose="02010600030101010101" pitchFamily="2" charset="-122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SimSun" panose="02010600030101010101" pitchFamily="2" charset="-122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767445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854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4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 eaLnBrk="0" hangingPunct="0">
              <a:defRPr/>
            </a:pPr>
            <a:fld id="{5373B69D-F9D7-497A-8C70-E3E91BDEBAB4}" type="slidenum">
              <a:rPr lang="zh-CN" altLang="en-US" sz="1200">
                <a:solidFill>
                  <a:prstClr val="black"/>
                </a:solidFill>
              </a:rPr>
              <a:pPr algn="r" eaLnBrk="0" hangingPunct="0">
                <a:defRPr/>
              </a:pPr>
              <a:t>24</a:t>
            </a:fld>
            <a:endParaRPr lang="zh-CN" altLang="en-US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04407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幻灯片图像占位符 1">
            <a:extLst>
              <a:ext uri="{FF2B5EF4-FFF2-40B4-BE49-F238E27FC236}">
                <a16:creationId xmlns:a16="http://schemas.microsoft.com/office/drawing/2014/main" id="{6828A293-7181-5708-90E0-2336351F4A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备注占位符 2">
            <a:extLst>
              <a:ext uri="{FF2B5EF4-FFF2-40B4-BE49-F238E27FC236}">
                <a16:creationId xmlns:a16="http://schemas.microsoft.com/office/drawing/2014/main" id="{E01BDDD5-0A86-CD39-B5A4-0DC570FB22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492" name="灯片编号占位符 3">
            <a:extLst>
              <a:ext uri="{FF2B5EF4-FFF2-40B4-BE49-F238E27FC236}">
                <a16:creationId xmlns:a16="http://schemas.microsoft.com/office/drawing/2014/main" id="{B691534C-87A0-5001-5713-E873DB58D7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8758AB8F-201D-4B3A-8E6E-7C901F50BFC0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58271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A580A374-5F26-3AEE-E1C2-5D107CFFCE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89A92EBB-A03D-AD22-1139-7007E918ECE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8A1A77FE-752A-6CB6-7462-FD50D3B0D4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061D8B-8EBA-4BD7-9811-697C29B6807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SimSun" panose="02010600030101010101" pitchFamily="2" charset="-122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SimSun" panose="02010600030101010101" pitchFamily="2" charset="-122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88550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D3F69-C637-D98C-B947-D1C65F86D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6741E068-DB4D-8522-ACF9-7CF0189004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5C4ACEAA-8D41-32CB-3D95-E1E77452E66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31A8C25D-5BB9-4D81-B2ED-DA60D58D79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061D8B-8EBA-4BD7-9811-697C29B6807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SimSun" panose="02010600030101010101" pitchFamily="2" charset="-122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SimSun" panose="02010600030101010101" pitchFamily="2" charset="-122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900058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A580A374-5F26-3AEE-E1C2-5D107CFFCE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89A92EBB-A03D-AD22-1139-7007E918ECE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8A1A77FE-752A-6CB6-7462-FD50D3B0D4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061D8B-8EBA-4BD7-9811-697C29B6807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SimSun" panose="02010600030101010101" pitchFamily="2" charset="-122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SimSun" panose="02010600030101010101" pitchFamily="2" charset="-122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032658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幻灯片图像占位符 1">
            <a:extLst>
              <a:ext uri="{FF2B5EF4-FFF2-40B4-BE49-F238E27FC236}">
                <a16:creationId xmlns:a16="http://schemas.microsoft.com/office/drawing/2014/main" id="{6828A293-7181-5708-90E0-2336351F4A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备注占位符 2">
            <a:extLst>
              <a:ext uri="{FF2B5EF4-FFF2-40B4-BE49-F238E27FC236}">
                <a16:creationId xmlns:a16="http://schemas.microsoft.com/office/drawing/2014/main" id="{E01BDDD5-0A86-CD39-B5A4-0DC570FB22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492" name="灯片编号占位符 3">
            <a:extLst>
              <a:ext uri="{FF2B5EF4-FFF2-40B4-BE49-F238E27FC236}">
                <a16:creationId xmlns:a16="http://schemas.microsoft.com/office/drawing/2014/main" id="{B691534C-87A0-5001-5713-E873DB58D7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8758AB8F-201D-4B3A-8E6E-7C901F50BFC0}" type="slidenum">
              <a:rPr lang="zh-CN" altLang="en-US" smtClean="0"/>
              <a:pPr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56584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854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4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 eaLnBrk="0" hangingPunct="0">
              <a:defRPr/>
            </a:pPr>
            <a:fld id="{5373B69D-F9D7-497A-8C70-E3E91BDEBAB4}" type="slidenum">
              <a:rPr lang="zh-CN" altLang="en-US" sz="1200">
                <a:solidFill>
                  <a:prstClr val="black"/>
                </a:solidFill>
              </a:rPr>
              <a:pPr algn="r" eaLnBrk="0" hangingPunct="0">
                <a:defRPr/>
              </a:pPr>
              <a:t>63</a:t>
            </a:fld>
            <a:endParaRPr lang="zh-CN" altLang="en-US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340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A580A374-5F26-3AEE-E1C2-5D107CFFCE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89A92EBB-A03D-AD22-1139-7007E918ECE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8A1A77FE-752A-6CB6-7462-FD50D3B0D4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061D8B-8EBA-4BD7-9811-697C29B6807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SimSun" panose="02010600030101010101" pitchFamily="2" charset="-122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SimSun" panose="02010600030101010101" pitchFamily="2" charset="-122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052423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A580A374-5F26-3AEE-E1C2-5D107CFFCE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89A92EBB-A03D-AD22-1139-7007E918ECE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8A1A77FE-752A-6CB6-7462-FD50D3B0D4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061D8B-8EBA-4BD7-9811-697C29B6807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SimSun" panose="02010600030101010101" pitchFamily="2" charset="-122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SimSun" panose="02010600030101010101" pitchFamily="2" charset="-122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206198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854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4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 eaLnBrk="0" hangingPunct="0">
              <a:defRPr/>
            </a:pPr>
            <a:fld id="{5373B69D-F9D7-497A-8C70-E3E91BDEBAB4}" type="slidenum">
              <a:rPr lang="zh-CN" altLang="en-US" sz="1200">
                <a:solidFill>
                  <a:prstClr val="black"/>
                </a:solidFill>
              </a:rPr>
              <a:pPr algn="r" eaLnBrk="0" hangingPunct="0">
                <a:defRPr/>
              </a:pPr>
              <a:t>67</a:t>
            </a:fld>
            <a:endParaRPr lang="zh-CN" altLang="en-US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0440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microsoft.com/office/2007/relationships/hdphoto" Target="../media/hdphoto1.wdp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12" Type="http://schemas.openxmlformats.org/officeDocument/2006/relationships/image" Target="../media/image2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11.xml"/><Relationship Id="rId10" Type="http://schemas.openxmlformats.org/officeDocument/2006/relationships/tags" Target="../tags/tag16.xml"/><Relationship Id="rId4" Type="http://schemas.openxmlformats.org/officeDocument/2006/relationships/tags" Target="../tags/tag10.xml"/><Relationship Id="rId9" Type="http://schemas.openxmlformats.org/officeDocument/2006/relationships/tags" Target="../tags/tag15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3" Type="http://schemas.openxmlformats.org/officeDocument/2006/relationships/tags" Target="../tags/tag19.xml"/><Relationship Id="rId7" Type="http://schemas.openxmlformats.org/officeDocument/2006/relationships/tags" Target="../tags/tag23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10" Type="http://schemas.openxmlformats.org/officeDocument/2006/relationships/image" Target="../media/image3.png"/><Relationship Id="rId4" Type="http://schemas.openxmlformats.org/officeDocument/2006/relationships/tags" Target="../tags/tag20.xml"/><Relationship Id="rId9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microsoft.com/office/2007/relationships/hdphoto" Target="../media/hdphoto1.wdp"/><Relationship Id="rId5" Type="http://schemas.openxmlformats.org/officeDocument/2006/relationships/tags" Target="../tags/tag29.xml"/><Relationship Id="rId10" Type="http://schemas.openxmlformats.org/officeDocument/2006/relationships/image" Target="../media/image2.png"/><Relationship Id="rId4" Type="http://schemas.openxmlformats.org/officeDocument/2006/relationships/tags" Target="../tags/tag28.xml"/><Relationship Id="rId9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3" Type="http://schemas.openxmlformats.org/officeDocument/2006/relationships/tags" Target="../tags/tag35.xml"/><Relationship Id="rId7" Type="http://schemas.openxmlformats.org/officeDocument/2006/relationships/tags" Target="../tags/tag39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image" Target="../media/image3.png"/><Relationship Id="rId5" Type="http://schemas.openxmlformats.org/officeDocument/2006/relationships/tags" Target="../tags/tag37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36.xml"/><Relationship Id="rId9" Type="http://schemas.openxmlformats.org/officeDocument/2006/relationships/tags" Target="../tags/tag4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49.xml"/><Relationship Id="rId3" Type="http://schemas.openxmlformats.org/officeDocument/2006/relationships/tags" Target="../tags/tag44.xml"/><Relationship Id="rId7" Type="http://schemas.openxmlformats.org/officeDocument/2006/relationships/tags" Target="../tags/tag48.xml"/><Relationship Id="rId12" Type="http://schemas.openxmlformats.org/officeDocument/2006/relationships/image" Target="../media/image4.png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46.xml"/><Relationship Id="rId10" Type="http://schemas.openxmlformats.org/officeDocument/2006/relationships/tags" Target="../tags/tag51.xml"/><Relationship Id="rId4" Type="http://schemas.openxmlformats.org/officeDocument/2006/relationships/tags" Target="../tags/tag45.xml"/><Relationship Id="rId9" Type="http://schemas.openxmlformats.org/officeDocument/2006/relationships/tags" Target="../tags/tag50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9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4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69.xml"/><Relationship Id="rId3" Type="http://schemas.openxmlformats.org/officeDocument/2006/relationships/tags" Target="../tags/tag64.xml"/><Relationship Id="rId7" Type="http://schemas.openxmlformats.org/officeDocument/2006/relationships/tags" Target="../tags/tag68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11" Type="http://schemas.openxmlformats.org/officeDocument/2006/relationships/image" Target="../media/image3.png"/><Relationship Id="rId5" Type="http://schemas.openxmlformats.org/officeDocument/2006/relationships/tags" Target="../tags/tag66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65.xml"/><Relationship Id="rId9" Type="http://schemas.openxmlformats.org/officeDocument/2006/relationships/tags" Target="../tags/tag70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78.xml"/><Relationship Id="rId13" Type="http://schemas.openxmlformats.org/officeDocument/2006/relationships/image" Target="../media/image3.png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11" Type="http://schemas.openxmlformats.org/officeDocument/2006/relationships/tags" Target="../tags/tag81.xml"/><Relationship Id="rId5" Type="http://schemas.openxmlformats.org/officeDocument/2006/relationships/tags" Target="../tags/tag75.xml"/><Relationship Id="rId10" Type="http://schemas.openxmlformats.org/officeDocument/2006/relationships/tags" Target="../tags/tag80.xml"/><Relationship Id="rId4" Type="http://schemas.openxmlformats.org/officeDocument/2006/relationships/tags" Target="../tags/tag74.xml"/><Relationship Id="rId9" Type="http://schemas.openxmlformats.org/officeDocument/2006/relationships/tags" Target="../tags/tag79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89.xml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12" Type="http://schemas.openxmlformats.org/officeDocument/2006/relationships/image" Target="../media/image3.png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86.xml"/><Relationship Id="rId10" Type="http://schemas.openxmlformats.org/officeDocument/2006/relationships/tags" Target="../tags/tag91.xml"/><Relationship Id="rId4" Type="http://schemas.openxmlformats.org/officeDocument/2006/relationships/tags" Target="../tags/tag85.xml"/><Relationship Id="rId9" Type="http://schemas.openxmlformats.org/officeDocument/2006/relationships/tags" Target="../tags/tag90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94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9" Type="http://schemas.microsoft.com/office/2007/relationships/hdphoto" Target="../media/hdphoto1.wdp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00.xml"/><Relationship Id="rId7" Type="http://schemas.openxmlformats.org/officeDocument/2006/relationships/tags" Target="../tags/tag104.xml"/><Relationship Id="rId2" Type="http://schemas.openxmlformats.org/officeDocument/2006/relationships/tags" Target="../tags/tag99.xml"/><Relationship Id="rId1" Type="http://schemas.openxmlformats.org/officeDocument/2006/relationships/tags" Target="../tags/tag98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9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112.xml"/><Relationship Id="rId13" Type="http://schemas.openxmlformats.org/officeDocument/2006/relationships/image" Target="../media/image3.png"/><Relationship Id="rId3" Type="http://schemas.openxmlformats.org/officeDocument/2006/relationships/tags" Target="../tags/tag107.xml"/><Relationship Id="rId7" Type="http://schemas.openxmlformats.org/officeDocument/2006/relationships/tags" Target="../tags/tag111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tags" Target="../tags/tag110.xml"/><Relationship Id="rId11" Type="http://schemas.openxmlformats.org/officeDocument/2006/relationships/tags" Target="../tags/tag115.xml"/><Relationship Id="rId5" Type="http://schemas.openxmlformats.org/officeDocument/2006/relationships/tags" Target="../tags/tag109.xml"/><Relationship Id="rId10" Type="http://schemas.openxmlformats.org/officeDocument/2006/relationships/tags" Target="../tags/tag114.xml"/><Relationship Id="rId4" Type="http://schemas.openxmlformats.org/officeDocument/2006/relationships/tags" Target="../tags/tag108.xml"/><Relationship Id="rId9" Type="http://schemas.openxmlformats.org/officeDocument/2006/relationships/tags" Target="../tags/tag113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123.xml"/><Relationship Id="rId3" Type="http://schemas.openxmlformats.org/officeDocument/2006/relationships/tags" Target="../tags/tag118.xml"/><Relationship Id="rId7" Type="http://schemas.openxmlformats.org/officeDocument/2006/relationships/tags" Target="../tags/tag122.xml"/><Relationship Id="rId2" Type="http://schemas.openxmlformats.org/officeDocument/2006/relationships/tags" Target="../tags/tag117.xml"/><Relationship Id="rId1" Type="http://schemas.openxmlformats.org/officeDocument/2006/relationships/tags" Target="../tags/tag116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10" Type="http://schemas.openxmlformats.org/officeDocument/2006/relationships/image" Target="../media/image3.png"/><Relationship Id="rId4" Type="http://schemas.openxmlformats.org/officeDocument/2006/relationships/tags" Target="../tags/tag119.xml"/><Relationship Id="rId9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131.xml"/><Relationship Id="rId3" Type="http://schemas.openxmlformats.org/officeDocument/2006/relationships/tags" Target="../tags/tag126.xml"/><Relationship Id="rId7" Type="http://schemas.openxmlformats.org/officeDocument/2006/relationships/tags" Target="../tags/tag130.xml"/><Relationship Id="rId12" Type="http://schemas.openxmlformats.org/officeDocument/2006/relationships/image" Target="../media/image3.png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6" Type="http://schemas.openxmlformats.org/officeDocument/2006/relationships/tags" Target="../tags/tag129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128.xml"/><Relationship Id="rId10" Type="http://schemas.openxmlformats.org/officeDocument/2006/relationships/tags" Target="../tags/tag133.xml"/><Relationship Id="rId4" Type="http://schemas.openxmlformats.org/officeDocument/2006/relationships/tags" Target="../tags/tag127.xml"/><Relationship Id="rId9" Type="http://schemas.openxmlformats.org/officeDocument/2006/relationships/tags" Target="../tags/tag132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141.xml"/><Relationship Id="rId3" Type="http://schemas.openxmlformats.org/officeDocument/2006/relationships/tags" Target="../tags/tag136.xml"/><Relationship Id="rId7" Type="http://schemas.openxmlformats.org/officeDocument/2006/relationships/tags" Target="../tags/tag140.xml"/><Relationship Id="rId12" Type="http://schemas.openxmlformats.org/officeDocument/2006/relationships/image" Target="../media/image3.png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6" Type="http://schemas.openxmlformats.org/officeDocument/2006/relationships/tags" Target="../tags/tag139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138.xml"/><Relationship Id="rId10" Type="http://schemas.openxmlformats.org/officeDocument/2006/relationships/tags" Target="../tags/tag143.xml"/><Relationship Id="rId4" Type="http://schemas.openxmlformats.org/officeDocument/2006/relationships/tags" Target="../tags/tag137.xml"/><Relationship Id="rId9" Type="http://schemas.openxmlformats.org/officeDocument/2006/relationships/tags" Target="../tags/tag142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151.xml"/><Relationship Id="rId13" Type="http://schemas.openxmlformats.org/officeDocument/2006/relationships/slideMaster" Target="../slideMasters/slideMaster2.xml"/><Relationship Id="rId3" Type="http://schemas.openxmlformats.org/officeDocument/2006/relationships/tags" Target="../tags/tag146.xml"/><Relationship Id="rId7" Type="http://schemas.openxmlformats.org/officeDocument/2006/relationships/tags" Target="../tags/tag150.xml"/><Relationship Id="rId12" Type="http://schemas.openxmlformats.org/officeDocument/2006/relationships/tags" Target="../tags/tag155.xml"/><Relationship Id="rId2" Type="http://schemas.openxmlformats.org/officeDocument/2006/relationships/tags" Target="../tags/tag145.xml"/><Relationship Id="rId1" Type="http://schemas.openxmlformats.org/officeDocument/2006/relationships/tags" Target="../tags/tag144.xml"/><Relationship Id="rId6" Type="http://schemas.openxmlformats.org/officeDocument/2006/relationships/tags" Target="../tags/tag149.xml"/><Relationship Id="rId11" Type="http://schemas.openxmlformats.org/officeDocument/2006/relationships/tags" Target="../tags/tag154.xml"/><Relationship Id="rId5" Type="http://schemas.openxmlformats.org/officeDocument/2006/relationships/tags" Target="../tags/tag148.xml"/><Relationship Id="rId10" Type="http://schemas.openxmlformats.org/officeDocument/2006/relationships/tags" Target="../tags/tag153.xml"/><Relationship Id="rId4" Type="http://schemas.openxmlformats.org/officeDocument/2006/relationships/tags" Target="../tags/tag147.xml"/><Relationship Id="rId9" Type="http://schemas.openxmlformats.org/officeDocument/2006/relationships/tags" Target="../tags/tag152.xml"/><Relationship Id="rId14" Type="http://schemas.openxmlformats.org/officeDocument/2006/relationships/image" Target="../media/image3.png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tags" Target="../tags/tag163.xml"/><Relationship Id="rId13" Type="http://schemas.openxmlformats.org/officeDocument/2006/relationships/image" Target="../media/image3.png"/><Relationship Id="rId3" Type="http://schemas.openxmlformats.org/officeDocument/2006/relationships/tags" Target="../tags/tag158.xml"/><Relationship Id="rId7" Type="http://schemas.openxmlformats.org/officeDocument/2006/relationships/tags" Target="../tags/tag162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157.xml"/><Relationship Id="rId1" Type="http://schemas.openxmlformats.org/officeDocument/2006/relationships/tags" Target="../tags/tag156.xml"/><Relationship Id="rId6" Type="http://schemas.openxmlformats.org/officeDocument/2006/relationships/tags" Target="../tags/tag161.xml"/><Relationship Id="rId11" Type="http://schemas.openxmlformats.org/officeDocument/2006/relationships/tags" Target="../tags/tag166.xml"/><Relationship Id="rId5" Type="http://schemas.openxmlformats.org/officeDocument/2006/relationships/tags" Target="../tags/tag160.xml"/><Relationship Id="rId10" Type="http://schemas.openxmlformats.org/officeDocument/2006/relationships/tags" Target="../tags/tag165.xml"/><Relationship Id="rId4" Type="http://schemas.openxmlformats.org/officeDocument/2006/relationships/tags" Target="../tags/tag159.xml"/><Relationship Id="rId9" Type="http://schemas.openxmlformats.org/officeDocument/2006/relationships/tags" Target="../tags/tag16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955737-2343-47A8-B06D-96CDF2D6A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25332A8-3408-BC6F-CA95-6558C32DC5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DED80C-CD83-41E2-96B0-F1FC76F68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328BA-80F5-47DA-8D00-E85436048EBD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79C867-AFB1-6CF2-CFCF-FCC3EE0B4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B8F800-FBD3-924B-5676-8E955FC1C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6DECB-ADD1-4DBE-8046-F03CEB843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211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E93172-35B0-B95A-04C2-631AD449D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65E8CE-F25C-F81B-9FBA-5FD5ED7A3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80B259-6B06-2D0E-D4D8-1464E699F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328BA-80F5-47DA-8D00-E85436048EBD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812E44-3C32-027C-AE65-92BD84C58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16E4A0-3A78-45FF-A0C0-FB82CC726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6DECB-ADD1-4DBE-8046-F03CEB843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741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3EA9ED-31AF-4628-6651-36F767737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455006-4629-73BF-9610-CF8916E8B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256A76-232A-C7AA-4726-1E156022B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328BA-80F5-47DA-8D00-E85436048EBD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4B4E44-9B35-357F-B289-1C79A24AD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BBAA21-4402-B4A4-518C-F996132E7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6DECB-ADD1-4DBE-8046-F03CEB843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9579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8F4599-6A4D-6223-1516-377DE4A89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B96A4F-6BC3-9F1F-D4AA-A0A4F36FD8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70BCAB3-52FD-57F6-9A27-B2FF9C9004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3CEC08-4BD1-AA4B-6665-8863F0932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328BA-80F5-47DA-8D00-E85436048EBD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F2B3B3-A60E-D00B-347D-67F354667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92DB95-5409-F3E1-8D83-708AF6E16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6DECB-ADD1-4DBE-8046-F03CEB843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426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F33290-89C1-90B5-8D42-5BB9BD3F4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D9B53B-6EE9-5553-23BD-BA45095FB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EA7FF9B-E79F-89C5-61E6-45A6B0804B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26D4CE-8A69-EEEA-B9DB-BE783DB8C7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38BA84F-356D-F239-719D-341CA3D26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90E1118-02F2-BBC9-CB9B-2B8662FC7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328BA-80F5-47DA-8D00-E85436048EBD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8DBF74F-09D1-8720-D819-3A2D71F62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80348C8-5730-2006-45A1-2C054B870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6DECB-ADD1-4DBE-8046-F03CEB843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5962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E2A284-E143-089C-6683-842F96215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1985D2B-33AE-8C18-A721-6BF16BCA9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328BA-80F5-47DA-8D00-E85436048EBD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03EB8DD-521E-BB25-8B2C-6184C58A4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716F26A-99D3-A9DF-83C2-58A88029A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6DECB-ADD1-4DBE-8046-F03CEB843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981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16C3E49-C554-4BFF-07ED-061FE0CEC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328BA-80F5-47DA-8D00-E85436048EBD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EE69157-FC12-C7B5-DD02-235A980C5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D5BDC9-03AC-2052-0429-883643FC1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6DECB-ADD1-4DBE-8046-F03CEB843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9091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6CCCB-BEE6-4EDE-F329-A6153CB1C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5FC89E-8520-43C2-97AA-0166BCDCB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FB4EC7C-8E59-6989-9FBA-9BCA000930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D40978-A4E1-0263-93DB-30BB66AEA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328BA-80F5-47DA-8D00-E85436048EBD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9C3D45-2475-9522-177A-D04C297EA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240B99-050C-1485-08C6-F9674559A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6DECB-ADD1-4DBE-8046-F03CEB843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7296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8A7DE9-B41E-1199-3071-DB6AA5198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F76DE53-0AD0-F435-B4F8-C7A52DC859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4F05F51-FA54-1858-27BF-7EDD123E6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7D9B19-C6BF-EEAD-7FB9-9686D29FF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328BA-80F5-47DA-8D00-E85436048EBD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6B45EB-CB4B-0389-1DDF-44B616085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1AFD62-5385-A18D-D725-B1AD72E8A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6DECB-ADD1-4DBE-8046-F03CEB843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2863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FC6B05-BC2A-6D96-D49E-A3CA128B0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8E3E73-A3CC-5B35-A003-8CFC734840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D36DD7-79CE-71AE-C0D5-502B2466C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328BA-80F5-47DA-8D00-E85436048EBD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F063C4-B822-5FB2-6867-971306868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5EB6AA-8181-66FD-210F-9C38F0573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6DECB-ADD1-4DBE-8046-F03CEB843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7711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8A9E5FB-ECFF-8F8A-12C0-1F394FD30A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B4C44EA-3F66-ED07-4346-5F12C6102D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68DE3E-BE02-4C71-D333-0C231C4EB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328BA-80F5-47DA-8D00-E85436048EBD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606F08-50A6-B76D-DB2C-5F4BE2510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D9B4E0-2302-58ED-B413-27C9DA14C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6DECB-ADD1-4DBE-8046-F03CEB843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77190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6450" y="1602955"/>
            <a:ext cx="8039100" cy="37596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193" b="100000" l="0" r="100000">
                        <a14:foregroundMark x1="11819" y1="38075" x2="10739" y2="29302"/>
                        <a14:foregroundMark x1="14085" y1="24446" x2="10685" y2="25980"/>
                        <a14:foregroundMark x1="29304" y1="84157" x2="30599" y2="79046"/>
                        <a14:foregroundMark x1="31085" y1="79472" x2="39935" y2="78876"/>
                        <a14:foregroundMark x1="65030" y1="79302" x2="70372" y2="79046"/>
                        <a14:backgroundMark x1="13600" y1="27513" x2="14895" y2="38671"/>
                        <a14:backgroundMark x1="14355" y1="48722" x2="15542" y2="60988"/>
                        <a14:backgroundMark x1="14409" y1="49744" x2="14247" y2="32794"/>
                        <a14:backgroundMark x1="13168" y1="28961" x2="13168" y2="34497"/>
                        <a14:backgroundMark x1="14895" y1="33305" x2="34161" y2="41141"/>
                        <a14:backgroundMark x1="32974" y1="34923" x2="41338" y2="28705"/>
                        <a14:backgroundMark x1="40853" y1="29302" x2="53265" y2="28109"/>
                        <a14:backgroundMark x1="53805" y1="29557" x2="55640" y2="45486"/>
                        <a14:backgroundMark x1="56503" y1="43782" x2="74096" y2="47956"/>
                        <a14:backgroundMark x1="66379" y1="43782" x2="66109" y2="36116"/>
                        <a14:backgroundMark x1="56503" y1="29983" x2="57420" y2="29983"/>
                        <a14:backgroundMark x1="74474" y1="28279" x2="81274" y2="42589"/>
                        <a14:backgroundMark x1="77334" y1="36797" x2="70103" y2="49148"/>
                        <a14:backgroundMark x1="76255" y1="28279" x2="83594" y2="27683"/>
                        <a14:backgroundMark x1="84943" y1="29131" x2="85213" y2="45911"/>
                        <a14:backgroundMark x1="84404" y1="52896" x2="83864" y2="67121"/>
                        <a14:backgroundMark x1="83324" y1="46678" x2="84404" y2="57496"/>
                        <a14:backgroundMark x1="81813" y1="52300" x2="61198" y2="69591"/>
                        <a14:backgroundMark x1="61468" y1="72147" x2="65839" y2="77513"/>
                        <a14:backgroundMark x1="66757" y1="77939" x2="72855" y2="76491"/>
                        <a14:backgroundMark x1="83216" y1="74191" x2="83864" y2="73169"/>
                        <a14:backgroundMark x1="80734" y1="74020" x2="81651" y2="74617"/>
                        <a14:backgroundMark x1="12574" y1="60307" x2="12520" y2="73935"/>
                        <a14:backgroundMark x1="14355" y1="71039" x2="17647" y2="67717"/>
                        <a14:backgroundMark x1="16460" y1="72743" x2="16352" y2="67547"/>
                        <a14:backgroundMark x1="16838" y1="73339" x2="18187" y2="73509"/>
                        <a14:backgroundMark x1="19212" y1="74787" x2="20399" y2="69676"/>
                        <a14:backgroundMark x1="19482" y1="76405" x2="19644" y2="74532"/>
                        <a14:backgroundMark x1="15812" y1="76065" x2="15326" y2="75383"/>
                        <a14:backgroundMark x1="29574" y1="77853" x2="30707" y2="68399"/>
                        <a14:backgroundMark x1="29951" y1="68228" x2="26821" y2="61755"/>
                        <a14:backgroundMark x1="25796" y1="65758" x2="20777" y2="70187"/>
                        <a14:backgroundMark x1="30329" y1="77853" x2="63087" y2="77683"/>
                        <a14:backgroundMark x1="72747" y1="78109" x2="72747" y2="77087"/>
                        <a14:backgroundMark x1="66109" y1="36797" x2="65192" y2="31601"/>
                        <a14:backgroundMark x1="57582" y1="29983" x2="57043" y2="29302"/>
                        <a14:backgroundMark x1="61198" y1="29131" x2="62115" y2="27087"/>
                        <a14:backgroundMark x1="60712" y1="29557" x2="60065" y2="30409"/>
                        <a14:backgroundMark x1="57852" y1="30153" x2="58770" y2="30153"/>
                        <a14:backgroundMark x1="59687" y1="30324" x2="58985" y2="29983"/>
                        <a14:backgroundMark x1="73826" y1="28876" x2="72855" y2="27087"/>
                        <a14:backgroundMark x1="64652" y1="32283" x2="65192" y2="28365"/>
                        <a14:backgroundMark x1="65300" y1="28365" x2="65569" y2="26831"/>
                        <a14:backgroundMark x1="12628" y1="27342" x2="12574" y2="2674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9988" y="-57150"/>
            <a:ext cx="10824425" cy="6858000"/>
          </a:xfrm>
          <a:prstGeom prst="rect">
            <a:avLst/>
          </a:prstGeom>
        </p:spPr>
      </p:pic>
      <p:sp>
        <p:nvSpPr>
          <p:cNvPr id="10689" name="任意多边形: 形状 10688"/>
          <p:cNvSpPr/>
          <p:nvPr>
            <p:custDataLst>
              <p:tags r:id="rId3"/>
            </p:custDataLst>
          </p:nvPr>
        </p:nvSpPr>
        <p:spPr>
          <a:xfrm>
            <a:off x="4439282" y="4428565"/>
            <a:ext cx="3313436" cy="826480"/>
          </a:xfrm>
          <a:custGeom>
            <a:avLst/>
            <a:gdLst>
              <a:gd name="connsiteX0" fmla="*/ 12772 w 2974380"/>
              <a:gd name="connsiteY0" fmla="*/ 12772 h 647097"/>
              <a:gd name="connsiteX1" fmla="*/ 2963879 w 2974380"/>
              <a:gd name="connsiteY1" fmla="*/ 12772 h 647097"/>
              <a:gd name="connsiteX2" fmla="*/ 2963879 w 2974380"/>
              <a:gd name="connsiteY2" fmla="*/ 637732 h 647097"/>
              <a:gd name="connsiteX3" fmla="*/ 12772 w 2974380"/>
              <a:gd name="connsiteY3" fmla="*/ 637732 h 647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74380" h="647097">
                <a:moveTo>
                  <a:pt x="12772" y="12772"/>
                </a:moveTo>
                <a:lnTo>
                  <a:pt x="2963879" y="12772"/>
                </a:lnTo>
                <a:lnTo>
                  <a:pt x="2963879" y="637732"/>
                </a:lnTo>
                <a:lnTo>
                  <a:pt x="12772" y="637732"/>
                </a:lnTo>
                <a:close/>
              </a:path>
            </a:pathLst>
          </a:custGeom>
          <a:noFill/>
          <a:ln w="285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80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2716306" y="2671483"/>
            <a:ext cx="6759389" cy="1099798"/>
          </a:xfrm>
        </p:spPr>
        <p:txBody>
          <a:bodyPr anchor="b" anchorCtr="0">
            <a:normAutofit/>
          </a:bodyPr>
          <a:lstStyle>
            <a:lvl1pPr algn="ctr">
              <a:lnSpc>
                <a:spcPct val="90000"/>
              </a:lnSpc>
              <a:defRPr sz="5400" u="none" strike="noStrike" kern="1200" cap="none" spc="2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9801" name="副标题 2"/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3062131" y="3833665"/>
            <a:ext cx="6067738" cy="40353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/>
              <a:t>单击此处编辑母版副标题样式</a:t>
            </a:r>
            <a:endParaRPr lang="en-US" altLang="zh-CN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4787689" y="4492232"/>
            <a:ext cx="2626323" cy="31363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u="none" strike="noStrike" kern="1200" cap="none" spc="15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/>
              <a:t>编辑文本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 hasCustomPrompt="1"/>
            <p:custDataLst>
              <p:tags r:id="rId7"/>
            </p:custDataLst>
          </p:nvPr>
        </p:nvSpPr>
        <p:spPr>
          <a:xfrm>
            <a:off x="4787689" y="4866144"/>
            <a:ext cx="2626323" cy="32651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u="none" strike="noStrike" kern="1200" cap="none" spc="15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/>
              <a:t>编辑文本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63034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-75570" y="5962493"/>
            <a:ext cx="12304200" cy="895507"/>
            <a:chOff x="-75570" y="5962493"/>
            <a:chExt cx="12304200" cy="895507"/>
          </a:xfrm>
        </p:grpSpPr>
        <p:pic>
          <p:nvPicPr>
            <p:cNvPr id="7" name="图片 6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-75570" y="5962493"/>
              <a:ext cx="6152100" cy="895507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6076530" y="5962493"/>
              <a:ext cx="6152100" cy="89550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/>
                <a:ea typeface="微软雅黑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/>
                <a:ea typeface="微软雅黑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/>
                <a:ea typeface="微软雅黑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/>
                <a:ea typeface="微软雅黑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微软雅黑"/>
                <a:ea typeface="微软雅黑"/>
              </a:defRPr>
            </a:lvl1pPr>
          </a:lstStyle>
          <a:p>
            <a:fld id="{760FBDFE-C587-4B4C-A407-44438C67B59E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微软雅黑"/>
                <a:ea typeface="微软雅黑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微软雅黑"/>
                <a:ea typeface="微软雅黑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1459914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2076450" y="1602955"/>
            <a:ext cx="8039100" cy="37596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193" b="100000" l="0" r="100000">
                        <a14:foregroundMark x1="11819" y1="38075" x2="10739" y2="29302"/>
                        <a14:foregroundMark x1="14085" y1="24446" x2="10685" y2="25980"/>
                        <a14:foregroundMark x1="29304" y1="84157" x2="30599" y2="79046"/>
                        <a14:foregroundMark x1="31085" y1="79472" x2="39935" y2="78876"/>
                        <a14:foregroundMark x1="65030" y1="79302" x2="70372" y2="79046"/>
                        <a14:backgroundMark x1="13600" y1="27513" x2="14895" y2="38671"/>
                        <a14:backgroundMark x1="14355" y1="48722" x2="15542" y2="60988"/>
                        <a14:backgroundMark x1="14409" y1="49744" x2="14247" y2="32794"/>
                        <a14:backgroundMark x1="13168" y1="28961" x2="13168" y2="34497"/>
                        <a14:backgroundMark x1="14895" y1="33305" x2="34161" y2="41141"/>
                        <a14:backgroundMark x1="32974" y1="34923" x2="41338" y2="28705"/>
                        <a14:backgroundMark x1="40853" y1="29302" x2="53265" y2="28109"/>
                        <a14:backgroundMark x1="53805" y1="29557" x2="55640" y2="45486"/>
                        <a14:backgroundMark x1="56503" y1="43782" x2="74096" y2="47956"/>
                        <a14:backgroundMark x1="66379" y1="43782" x2="66109" y2="36116"/>
                        <a14:backgroundMark x1="56503" y1="29983" x2="57420" y2="29983"/>
                        <a14:backgroundMark x1="74474" y1="28279" x2="81274" y2="42589"/>
                        <a14:backgroundMark x1="77334" y1="36797" x2="70103" y2="49148"/>
                        <a14:backgroundMark x1="76255" y1="28279" x2="83594" y2="27683"/>
                        <a14:backgroundMark x1="84943" y1="29131" x2="85213" y2="45911"/>
                        <a14:backgroundMark x1="84404" y1="52896" x2="83864" y2="67121"/>
                        <a14:backgroundMark x1="83324" y1="46678" x2="84404" y2="57496"/>
                        <a14:backgroundMark x1="81813" y1="52300" x2="61198" y2="69591"/>
                        <a14:backgroundMark x1="61468" y1="72147" x2="65839" y2="77513"/>
                        <a14:backgroundMark x1="66757" y1="77939" x2="72855" y2="76491"/>
                        <a14:backgroundMark x1="83216" y1="74191" x2="83864" y2="73169"/>
                        <a14:backgroundMark x1="80734" y1="74020" x2="81651" y2="74617"/>
                        <a14:backgroundMark x1="12574" y1="60307" x2="12520" y2="73935"/>
                        <a14:backgroundMark x1="14355" y1="71039" x2="17647" y2="67717"/>
                        <a14:backgroundMark x1="16460" y1="72743" x2="16352" y2="67547"/>
                        <a14:backgroundMark x1="16838" y1="73339" x2="18187" y2="73509"/>
                        <a14:backgroundMark x1="19212" y1="74787" x2="20399" y2="69676"/>
                        <a14:backgroundMark x1="19482" y1="76405" x2="19644" y2="74532"/>
                        <a14:backgroundMark x1="15812" y1="76065" x2="15326" y2="75383"/>
                        <a14:backgroundMark x1="29574" y1="77853" x2="30707" y2="68399"/>
                        <a14:backgroundMark x1="29951" y1="68228" x2="26821" y2="61755"/>
                        <a14:backgroundMark x1="25796" y1="65758" x2="20777" y2="70187"/>
                        <a14:backgroundMark x1="30329" y1="77853" x2="63087" y2="77683"/>
                        <a14:backgroundMark x1="72747" y1="78109" x2="72747" y2="77087"/>
                        <a14:backgroundMark x1="66109" y1="36797" x2="65192" y2="31601"/>
                        <a14:backgroundMark x1="57582" y1="29983" x2="57043" y2="29302"/>
                        <a14:backgroundMark x1="61198" y1="29131" x2="62115" y2="27087"/>
                        <a14:backgroundMark x1="60712" y1="29557" x2="60065" y2="30409"/>
                        <a14:backgroundMark x1="57852" y1="30153" x2="58770" y2="30153"/>
                        <a14:backgroundMark x1="59687" y1="30324" x2="58985" y2="29983"/>
                        <a14:backgroundMark x1="73826" y1="28876" x2="72855" y2="27087"/>
                        <a14:backgroundMark x1="64652" y1="32283" x2="65192" y2="28365"/>
                        <a14:backgroundMark x1="65300" y1="28365" x2="65569" y2="26831"/>
                        <a14:backgroundMark x1="12628" y1="27342" x2="12574" y2="2674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9988" y="-57150"/>
            <a:ext cx="10824425" cy="6858000"/>
          </a:xfrm>
          <a:prstGeom prst="rect">
            <a:avLst/>
          </a:prstGeom>
        </p:spPr>
      </p:pic>
      <p:cxnSp>
        <p:nvCxnSpPr>
          <p:cNvPr id="5" name="直接连接符 4"/>
          <p:cNvCxnSpPr/>
          <p:nvPr>
            <p:custDataLst>
              <p:tags r:id="rId3"/>
            </p:custDataLst>
          </p:nvPr>
        </p:nvCxnSpPr>
        <p:spPr>
          <a:xfrm flipH="1">
            <a:off x="4786571" y="2867431"/>
            <a:ext cx="0" cy="127187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4835558" y="2732665"/>
            <a:ext cx="4781969" cy="522451"/>
          </a:xfrm>
        </p:spPr>
        <p:txBody>
          <a:bodyPr anchor="b" anchorCtr="0">
            <a:normAutofit/>
          </a:bodyPr>
          <a:lstStyle>
            <a:lvl1pPr algn="l">
              <a:defRPr sz="2400" b="1" u="none" strike="noStrike" kern="1200" cap="none" spc="2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>
          <a:xfrm>
            <a:off x="4835559" y="3323762"/>
            <a:ext cx="4781968" cy="101562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 u="none" strike="noStrike" kern="1200" cap="none" spc="15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7428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>
            <p:custDataLst>
              <p:tags r:id="rId1"/>
            </p:custDataLst>
          </p:nvPr>
        </p:nvGrpSpPr>
        <p:grpSpPr>
          <a:xfrm>
            <a:off x="-75570" y="5962493"/>
            <a:ext cx="12304200" cy="895507"/>
            <a:chOff x="-75570" y="5962493"/>
            <a:chExt cx="12304200" cy="895507"/>
          </a:xfrm>
        </p:grpSpPr>
        <p:pic>
          <p:nvPicPr>
            <p:cNvPr id="11" name="图片 10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-75570" y="5962493"/>
              <a:ext cx="6152100" cy="895507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6076530" y="5962493"/>
              <a:ext cx="6152100" cy="89550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>
              <a:defRPr sz="1600" u="none" strike="noStrike" kern="1200" cap="none" spc="0" normalizeH="0" baseline="0">
                <a:latin typeface="Arial" panose="020B0604020202020204" pitchFamily="34" charset="0"/>
                <a:ea typeface="微软雅黑"/>
              </a:defRPr>
            </a:lvl1pPr>
            <a:lvl2pPr>
              <a:defRPr sz="1600" u="none" strike="noStrike" kern="1200" cap="none" spc="0" normalizeH="0" baseline="0">
                <a:latin typeface="Arial" panose="020B0604020202020204" pitchFamily="34" charset="0"/>
                <a:ea typeface="微软雅黑"/>
              </a:defRPr>
            </a:lvl2pPr>
            <a:lvl3pPr>
              <a:defRPr sz="1600" u="none" strike="noStrike" kern="1200" cap="none" spc="0" normalizeH="0" baseline="0">
                <a:latin typeface="Arial" panose="020B0604020202020204" pitchFamily="34" charset="0"/>
                <a:ea typeface="微软雅黑"/>
              </a:defRPr>
            </a:lvl3pPr>
            <a:lvl4pPr>
              <a:defRPr sz="1600" u="none" strike="noStrike" kern="1200" cap="none" spc="0" normalizeH="0" baseline="0">
                <a:latin typeface="Arial" panose="020B0604020202020204" pitchFamily="34" charset="0"/>
                <a:ea typeface="微软雅黑"/>
              </a:defRPr>
            </a:lvl4pPr>
            <a:lvl5pPr>
              <a:defRPr sz="1600" u="none" strike="noStrike" kern="1200" cap="none" spc="0" normalizeH="0" baseline="0">
                <a:latin typeface="Arial" panose="020B0604020202020204" pitchFamily="34" charset="0"/>
                <a:ea typeface="微软雅黑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微软雅黑"/>
                <a:ea typeface="微软雅黑"/>
              </a:defRPr>
            </a:lvl1pPr>
          </a:lstStyle>
          <a:p>
            <a:fld id="{760FBDFE-C587-4B4C-A407-44438C67B59E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微软雅黑"/>
                <a:ea typeface="微软雅黑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微软雅黑"/>
                <a:ea typeface="微软雅黑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723362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-75570" y="5962493"/>
            <a:ext cx="6152100" cy="895507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6076530" y="5962493"/>
            <a:ext cx="6152100" cy="8955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4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90170" tIns="46990" rIns="90170" bIns="4699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ct val="0"/>
              </a:spcAft>
              <a:buNone/>
              <a:defRPr sz="2000" b="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5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6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7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微软雅黑"/>
                <a:ea typeface="微软雅黑"/>
              </a:defRPr>
            </a:lvl1pPr>
          </a:lstStyle>
          <a:p>
            <a:fld id="{760FBDFE-C587-4B4C-A407-44438C67B59E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微软雅黑"/>
                <a:ea typeface="微软雅黑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微软雅黑"/>
                <a:ea typeface="微软雅黑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6840464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-75570" y="5962493"/>
            <a:ext cx="12304200" cy="895507"/>
            <a:chOff x="-75570" y="5962493"/>
            <a:chExt cx="12304200" cy="895507"/>
          </a:xfrm>
        </p:grpSpPr>
        <p:pic>
          <p:nvPicPr>
            <p:cNvPr id="10" name="图片 9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75570" y="5962493"/>
              <a:ext cx="6152100" cy="895507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6076530" y="5962493"/>
              <a:ext cx="6152100" cy="89550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581987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8799165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>
            <p:custDataLst>
              <p:tags r:id="rId1"/>
            </p:custDataLst>
          </p:nvPr>
        </p:nvGrpSpPr>
        <p:grpSpPr>
          <a:xfrm>
            <a:off x="-75570" y="5962493"/>
            <a:ext cx="12304200" cy="895507"/>
            <a:chOff x="-75570" y="5962493"/>
            <a:chExt cx="12304200" cy="895507"/>
          </a:xfrm>
        </p:grpSpPr>
        <p:pic>
          <p:nvPicPr>
            <p:cNvPr id="11" name="图片 10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-75570" y="5962493"/>
              <a:ext cx="6152100" cy="895507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6076530" y="5962493"/>
              <a:ext cx="6152100" cy="89550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微软雅黑"/>
                <a:ea typeface="微软雅黑"/>
              </a:defRPr>
            </a:lvl1pPr>
          </a:lstStyle>
          <a:p>
            <a:fld id="{9EFD9D74-47D9-4702-A33C-335B63B48DBF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微软雅黑"/>
                <a:ea typeface="微软雅黑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微软雅黑"/>
                <a:ea typeface="微软雅黑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14795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-75570" y="0"/>
            <a:ext cx="12323670" cy="6858000"/>
            <a:chOff x="-75570" y="0"/>
            <a:chExt cx="12323670" cy="6858000"/>
          </a:xfrm>
        </p:grpSpPr>
        <p:sp>
          <p:nvSpPr>
            <p:cNvPr id="10" name="矩形 9"/>
            <p:cNvSpPr/>
            <p:nvPr userDrawn="1">
              <p:custDataLst>
                <p:tags r:id="rId7"/>
              </p:custDataLst>
            </p:nvPr>
          </p:nvSpPr>
          <p:spPr>
            <a:xfrm>
              <a:off x="292800" y="304200"/>
              <a:ext cx="11606400" cy="62496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/>
                <a:ea typeface="微软雅黑"/>
              </a:endParaRPr>
            </a:p>
          </p:txBody>
        </p:sp>
        <p:grpSp>
          <p:nvGrpSpPr>
            <p:cNvPr id="11" name="组合 10"/>
            <p:cNvGrpSpPr/>
            <p:nvPr userDrawn="1"/>
          </p:nvGrpSpPr>
          <p:grpSpPr>
            <a:xfrm>
              <a:off x="-75570" y="5962493"/>
              <a:ext cx="12304200" cy="895507"/>
              <a:chOff x="-75570" y="5962493"/>
              <a:chExt cx="12304200" cy="895507"/>
            </a:xfrm>
          </p:grpSpPr>
          <p:pic>
            <p:nvPicPr>
              <p:cNvPr id="17" name="图片 16"/>
              <p:cNvPicPr>
                <a:picLocks noChangeAspect="1"/>
              </p:cNvPicPr>
              <p:nvPr>
                <p:custDataLst>
                  <p:tags r:id="rId10"/>
                </p:custDataLst>
              </p:nvPr>
            </p:nvPicPr>
            <p:blipFill>
              <a:blip r:embed="rId13"/>
              <a:stretch>
                <a:fillRect/>
              </a:stretch>
            </p:blipFill>
            <p:spPr>
              <a:xfrm>
                <a:off x="-75570" y="5962493"/>
                <a:ext cx="6152100" cy="895507"/>
              </a:xfrm>
              <a:prstGeom prst="rect">
                <a:avLst/>
              </a:prstGeom>
            </p:spPr>
          </p:pic>
          <p:pic>
            <p:nvPicPr>
              <p:cNvPr id="18" name="图片 17"/>
              <p:cNvPicPr>
                <a:picLocks noChangeAspect="1"/>
              </p:cNvPicPr>
              <p:nvPr>
                <p:custDataLst>
                  <p:tags r:id="rId11"/>
                </p:custDataLst>
              </p:nvPr>
            </p:nvPicPr>
            <p:blipFill>
              <a:blip r:embed="rId13"/>
              <a:stretch>
                <a:fillRect/>
              </a:stretch>
            </p:blipFill>
            <p:spPr>
              <a:xfrm>
                <a:off x="6076530" y="5962493"/>
                <a:ext cx="6152100" cy="895507"/>
              </a:xfrm>
              <a:prstGeom prst="rect">
                <a:avLst/>
              </a:prstGeom>
            </p:spPr>
          </p:pic>
        </p:grpSp>
        <p:grpSp>
          <p:nvGrpSpPr>
            <p:cNvPr id="12" name="组合 11"/>
            <p:cNvGrpSpPr/>
            <p:nvPr userDrawn="1"/>
          </p:nvGrpSpPr>
          <p:grpSpPr>
            <a:xfrm rot="10800000">
              <a:off x="-56100" y="0"/>
              <a:ext cx="12304200" cy="895507"/>
              <a:chOff x="-75570" y="5962493"/>
              <a:chExt cx="12304200" cy="895507"/>
            </a:xfrm>
          </p:grpSpPr>
          <p:pic>
            <p:nvPicPr>
              <p:cNvPr id="13" name="图片 12"/>
              <p:cNvPicPr>
                <a:picLocks noChangeAspect="1"/>
              </p:cNvPicPr>
              <p:nvPr>
                <p:custDataLst>
                  <p:tags r:id="rId8"/>
                </p:custDataLst>
              </p:nvPr>
            </p:nvPicPr>
            <p:blipFill>
              <a:blip r:embed="rId13"/>
              <a:stretch>
                <a:fillRect/>
              </a:stretch>
            </p:blipFill>
            <p:spPr>
              <a:xfrm>
                <a:off x="-75570" y="5962493"/>
                <a:ext cx="6152100" cy="895507"/>
              </a:xfrm>
              <a:prstGeom prst="rect">
                <a:avLst/>
              </a:prstGeom>
            </p:spPr>
          </p:pic>
          <p:pic>
            <p:nvPicPr>
              <p:cNvPr id="16" name="图片 15"/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>
              <a:blip r:embed="rId13"/>
              <a:stretch>
                <a:fillRect/>
              </a:stretch>
            </p:blipFill>
            <p:spPr>
              <a:xfrm>
                <a:off x="6076530" y="5962493"/>
                <a:ext cx="6152100" cy="895507"/>
              </a:xfrm>
              <a:prstGeom prst="rect">
                <a:avLst/>
              </a:prstGeom>
            </p:spPr>
          </p:pic>
        </p:grpSp>
      </p:grp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ct val="0"/>
              </a:spcAft>
              <a:buNone/>
              <a:defRPr kumimoji="0" lang="zh-CN" altLang="en-US" sz="2400" b="1" i="0" u="none" strike="noStrike" kern="1200" cap="none" spc="0" normalizeH="0" baseline="0" noProof="1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lIns="90170" tIns="46990" rIns="90170" bIns="46990">
            <a:normAutofit/>
          </a:bodyPr>
          <a:lstStyle>
            <a:lvl1pPr indent="0" eaLnBrk="1" fontAlgn="auto" latinLnBrk="0" hangingPunct="1">
              <a:defRPr u="none" strike="noStrike" kern="1200" cap="none" spc="0" normalizeH="0" baseline="0">
                <a:latin typeface="Arial" panose="020B0604020202020204" pitchFamily="34" charset="0"/>
                <a:ea typeface="微软雅黑"/>
              </a:defRPr>
            </a:lvl1pPr>
            <a:lvl2pPr indent="0" eaLnBrk="1" fontAlgn="auto" latinLnBrk="0" hangingPunct="1">
              <a:defRPr u="none" strike="noStrike" kern="1200" cap="none" spc="0" normalizeH="0" baseline="0">
                <a:latin typeface="Arial" panose="020B0604020202020204" pitchFamily="34" charset="0"/>
                <a:ea typeface="微软雅黑"/>
              </a:defRPr>
            </a:lvl2pPr>
            <a:lvl3pPr indent="0" eaLnBrk="1" fontAlgn="auto" latinLnBrk="0" hangingPunct="1">
              <a:defRPr u="none" strike="noStrike" kern="1200" cap="none" spc="0" normalizeH="0" baseline="0">
                <a:latin typeface="Arial" panose="020B0604020202020204" pitchFamily="34" charset="0"/>
                <a:ea typeface="微软雅黑"/>
              </a:defRPr>
            </a:lvl3pPr>
            <a:lvl4pPr indent="0" eaLnBrk="1" fontAlgn="auto" latinLnBrk="0" hangingPunct="1">
              <a:defRPr u="none" strike="noStrike" kern="1200" cap="none" spc="0" normalizeH="0" baseline="0">
                <a:latin typeface="Arial" panose="020B0604020202020204" pitchFamily="34" charset="0"/>
                <a:ea typeface="微软雅黑"/>
              </a:defRPr>
            </a:lvl4pPr>
            <a:lvl5pPr indent="0" eaLnBrk="1" fontAlgn="auto" latinLnBrk="0" hangingPunct="1">
              <a:defRPr u="none" strike="noStrike" kern="1200" cap="none" spc="0" normalizeH="0" baseline="0">
                <a:latin typeface="Arial" panose="020B0604020202020204" pitchFamily="34" charset="0"/>
                <a:ea typeface="微软雅黑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微软雅黑"/>
                <a:ea typeface="微软雅黑"/>
              </a:defRPr>
            </a:lvl1pPr>
          </a:lstStyle>
          <a:p>
            <a:fld id="{760FBDFE-C587-4B4C-A407-44438C67B59E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微软雅黑"/>
                <a:ea typeface="微软雅黑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微软雅黑"/>
                <a:ea typeface="微软雅黑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5164154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>
            <p:custDataLst>
              <p:tags r:id="rId1"/>
            </p:custDataLst>
          </p:nvPr>
        </p:nvGrpSpPr>
        <p:grpSpPr>
          <a:xfrm>
            <a:off x="-75570" y="0"/>
            <a:ext cx="12323670" cy="6858000"/>
            <a:chOff x="-75570" y="0"/>
            <a:chExt cx="12323670" cy="6858000"/>
          </a:xfrm>
        </p:grpSpPr>
        <p:sp>
          <p:nvSpPr>
            <p:cNvPr id="9" name="矩形 8"/>
            <p:cNvSpPr/>
            <p:nvPr userDrawn="1">
              <p:custDataLst>
                <p:tags r:id="rId6"/>
              </p:custDataLst>
            </p:nvPr>
          </p:nvSpPr>
          <p:spPr>
            <a:xfrm>
              <a:off x="292800" y="304200"/>
              <a:ext cx="11606400" cy="62496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/>
                <a:ea typeface="微软雅黑"/>
              </a:endParaRPr>
            </a:p>
          </p:txBody>
        </p:sp>
        <p:grpSp>
          <p:nvGrpSpPr>
            <p:cNvPr id="10" name="组合 9"/>
            <p:cNvGrpSpPr/>
            <p:nvPr userDrawn="1"/>
          </p:nvGrpSpPr>
          <p:grpSpPr>
            <a:xfrm>
              <a:off x="-75570" y="5962493"/>
              <a:ext cx="12304200" cy="895507"/>
              <a:chOff x="-75570" y="5962493"/>
              <a:chExt cx="12304200" cy="895507"/>
            </a:xfrm>
          </p:grpSpPr>
          <p:pic>
            <p:nvPicPr>
              <p:cNvPr id="16" name="图片 15"/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>
              <a:blip r:embed="rId12"/>
              <a:stretch>
                <a:fillRect/>
              </a:stretch>
            </p:blipFill>
            <p:spPr>
              <a:xfrm>
                <a:off x="-75570" y="5962493"/>
                <a:ext cx="6152100" cy="895507"/>
              </a:xfrm>
              <a:prstGeom prst="rect">
                <a:avLst/>
              </a:prstGeom>
            </p:spPr>
          </p:pic>
          <p:pic>
            <p:nvPicPr>
              <p:cNvPr id="17" name="图片 16"/>
              <p:cNvPicPr>
                <a:picLocks noChangeAspect="1"/>
              </p:cNvPicPr>
              <p:nvPr>
                <p:custDataLst>
                  <p:tags r:id="rId10"/>
                </p:custDataLst>
              </p:nvPr>
            </p:nvPicPr>
            <p:blipFill>
              <a:blip r:embed="rId12"/>
              <a:stretch>
                <a:fillRect/>
              </a:stretch>
            </p:blipFill>
            <p:spPr>
              <a:xfrm>
                <a:off x="6076530" y="5962493"/>
                <a:ext cx="6152100" cy="895507"/>
              </a:xfrm>
              <a:prstGeom prst="rect">
                <a:avLst/>
              </a:prstGeom>
            </p:spPr>
          </p:pic>
        </p:grpSp>
        <p:grpSp>
          <p:nvGrpSpPr>
            <p:cNvPr id="11" name="组合 10"/>
            <p:cNvGrpSpPr/>
            <p:nvPr userDrawn="1"/>
          </p:nvGrpSpPr>
          <p:grpSpPr>
            <a:xfrm rot="10800000">
              <a:off x="-56100" y="0"/>
              <a:ext cx="12304200" cy="895507"/>
              <a:chOff x="-75570" y="5962493"/>
              <a:chExt cx="12304200" cy="895507"/>
            </a:xfrm>
          </p:grpSpPr>
          <p:pic>
            <p:nvPicPr>
              <p:cNvPr id="12" name="图片 11"/>
              <p:cNvPicPr>
                <a:picLocks noChangeAspect="1"/>
              </p:cNvPicPr>
              <p:nvPr>
                <p:custDataLst>
                  <p:tags r:id="rId7"/>
                </p:custDataLst>
              </p:nvPr>
            </p:nvPicPr>
            <p:blipFill>
              <a:blip r:embed="rId12"/>
              <a:stretch>
                <a:fillRect/>
              </a:stretch>
            </p:blipFill>
            <p:spPr>
              <a:xfrm>
                <a:off x="-75570" y="5962493"/>
                <a:ext cx="6152100" cy="895507"/>
              </a:xfrm>
              <a:prstGeom prst="rect">
                <a:avLst/>
              </a:prstGeom>
            </p:spPr>
          </p:pic>
          <p:pic>
            <p:nvPicPr>
              <p:cNvPr id="13" name="图片 12"/>
              <p:cNvPicPr>
                <a:picLocks noChangeAspect="1"/>
              </p:cNvPicPr>
              <p:nvPr>
                <p:custDataLst>
                  <p:tags r:id="rId8"/>
                </p:custDataLst>
              </p:nvPr>
            </p:nvPicPr>
            <p:blipFill>
              <a:blip r:embed="rId12"/>
              <a:stretch>
                <a:fillRect/>
              </a:stretch>
            </p:blipFill>
            <p:spPr>
              <a:xfrm>
                <a:off x="6076530" y="5962493"/>
                <a:ext cx="6152100" cy="895507"/>
              </a:xfrm>
              <a:prstGeom prst="rect">
                <a:avLst/>
              </a:prstGeom>
            </p:spPr>
          </p:pic>
        </p:grpSp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1pPr>
            <a:lvl2pPr>
              <a:defRPr u="none" strike="noStrike" kern="1200" cap="none" spc="0" normalizeH="0" baseline="0">
                <a:solidFill>
                  <a:schemeClr val="tx1"/>
                </a:solidFill>
                <a:uFillTx/>
                <a:latin typeface="微软雅黑"/>
                <a:ea typeface="微软雅黑"/>
              </a:defRPr>
            </a:lvl2pPr>
            <a:lvl3pPr>
              <a:defRPr u="none" strike="noStrike" kern="1200" cap="none" spc="0" normalizeH="0" baseline="0">
                <a:solidFill>
                  <a:schemeClr val="tx1"/>
                </a:solidFill>
                <a:uFillTx/>
                <a:latin typeface="微软雅黑"/>
                <a:ea typeface="微软雅黑"/>
              </a:defRPr>
            </a:lvl3pPr>
            <a:lvl4pPr>
              <a:defRPr u="none" strike="noStrike" kern="1200" cap="none" spc="0" normalizeH="0" baseline="0">
                <a:solidFill>
                  <a:schemeClr val="tx1"/>
                </a:solidFill>
                <a:uFillTx/>
                <a:latin typeface="微软雅黑"/>
                <a:ea typeface="微软雅黑"/>
              </a:defRPr>
            </a:lvl4pPr>
            <a:lvl5pPr>
              <a:defRPr u="none" strike="noStrike" kern="1200" cap="none" spc="0" normalizeH="0" baseline="0">
                <a:solidFill>
                  <a:schemeClr val="tx1"/>
                </a:solidFill>
                <a:uFillTx/>
                <a:latin typeface="微软雅黑"/>
                <a:ea typeface="微软雅黑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17249163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2076450" y="1602955"/>
            <a:ext cx="8039100" cy="37596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193" b="100000" l="0" r="100000">
                        <a14:foregroundMark x1="11819" y1="38075" x2="10739" y2="29302"/>
                        <a14:foregroundMark x1="14085" y1="24446" x2="10685" y2="25980"/>
                        <a14:foregroundMark x1="29304" y1="84157" x2="30599" y2="79046"/>
                        <a14:foregroundMark x1="31085" y1="79472" x2="39935" y2="78876"/>
                        <a14:foregroundMark x1="65030" y1="79302" x2="70372" y2="79046"/>
                        <a14:backgroundMark x1="13600" y1="27513" x2="14895" y2="38671"/>
                        <a14:backgroundMark x1="14355" y1="48722" x2="15542" y2="60988"/>
                        <a14:backgroundMark x1="14409" y1="49744" x2="14247" y2="32794"/>
                        <a14:backgroundMark x1="13168" y1="28961" x2="13168" y2="34497"/>
                        <a14:backgroundMark x1="14895" y1="33305" x2="34161" y2="41141"/>
                        <a14:backgroundMark x1="32974" y1="34923" x2="41338" y2="28705"/>
                        <a14:backgroundMark x1="40853" y1="29302" x2="53265" y2="28109"/>
                        <a14:backgroundMark x1="53805" y1="29557" x2="55640" y2="45486"/>
                        <a14:backgroundMark x1="56503" y1="43782" x2="74096" y2="47956"/>
                        <a14:backgroundMark x1="66379" y1="43782" x2="66109" y2="36116"/>
                        <a14:backgroundMark x1="56503" y1="29983" x2="57420" y2="29983"/>
                        <a14:backgroundMark x1="74474" y1="28279" x2="81274" y2="42589"/>
                        <a14:backgroundMark x1="77334" y1="36797" x2="70103" y2="49148"/>
                        <a14:backgroundMark x1="76255" y1="28279" x2="83594" y2="27683"/>
                        <a14:backgroundMark x1="84943" y1="29131" x2="85213" y2="45911"/>
                        <a14:backgroundMark x1="84404" y1="52896" x2="83864" y2="67121"/>
                        <a14:backgroundMark x1="83324" y1="46678" x2="84404" y2="57496"/>
                        <a14:backgroundMark x1="81813" y1="52300" x2="61198" y2="69591"/>
                        <a14:backgroundMark x1="61468" y1="72147" x2="65839" y2="77513"/>
                        <a14:backgroundMark x1="66757" y1="77939" x2="72855" y2="76491"/>
                        <a14:backgroundMark x1="83216" y1="74191" x2="83864" y2="73169"/>
                        <a14:backgroundMark x1="80734" y1="74020" x2="81651" y2="74617"/>
                        <a14:backgroundMark x1="12574" y1="60307" x2="12520" y2="73935"/>
                        <a14:backgroundMark x1="14355" y1="71039" x2="17647" y2="67717"/>
                        <a14:backgroundMark x1="16460" y1="72743" x2="16352" y2="67547"/>
                        <a14:backgroundMark x1="16838" y1="73339" x2="18187" y2="73509"/>
                        <a14:backgroundMark x1="19212" y1="74787" x2="20399" y2="69676"/>
                        <a14:backgroundMark x1="19482" y1="76405" x2="19644" y2="74532"/>
                        <a14:backgroundMark x1="15812" y1="76065" x2="15326" y2="75383"/>
                        <a14:backgroundMark x1="29574" y1="77853" x2="30707" y2="68399"/>
                        <a14:backgroundMark x1="29951" y1="68228" x2="26821" y2="61755"/>
                        <a14:backgroundMark x1="25796" y1="65758" x2="20777" y2="70187"/>
                        <a14:backgroundMark x1="30329" y1="77853" x2="63087" y2="77683"/>
                        <a14:backgroundMark x1="72747" y1="78109" x2="72747" y2="77087"/>
                        <a14:backgroundMark x1="66109" y1="36797" x2="65192" y2="31601"/>
                        <a14:backgroundMark x1="57582" y1="29983" x2="57043" y2="29302"/>
                        <a14:backgroundMark x1="61198" y1="29131" x2="62115" y2="27087"/>
                        <a14:backgroundMark x1="60712" y1="29557" x2="60065" y2="30409"/>
                        <a14:backgroundMark x1="57852" y1="30153" x2="58770" y2="30153"/>
                        <a14:backgroundMark x1="59687" y1="30324" x2="58985" y2="29983"/>
                        <a14:backgroundMark x1="73826" y1="28876" x2="72855" y2="27087"/>
                        <a14:backgroundMark x1="64652" y1="32283" x2="65192" y2="28365"/>
                        <a14:backgroundMark x1="65300" y1="28365" x2="65569" y2="26831"/>
                        <a14:backgroundMark x1="12628" y1="27342" x2="12574" y2="2674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9988" y="-57150"/>
            <a:ext cx="10824425" cy="6858000"/>
          </a:xfrm>
          <a:prstGeom prst="rect">
            <a:avLst/>
          </a:prstGeom>
        </p:spPr>
      </p:pic>
      <p:sp>
        <p:nvSpPr>
          <p:cNvPr id="13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3581400" y="2698124"/>
            <a:ext cx="5029200" cy="1461752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90000"/>
              </a:lnSpc>
              <a:buFont typeface="Arial" panose="020B0604020202020204" pitchFamily="34" charset="0"/>
              <a:buNone/>
              <a:defRPr lang="zh-CN" altLang="en-US" sz="7200" u="none" strike="noStrike" kern="1200" cap="none" spc="2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9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0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21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4839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>
            <p:custDataLst>
              <p:tags r:id="rId1"/>
            </p:custDataLst>
          </p:nvPr>
        </p:nvGrpSpPr>
        <p:grpSpPr>
          <a:xfrm>
            <a:off x="-75570" y="5962493"/>
            <a:ext cx="12304200" cy="895507"/>
            <a:chOff x="-75570" y="5962493"/>
            <a:chExt cx="12304200" cy="895507"/>
          </a:xfrm>
        </p:grpSpPr>
        <p:pic>
          <p:nvPicPr>
            <p:cNvPr id="9" name="图片 8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75570" y="5962493"/>
              <a:ext cx="6152100" cy="895507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6076530" y="5962493"/>
              <a:ext cx="6152100" cy="89550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>
            <a:lvl1pPr>
              <a:defRPr u="none" strike="noStrike" kern="1200" cap="none" spc="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737697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>
            <p:custDataLst>
              <p:tags r:id="rId1"/>
            </p:custDataLst>
          </p:nvPr>
        </p:nvGrpSpPr>
        <p:grpSpPr>
          <a:xfrm>
            <a:off x="-75570" y="0"/>
            <a:ext cx="12323670" cy="6858000"/>
            <a:chOff x="-75570" y="0"/>
            <a:chExt cx="12323670" cy="6858000"/>
          </a:xfrm>
        </p:grpSpPr>
        <p:sp>
          <p:nvSpPr>
            <p:cNvPr id="8" name="矩形 7"/>
            <p:cNvSpPr/>
            <p:nvPr userDrawn="1">
              <p:custDataLst>
                <p:tags r:id="rId7"/>
              </p:custDataLst>
            </p:nvPr>
          </p:nvSpPr>
          <p:spPr>
            <a:xfrm>
              <a:off x="292800" y="304200"/>
              <a:ext cx="11606400" cy="62496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/>
                <a:ea typeface="微软雅黑"/>
              </a:endParaRPr>
            </a:p>
          </p:txBody>
        </p:sp>
        <p:grpSp>
          <p:nvGrpSpPr>
            <p:cNvPr id="14" name="组合 13"/>
            <p:cNvGrpSpPr/>
            <p:nvPr userDrawn="1"/>
          </p:nvGrpSpPr>
          <p:grpSpPr>
            <a:xfrm>
              <a:off x="-75570" y="5962493"/>
              <a:ext cx="12304200" cy="895507"/>
              <a:chOff x="-75570" y="5962493"/>
              <a:chExt cx="12304200" cy="895507"/>
            </a:xfrm>
          </p:grpSpPr>
          <p:pic>
            <p:nvPicPr>
              <p:cNvPr id="15" name="图片 14"/>
              <p:cNvPicPr>
                <a:picLocks noChangeAspect="1"/>
              </p:cNvPicPr>
              <p:nvPr>
                <p:custDataLst>
                  <p:tags r:id="rId10"/>
                </p:custDataLst>
              </p:nvPr>
            </p:nvPicPr>
            <p:blipFill>
              <a:blip r:embed="rId13"/>
              <a:stretch>
                <a:fillRect/>
              </a:stretch>
            </p:blipFill>
            <p:spPr>
              <a:xfrm>
                <a:off x="-75570" y="5962493"/>
                <a:ext cx="6152100" cy="895507"/>
              </a:xfrm>
              <a:prstGeom prst="rect">
                <a:avLst/>
              </a:prstGeom>
            </p:spPr>
          </p:pic>
          <p:pic>
            <p:nvPicPr>
              <p:cNvPr id="16" name="图片 15"/>
              <p:cNvPicPr>
                <a:picLocks noChangeAspect="1"/>
              </p:cNvPicPr>
              <p:nvPr>
                <p:custDataLst>
                  <p:tags r:id="rId11"/>
                </p:custDataLst>
              </p:nvPr>
            </p:nvPicPr>
            <p:blipFill>
              <a:blip r:embed="rId13"/>
              <a:stretch>
                <a:fillRect/>
              </a:stretch>
            </p:blipFill>
            <p:spPr>
              <a:xfrm>
                <a:off x="6076530" y="5962493"/>
                <a:ext cx="6152100" cy="895507"/>
              </a:xfrm>
              <a:prstGeom prst="rect">
                <a:avLst/>
              </a:prstGeom>
            </p:spPr>
          </p:pic>
        </p:grpSp>
        <p:grpSp>
          <p:nvGrpSpPr>
            <p:cNvPr id="17" name="组合 16"/>
            <p:cNvGrpSpPr/>
            <p:nvPr userDrawn="1"/>
          </p:nvGrpSpPr>
          <p:grpSpPr>
            <a:xfrm rot="10800000">
              <a:off x="-56100" y="0"/>
              <a:ext cx="12304200" cy="895507"/>
              <a:chOff x="-75570" y="5962493"/>
              <a:chExt cx="12304200" cy="895507"/>
            </a:xfrm>
          </p:grpSpPr>
          <p:pic>
            <p:nvPicPr>
              <p:cNvPr id="18" name="图片 17"/>
              <p:cNvPicPr>
                <a:picLocks noChangeAspect="1"/>
              </p:cNvPicPr>
              <p:nvPr>
                <p:custDataLst>
                  <p:tags r:id="rId8"/>
                </p:custDataLst>
              </p:nvPr>
            </p:nvPicPr>
            <p:blipFill>
              <a:blip r:embed="rId13"/>
              <a:stretch>
                <a:fillRect/>
              </a:stretch>
            </p:blipFill>
            <p:spPr>
              <a:xfrm>
                <a:off x="-75570" y="5962493"/>
                <a:ext cx="6152100" cy="895507"/>
              </a:xfrm>
              <a:prstGeom prst="rect">
                <a:avLst/>
              </a:prstGeom>
            </p:spPr>
          </p:pic>
          <p:pic>
            <p:nvPicPr>
              <p:cNvPr id="19" name="图片 18"/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>
              <a:blip r:embed="rId13"/>
              <a:stretch>
                <a:fillRect/>
              </a:stretch>
            </p:blipFill>
            <p:spPr>
              <a:xfrm>
                <a:off x="6076530" y="5962493"/>
                <a:ext cx="6152100" cy="895507"/>
              </a:xfrm>
              <a:prstGeom prst="rect">
                <a:avLst/>
              </a:prstGeom>
            </p:spPr>
          </p:pic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1pPr>
            <a:lvl2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2pPr>
            <a:lvl3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3pPr>
            <a:lvl4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4pPr>
            <a:lvl5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微软雅黑"/>
                <a:ea typeface="微软雅黑"/>
              </a:defRPr>
            </a:lvl1pPr>
          </a:lstStyle>
          <a:p>
            <a:fld id="{760FBDFE-C587-4B4C-A407-44438C67B59E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微软雅黑"/>
                <a:ea typeface="微软雅黑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微软雅黑"/>
                <a:ea typeface="微软雅黑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055429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 rot="16200000">
            <a:off x="8668196" y="2981247"/>
            <a:ext cx="6152100" cy="895507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1"/>
            <a:ext cx="482346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latin typeface="微软雅黑"/>
              <a:ea typeface="微软雅黑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1pPr>
          </a:lstStyle>
          <a:p>
            <a:r>
              <a:rPr lang="zh-CN" altLang="en-US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微软雅黑"/>
                <a:ea typeface="微软雅黑"/>
              </a:defRPr>
            </a:lvl1pPr>
          </a:lstStyle>
          <a:p>
            <a:fld id="{760FBDFE-C587-4B4C-A407-44438C67B59E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微软雅黑"/>
                <a:ea typeface="微软雅黑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微软雅黑"/>
                <a:ea typeface="微软雅黑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1pPr>
            <a:lvl2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2pPr>
            <a:lvl3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3pPr>
            <a:lvl4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4pPr>
            <a:lvl5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1pPr>
            <a:lvl2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2pPr>
            <a:lvl3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3pPr>
            <a:lvl4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4pPr>
            <a:lvl5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805625550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>
            <p:custDataLst>
              <p:tags r:id="rId1"/>
            </p:custDataLst>
          </p:nvPr>
        </p:nvGrpSpPr>
        <p:grpSpPr>
          <a:xfrm>
            <a:off x="-75570" y="5962493"/>
            <a:ext cx="12304200" cy="895507"/>
            <a:chOff x="-75570" y="5962493"/>
            <a:chExt cx="12304200" cy="895507"/>
          </a:xfrm>
        </p:grpSpPr>
        <p:pic>
          <p:nvPicPr>
            <p:cNvPr id="14" name="图片 13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75570" y="5962493"/>
              <a:ext cx="6152100" cy="895507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6076530" y="5962493"/>
              <a:ext cx="6152100" cy="895507"/>
            </a:xfrm>
            <a:prstGeom prst="rect">
              <a:avLst/>
            </a:prstGeom>
          </p:spPr>
        </p:pic>
      </p:grpSp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latin typeface="微软雅黑"/>
              <a:ea typeface="微软雅黑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微软雅黑"/>
                <a:ea typeface="微软雅黑"/>
              </a:defRPr>
            </a:lvl1pPr>
          </a:lstStyle>
          <a:p>
            <a:fld id="{760FBDFE-C587-4B4C-A407-44438C67B59E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微软雅黑"/>
                <a:ea typeface="微软雅黑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微软雅黑"/>
                <a:ea typeface="微软雅黑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1pPr>
            <a:lvl2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2pPr>
            <a:lvl3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3pPr>
            <a:lvl4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4pPr>
            <a:lvl5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91719515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>
            <p:custDataLst>
              <p:tags r:id="rId1"/>
            </p:custDataLst>
          </p:nvPr>
        </p:nvGrpSpPr>
        <p:grpSpPr>
          <a:xfrm>
            <a:off x="-56100" y="0"/>
            <a:ext cx="12304200" cy="895507"/>
            <a:chOff x="-56100" y="0"/>
            <a:chExt cx="12304200" cy="895507"/>
          </a:xfrm>
        </p:grpSpPr>
        <p:pic>
          <p:nvPicPr>
            <p:cNvPr id="12" name="图片 11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 rot="10800000">
              <a:off x="6096000" y="0"/>
              <a:ext cx="6152100" cy="895507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 rot="10800000">
              <a:off x="-56100" y="0"/>
              <a:ext cx="6152100" cy="895507"/>
            </a:xfrm>
            <a:prstGeom prst="rect">
              <a:avLst/>
            </a:prstGeom>
          </p:spPr>
        </p:pic>
      </p:grp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latin typeface="微软雅黑"/>
              <a:ea typeface="微软雅黑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微软雅黑"/>
                <a:ea typeface="微软雅黑"/>
              </a:defRPr>
            </a:lvl1pPr>
          </a:lstStyle>
          <a:p>
            <a:fld id="{760FBDFE-C587-4B4C-A407-44438C67B59E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微软雅黑"/>
                <a:ea typeface="微软雅黑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微软雅黑"/>
                <a:ea typeface="微软雅黑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1pPr>
            <a:lvl2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2pPr>
            <a:lvl3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3pPr>
            <a:lvl4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4pPr>
            <a:lvl5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20838073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>
            <p:custDataLst>
              <p:tags r:id="rId1"/>
            </p:custDataLst>
          </p:nvPr>
        </p:nvGrpSpPr>
        <p:grpSpPr>
          <a:xfrm>
            <a:off x="-75570" y="5962493"/>
            <a:ext cx="12304200" cy="895507"/>
            <a:chOff x="-75570" y="5962493"/>
            <a:chExt cx="12304200" cy="895507"/>
          </a:xfrm>
        </p:grpSpPr>
        <p:pic>
          <p:nvPicPr>
            <p:cNvPr id="24" name="图片 23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-75570" y="5962493"/>
              <a:ext cx="6152100" cy="895507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6076530" y="5962493"/>
              <a:ext cx="6152100" cy="895507"/>
            </a:xfrm>
            <a:prstGeom prst="rect">
              <a:avLst/>
            </a:prstGeom>
          </p:spPr>
        </p:pic>
      </p:grpSp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latin typeface="微软雅黑"/>
              <a:ea typeface="微软雅黑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微软雅黑"/>
                <a:ea typeface="微软雅黑"/>
              </a:defRPr>
            </a:lvl1pPr>
          </a:lstStyle>
          <a:p>
            <a:fld id="{760FBDFE-C587-4B4C-A407-44438C67B59E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微软雅黑"/>
                <a:ea typeface="微软雅黑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微软雅黑"/>
                <a:ea typeface="微软雅黑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1pPr>
            <a:lvl2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2pPr>
            <a:lvl3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3pPr>
            <a:lvl4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4pPr>
            <a:lvl5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1pPr>
            <a:lvl2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2pPr>
            <a:lvl3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3pPr>
            <a:lvl4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4pPr>
            <a:lvl5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410813877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latin typeface="微软雅黑"/>
              <a:ea typeface="微软雅黑"/>
              <a:sym typeface="+mn-ea"/>
            </a:endParaRPr>
          </a:p>
        </p:txBody>
      </p:sp>
      <p:grpSp>
        <p:nvGrpSpPr>
          <p:cNvPr id="11" name="组合 10"/>
          <p:cNvGrpSpPr/>
          <p:nvPr>
            <p:custDataLst>
              <p:tags r:id="rId2"/>
            </p:custDataLst>
          </p:nvPr>
        </p:nvGrpSpPr>
        <p:grpSpPr>
          <a:xfrm>
            <a:off x="-75570" y="0"/>
            <a:ext cx="12323670" cy="6858000"/>
            <a:chOff x="-75570" y="0"/>
            <a:chExt cx="12323670" cy="6858000"/>
          </a:xfrm>
        </p:grpSpPr>
        <p:grpSp>
          <p:nvGrpSpPr>
            <p:cNvPr id="13" name="组合 12"/>
            <p:cNvGrpSpPr/>
            <p:nvPr userDrawn="1"/>
          </p:nvGrpSpPr>
          <p:grpSpPr>
            <a:xfrm>
              <a:off x="-75570" y="5962493"/>
              <a:ext cx="12304200" cy="895507"/>
              <a:chOff x="-75570" y="5962493"/>
              <a:chExt cx="12304200" cy="895507"/>
            </a:xfrm>
          </p:grpSpPr>
          <p:pic>
            <p:nvPicPr>
              <p:cNvPr id="17" name="图片 16"/>
              <p:cNvPicPr>
                <a:picLocks noChangeAspect="1"/>
              </p:cNvPicPr>
              <p:nvPr>
                <p:custDataLst>
                  <p:tags r:id="rId10"/>
                </p:custDataLst>
              </p:nvPr>
            </p:nvPicPr>
            <p:blipFill>
              <a:blip r:embed="rId13"/>
              <a:stretch>
                <a:fillRect/>
              </a:stretch>
            </p:blipFill>
            <p:spPr>
              <a:xfrm>
                <a:off x="-75570" y="5962493"/>
                <a:ext cx="6152100" cy="895507"/>
              </a:xfrm>
              <a:prstGeom prst="rect">
                <a:avLst/>
              </a:prstGeom>
            </p:spPr>
          </p:pic>
          <p:pic>
            <p:nvPicPr>
              <p:cNvPr id="18" name="图片 17"/>
              <p:cNvPicPr>
                <a:picLocks noChangeAspect="1"/>
              </p:cNvPicPr>
              <p:nvPr>
                <p:custDataLst>
                  <p:tags r:id="rId11"/>
                </p:custDataLst>
              </p:nvPr>
            </p:nvPicPr>
            <p:blipFill>
              <a:blip r:embed="rId13"/>
              <a:stretch>
                <a:fillRect/>
              </a:stretch>
            </p:blipFill>
            <p:spPr>
              <a:xfrm>
                <a:off x="6076530" y="5962493"/>
                <a:ext cx="6152100" cy="895507"/>
              </a:xfrm>
              <a:prstGeom prst="rect">
                <a:avLst/>
              </a:prstGeom>
            </p:spPr>
          </p:pic>
        </p:grpSp>
        <p:grpSp>
          <p:nvGrpSpPr>
            <p:cNvPr id="14" name="组合 13"/>
            <p:cNvGrpSpPr/>
            <p:nvPr userDrawn="1"/>
          </p:nvGrpSpPr>
          <p:grpSpPr>
            <a:xfrm rot="10800000">
              <a:off x="-56100" y="0"/>
              <a:ext cx="12304200" cy="895507"/>
              <a:chOff x="-75570" y="5962493"/>
              <a:chExt cx="12304200" cy="895507"/>
            </a:xfrm>
          </p:grpSpPr>
          <p:pic>
            <p:nvPicPr>
              <p:cNvPr id="15" name="图片 14"/>
              <p:cNvPicPr>
                <a:picLocks noChangeAspect="1"/>
              </p:cNvPicPr>
              <p:nvPr>
                <p:custDataLst>
                  <p:tags r:id="rId8"/>
                </p:custDataLst>
              </p:nvPr>
            </p:nvPicPr>
            <p:blipFill>
              <a:blip r:embed="rId13"/>
              <a:stretch>
                <a:fillRect/>
              </a:stretch>
            </p:blipFill>
            <p:spPr>
              <a:xfrm>
                <a:off x="-75570" y="5962493"/>
                <a:ext cx="6152100" cy="895507"/>
              </a:xfrm>
              <a:prstGeom prst="rect">
                <a:avLst/>
              </a:prstGeom>
            </p:spPr>
          </p:pic>
          <p:pic>
            <p:nvPicPr>
              <p:cNvPr id="16" name="图片 15"/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>
              <a:blip r:embed="rId13"/>
              <a:stretch>
                <a:fillRect/>
              </a:stretch>
            </p:blipFill>
            <p:spPr>
              <a:xfrm>
                <a:off x="6076530" y="5962493"/>
                <a:ext cx="6152100" cy="895507"/>
              </a:xfrm>
              <a:prstGeom prst="rect">
                <a:avLst/>
              </a:prstGeom>
            </p:spPr>
          </p:pic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微软雅黑"/>
                <a:ea typeface="微软雅黑"/>
              </a:defRPr>
            </a:lvl1pPr>
          </a:lstStyle>
          <a:p>
            <a:fld id="{760FBDFE-C587-4B4C-A407-44438C67B59E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微软雅黑"/>
                <a:ea typeface="微软雅黑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微软雅黑"/>
                <a:ea typeface="微软雅黑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68962193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6339F6C6-86C8-2F0C-BC98-29A612CA4006}"/>
              </a:ext>
            </a:extLst>
          </p:cNvPr>
          <p:cNvCxnSpPr/>
          <p:nvPr userDrawn="1"/>
        </p:nvCxnSpPr>
        <p:spPr>
          <a:xfrm>
            <a:off x="0" y="876300"/>
            <a:ext cx="12192000" cy="0"/>
          </a:xfrm>
          <a:prstGeom prst="line">
            <a:avLst/>
          </a:prstGeom>
          <a:ln w="50800">
            <a:solidFill>
              <a:srgbClr val="005D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20301" y="113090"/>
            <a:ext cx="5981323" cy="676495"/>
          </a:xfrm>
        </p:spPr>
        <p:txBody>
          <a:bodyPr anchor="b">
            <a:normAutofit/>
          </a:bodyPr>
          <a:lstStyle>
            <a:lvl1pPr algn="l">
              <a:defRPr sz="3200" b="1">
                <a:solidFill>
                  <a:srgbClr val="005DA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838200" y="1257676"/>
            <a:ext cx="10515600" cy="4898679"/>
          </a:xfrm>
        </p:spPr>
        <p:txBody>
          <a:bodyPr/>
          <a:lstStyle>
            <a:lvl1pPr marL="457200" indent="-457200"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800100" indent="-34290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A3B0E0-9BCA-D359-4545-DD29E5E72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D3DFD5-1E4B-4D94-8123-66D63AEF6C4C}" type="datetimeFigureOut">
              <a:rPr lang="zh-CN" altLang="en-US"/>
              <a:pPr>
                <a:defRPr/>
              </a:pPr>
              <a:t>2024/4/5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A29C16-7F54-45A5-66CC-905300D9C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B5C95A-DDFE-DCBA-2ED2-CB2443F11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6818F3-C4A2-4711-967C-E423A099885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4283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ags" Target="../tags/tag6.xml"/><Relationship Id="rId3" Type="http://schemas.openxmlformats.org/officeDocument/2006/relationships/slideLayout" Target="../slideLayouts/slideLayout14.xml"/><Relationship Id="rId21" Type="http://schemas.openxmlformats.org/officeDocument/2006/relationships/tags" Target="../tags/tag1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tags" Target="../tags/tag5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tags" Target="../tags/tag4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ags" Target="../tags/tag3.xml"/><Relationship Id="rId28" Type="http://schemas.openxmlformats.org/officeDocument/2006/relationships/image" Target="file:///D:\qq&#25991;&#20214;\712321467\Image\C2C\Image2\%7b75232B38-A165-1FB7-499C-2E1C792CACB5%7d.png" TargetMode="Externa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tags" Target="../tags/tag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4134E8F-6678-64C4-4FD2-FA5A3CB4D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127000-D39D-DC56-C65D-E9CAD4D22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C30B0F-BB7E-DFF0-A34B-426FF60DBA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1328BA-80F5-47DA-8D00-E85436048EBD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96EB46-1C53-8421-06F3-76994E0AAD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3A7610-FE92-D0C0-B603-C795F8E5F1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6DECB-ADD1-4DBE-8046-F03CEB843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94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90170" tIns="46990" rIns="90170" bIns="46990" rtlCol="0" anchor="t" anchorCtr="0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2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90170" tIns="46990" rIns="90170" bIns="4699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26"/>
            </p:custDataLst>
          </p:nvPr>
        </p:nvSpPr>
        <p:spPr>
          <a:xfrm flipH="1"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1073743875" descr="学科网 zxxk.com"/>
          <p:cNvPicPr>
            <a:picLocks noChangeAspect="1"/>
          </p:cNvPicPr>
          <p:nvPr/>
        </p:nvPicPr>
        <p:blipFill>
          <a:blip r:embed="rId27" r:link="rId28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</p:spTree>
    <p:extLst>
      <p:ext uri="{BB962C8B-B14F-4D97-AF65-F5344CB8AC3E}">
        <p14:creationId xmlns:p14="http://schemas.microsoft.com/office/powerpoint/2010/main" val="2046484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transition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微软雅黑"/>
          <a:ea typeface="微软雅黑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微软雅黑"/>
          <a:ea typeface="微软雅黑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微软雅黑"/>
          <a:ea typeface="微软雅黑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微软雅黑"/>
          <a:ea typeface="微软雅黑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174.xml"/><Relationship Id="rId13" Type="http://schemas.openxmlformats.org/officeDocument/2006/relationships/tags" Target="../tags/tag179.xml"/><Relationship Id="rId18" Type="http://schemas.openxmlformats.org/officeDocument/2006/relationships/image" Target="../media/image7.png"/><Relationship Id="rId3" Type="http://schemas.openxmlformats.org/officeDocument/2006/relationships/tags" Target="../tags/tag169.xml"/><Relationship Id="rId21" Type="http://schemas.openxmlformats.org/officeDocument/2006/relationships/image" Target="../media/image10.jpeg"/><Relationship Id="rId7" Type="http://schemas.openxmlformats.org/officeDocument/2006/relationships/tags" Target="../tags/tag173.xml"/><Relationship Id="rId12" Type="http://schemas.openxmlformats.org/officeDocument/2006/relationships/tags" Target="../tags/tag178.xml"/><Relationship Id="rId17" Type="http://schemas.openxmlformats.org/officeDocument/2006/relationships/image" Target="../media/image6.png"/><Relationship Id="rId2" Type="http://schemas.openxmlformats.org/officeDocument/2006/relationships/tags" Target="../tags/tag168.xml"/><Relationship Id="rId16" Type="http://schemas.openxmlformats.org/officeDocument/2006/relationships/image" Target="../media/image5.png"/><Relationship Id="rId20" Type="http://schemas.openxmlformats.org/officeDocument/2006/relationships/image" Target="../media/image9.png"/><Relationship Id="rId1" Type="http://schemas.openxmlformats.org/officeDocument/2006/relationships/tags" Target="../tags/tag167.xml"/><Relationship Id="rId6" Type="http://schemas.openxmlformats.org/officeDocument/2006/relationships/tags" Target="../tags/tag172.xml"/><Relationship Id="rId11" Type="http://schemas.openxmlformats.org/officeDocument/2006/relationships/tags" Target="../tags/tag177.xml"/><Relationship Id="rId5" Type="http://schemas.openxmlformats.org/officeDocument/2006/relationships/tags" Target="../tags/tag171.xml"/><Relationship Id="rId15" Type="http://schemas.openxmlformats.org/officeDocument/2006/relationships/notesSlide" Target="../notesSlides/notesSlide1.xml"/><Relationship Id="rId10" Type="http://schemas.openxmlformats.org/officeDocument/2006/relationships/tags" Target="../tags/tag176.xml"/><Relationship Id="rId19" Type="http://schemas.openxmlformats.org/officeDocument/2006/relationships/image" Target="../media/image8.png"/><Relationship Id="rId4" Type="http://schemas.openxmlformats.org/officeDocument/2006/relationships/tags" Target="../tags/tag170.xml"/><Relationship Id="rId9" Type="http://schemas.openxmlformats.org/officeDocument/2006/relationships/tags" Target="../tags/tag175.xml"/><Relationship Id="rId14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8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customXml" Target="../ink/ink9.xml"/><Relationship Id="rId26" Type="http://schemas.openxmlformats.org/officeDocument/2006/relationships/image" Target="../media/image7801.png"/><Relationship Id="rId39" Type="http://schemas.openxmlformats.org/officeDocument/2006/relationships/image" Target="../media/image28.png"/><Relationship Id="rId21" Type="http://schemas.openxmlformats.org/officeDocument/2006/relationships/customXml" Target="../ink/ink11.xml"/><Relationship Id="rId34" Type="http://schemas.openxmlformats.org/officeDocument/2006/relationships/image" Target="../media/image450.png"/><Relationship Id="rId7" Type="http://schemas.openxmlformats.org/officeDocument/2006/relationships/customXml" Target="../ink/ink3.xml"/><Relationship Id="rId12" Type="http://schemas.openxmlformats.org/officeDocument/2006/relationships/image" Target="../media/image7201.png"/><Relationship Id="rId17" Type="http://schemas.openxmlformats.org/officeDocument/2006/relationships/customXml" Target="../ink/ink8.xml"/><Relationship Id="rId25" Type="http://schemas.openxmlformats.org/officeDocument/2006/relationships/customXml" Target="../ink/ink13.xml"/><Relationship Id="rId33" Type="http://schemas.openxmlformats.org/officeDocument/2006/relationships/customXml" Target="../ink/ink18.xml"/><Relationship Id="rId38" Type="http://schemas.openxmlformats.org/officeDocument/2006/relationships/image" Target="../media/image4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7401.png"/><Relationship Id="rId20" Type="http://schemas.openxmlformats.org/officeDocument/2006/relationships/customXml" Target="../ink/ink10.xml"/><Relationship Id="rId29" Type="http://schemas.openxmlformats.org/officeDocument/2006/relationships/image" Target="../media/image4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20.png"/><Relationship Id="rId11" Type="http://schemas.openxmlformats.org/officeDocument/2006/relationships/customXml" Target="../ink/ink5.xml"/><Relationship Id="rId24" Type="http://schemas.openxmlformats.org/officeDocument/2006/relationships/image" Target="../media/image7701.png"/><Relationship Id="rId32" Type="http://schemas.openxmlformats.org/officeDocument/2006/relationships/customXml" Target="../ink/ink17.xml"/><Relationship Id="rId37" Type="http://schemas.openxmlformats.org/officeDocument/2006/relationships/customXml" Target="../ink/ink20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2.xml"/><Relationship Id="rId28" Type="http://schemas.openxmlformats.org/officeDocument/2006/relationships/customXml" Target="../ink/ink15.xml"/><Relationship Id="rId36" Type="http://schemas.openxmlformats.org/officeDocument/2006/relationships/image" Target="../media/image46.png"/><Relationship Id="rId10" Type="http://schemas.openxmlformats.org/officeDocument/2006/relationships/image" Target="../media/image7101.png"/><Relationship Id="rId19" Type="http://schemas.openxmlformats.org/officeDocument/2006/relationships/image" Target="../media/image7501.png"/><Relationship Id="rId31" Type="http://schemas.openxmlformats.org/officeDocument/2006/relationships/image" Target="../media/image8001.png"/><Relationship Id="rId4" Type="http://schemas.openxmlformats.org/officeDocument/2006/relationships/image" Target="../media/image410.png"/><Relationship Id="rId9" Type="http://schemas.openxmlformats.org/officeDocument/2006/relationships/customXml" Target="../ink/ink4.xml"/><Relationship Id="rId14" Type="http://schemas.openxmlformats.org/officeDocument/2006/relationships/image" Target="../media/image7301.png"/><Relationship Id="rId22" Type="http://schemas.openxmlformats.org/officeDocument/2006/relationships/image" Target="../media/image7601.png"/><Relationship Id="rId27" Type="http://schemas.openxmlformats.org/officeDocument/2006/relationships/customXml" Target="../ink/ink14.xml"/><Relationship Id="rId30" Type="http://schemas.openxmlformats.org/officeDocument/2006/relationships/customXml" Target="../ink/ink16.xml"/><Relationship Id="rId35" Type="http://schemas.openxmlformats.org/officeDocument/2006/relationships/customXml" Target="../ink/ink19.xml"/><Relationship Id="rId8" Type="http://schemas.openxmlformats.org/officeDocument/2006/relationships/image" Target="../media/image430.png"/><Relationship Id="rId3" Type="http://schemas.openxmlformats.org/officeDocument/2006/relationships/customXml" Target="../ink/ink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8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189.xml"/><Relationship Id="rId13" Type="http://schemas.openxmlformats.org/officeDocument/2006/relationships/tags" Target="../tags/tag194.xml"/><Relationship Id="rId3" Type="http://schemas.openxmlformats.org/officeDocument/2006/relationships/tags" Target="../tags/tag184.xml"/><Relationship Id="rId7" Type="http://schemas.openxmlformats.org/officeDocument/2006/relationships/tags" Target="../tags/tag188.xml"/><Relationship Id="rId12" Type="http://schemas.openxmlformats.org/officeDocument/2006/relationships/tags" Target="../tags/tag193.xml"/><Relationship Id="rId2" Type="http://schemas.openxmlformats.org/officeDocument/2006/relationships/tags" Target="../tags/tag183.xml"/><Relationship Id="rId16" Type="http://schemas.openxmlformats.org/officeDocument/2006/relationships/image" Target="../media/image36.png"/><Relationship Id="rId1" Type="http://schemas.openxmlformats.org/officeDocument/2006/relationships/tags" Target="../tags/tag182.xml"/><Relationship Id="rId6" Type="http://schemas.openxmlformats.org/officeDocument/2006/relationships/tags" Target="../tags/tag187.xml"/><Relationship Id="rId11" Type="http://schemas.openxmlformats.org/officeDocument/2006/relationships/tags" Target="../tags/tag192.xml"/><Relationship Id="rId5" Type="http://schemas.openxmlformats.org/officeDocument/2006/relationships/tags" Target="../tags/tag186.xml"/><Relationship Id="rId15" Type="http://schemas.openxmlformats.org/officeDocument/2006/relationships/image" Target="../media/image35.png"/><Relationship Id="rId10" Type="http://schemas.openxmlformats.org/officeDocument/2006/relationships/tags" Target="../tags/tag191.xml"/><Relationship Id="rId4" Type="http://schemas.openxmlformats.org/officeDocument/2006/relationships/tags" Target="../tags/tag185.xml"/><Relationship Id="rId9" Type="http://schemas.openxmlformats.org/officeDocument/2006/relationships/tags" Target="../tags/tag190.xml"/><Relationship Id="rId14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202.xml"/><Relationship Id="rId13" Type="http://schemas.openxmlformats.org/officeDocument/2006/relationships/tags" Target="../tags/tag207.xml"/><Relationship Id="rId3" Type="http://schemas.openxmlformats.org/officeDocument/2006/relationships/tags" Target="../tags/tag197.xml"/><Relationship Id="rId7" Type="http://schemas.openxmlformats.org/officeDocument/2006/relationships/tags" Target="../tags/tag201.xml"/><Relationship Id="rId12" Type="http://schemas.openxmlformats.org/officeDocument/2006/relationships/tags" Target="../tags/tag206.xml"/><Relationship Id="rId2" Type="http://schemas.openxmlformats.org/officeDocument/2006/relationships/tags" Target="../tags/tag196.xml"/><Relationship Id="rId16" Type="http://schemas.openxmlformats.org/officeDocument/2006/relationships/image" Target="../media/image36.png"/><Relationship Id="rId1" Type="http://schemas.openxmlformats.org/officeDocument/2006/relationships/tags" Target="../tags/tag195.xml"/><Relationship Id="rId6" Type="http://schemas.openxmlformats.org/officeDocument/2006/relationships/tags" Target="../tags/tag200.xml"/><Relationship Id="rId11" Type="http://schemas.openxmlformats.org/officeDocument/2006/relationships/tags" Target="../tags/tag205.xml"/><Relationship Id="rId5" Type="http://schemas.openxmlformats.org/officeDocument/2006/relationships/tags" Target="../tags/tag199.xml"/><Relationship Id="rId15" Type="http://schemas.openxmlformats.org/officeDocument/2006/relationships/image" Target="../media/image35.png"/><Relationship Id="rId10" Type="http://schemas.openxmlformats.org/officeDocument/2006/relationships/tags" Target="../tags/tag204.xml"/><Relationship Id="rId4" Type="http://schemas.openxmlformats.org/officeDocument/2006/relationships/tags" Target="../tags/tag198.xml"/><Relationship Id="rId9" Type="http://schemas.openxmlformats.org/officeDocument/2006/relationships/tags" Target="../tags/tag203.xml"/><Relationship Id="rId14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diagramData" Target="../diagrams/data3.xml"/><Relationship Id="rId18" Type="http://schemas.openxmlformats.org/officeDocument/2006/relationships/diagramData" Target="../diagrams/data4.xml"/><Relationship Id="rId3" Type="http://schemas.openxmlformats.org/officeDocument/2006/relationships/diagramData" Target="../diagrams/data1.xml"/><Relationship Id="rId21" Type="http://schemas.openxmlformats.org/officeDocument/2006/relationships/diagramColors" Target="../diagrams/colors4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1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6" Type="http://schemas.openxmlformats.org/officeDocument/2006/relationships/diagramColors" Target="../diagrams/colors3.xml"/><Relationship Id="rId20" Type="http://schemas.openxmlformats.org/officeDocument/2006/relationships/diagramQuickStyle" Target="../diagrams/quickStyle4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2.xml"/><Relationship Id="rId19" Type="http://schemas.openxmlformats.org/officeDocument/2006/relationships/diagramLayout" Target="../diagrams/layout4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openxmlformats.org/officeDocument/2006/relationships/diagramLayout" Target="../diagrams/layout3.xml"/><Relationship Id="rId22" Type="http://schemas.microsoft.com/office/2007/relationships/diagramDrawing" Target="../diagrams/drawing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215.xml"/><Relationship Id="rId13" Type="http://schemas.openxmlformats.org/officeDocument/2006/relationships/tags" Target="../tags/tag220.xml"/><Relationship Id="rId3" Type="http://schemas.openxmlformats.org/officeDocument/2006/relationships/tags" Target="../tags/tag210.xml"/><Relationship Id="rId7" Type="http://schemas.openxmlformats.org/officeDocument/2006/relationships/tags" Target="../tags/tag214.xml"/><Relationship Id="rId12" Type="http://schemas.openxmlformats.org/officeDocument/2006/relationships/tags" Target="../tags/tag219.xml"/><Relationship Id="rId2" Type="http://schemas.openxmlformats.org/officeDocument/2006/relationships/tags" Target="../tags/tag209.xml"/><Relationship Id="rId16" Type="http://schemas.openxmlformats.org/officeDocument/2006/relationships/image" Target="../media/image36.png"/><Relationship Id="rId1" Type="http://schemas.openxmlformats.org/officeDocument/2006/relationships/tags" Target="../tags/tag208.xml"/><Relationship Id="rId6" Type="http://schemas.openxmlformats.org/officeDocument/2006/relationships/tags" Target="../tags/tag213.xml"/><Relationship Id="rId11" Type="http://schemas.openxmlformats.org/officeDocument/2006/relationships/tags" Target="../tags/tag218.xml"/><Relationship Id="rId5" Type="http://schemas.openxmlformats.org/officeDocument/2006/relationships/tags" Target="../tags/tag212.xml"/><Relationship Id="rId15" Type="http://schemas.openxmlformats.org/officeDocument/2006/relationships/image" Target="../media/image35.png"/><Relationship Id="rId10" Type="http://schemas.openxmlformats.org/officeDocument/2006/relationships/tags" Target="../tags/tag217.xml"/><Relationship Id="rId4" Type="http://schemas.openxmlformats.org/officeDocument/2006/relationships/tags" Target="../tags/tag211.xml"/><Relationship Id="rId9" Type="http://schemas.openxmlformats.org/officeDocument/2006/relationships/tags" Target="../tags/tag216.xml"/><Relationship Id="rId14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6.xml"/><Relationship Id="rId18" Type="http://schemas.openxmlformats.org/officeDocument/2006/relationships/customXml" Target="../ink/ink29.xml"/><Relationship Id="rId26" Type="http://schemas.openxmlformats.org/officeDocument/2006/relationships/image" Target="../media/image7801.png"/><Relationship Id="rId39" Type="http://schemas.openxmlformats.org/officeDocument/2006/relationships/image" Target="../media/image28.png"/><Relationship Id="rId21" Type="http://schemas.openxmlformats.org/officeDocument/2006/relationships/customXml" Target="../ink/ink31.xml"/><Relationship Id="rId34" Type="http://schemas.openxmlformats.org/officeDocument/2006/relationships/image" Target="../media/image450.png"/><Relationship Id="rId7" Type="http://schemas.openxmlformats.org/officeDocument/2006/relationships/customXml" Target="../ink/ink23.xml"/><Relationship Id="rId12" Type="http://schemas.openxmlformats.org/officeDocument/2006/relationships/image" Target="../media/image7201.png"/><Relationship Id="rId17" Type="http://schemas.openxmlformats.org/officeDocument/2006/relationships/customXml" Target="../ink/ink28.xml"/><Relationship Id="rId25" Type="http://schemas.openxmlformats.org/officeDocument/2006/relationships/customXml" Target="../ink/ink33.xml"/><Relationship Id="rId33" Type="http://schemas.openxmlformats.org/officeDocument/2006/relationships/customXml" Target="../ink/ink38.xml"/><Relationship Id="rId38" Type="http://schemas.openxmlformats.org/officeDocument/2006/relationships/image" Target="../media/image4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7401.png"/><Relationship Id="rId20" Type="http://schemas.openxmlformats.org/officeDocument/2006/relationships/customXml" Target="../ink/ink30.xml"/><Relationship Id="rId29" Type="http://schemas.openxmlformats.org/officeDocument/2006/relationships/image" Target="../media/image4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20.png"/><Relationship Id="rId11" Type="http://schemas.openxmlformats.org/officeDocument/2006/relationships/customXml" Target="../ink/ink25.xml"/><Relationship Id="rId24" Type="http://schemas.openxmlformats.org/officeDocument/2006/relationships/image" Target="../media/image7701.png"/><Relationship Id="rId32" Type="http://schemas.openxmlformats.org/officeDocument/2006/relationships/customXml" Target="../ink/ink37.xml"/><Relationship Id="rId37" Type="http://schemas.openxmlformats.org/officeDocument/2006/relationships/customXml" Target="../ink/ink40.xml"/><Relationship Id="rId5" Type="http://schemas.openxmlformats.org/officeDocument/2006/relationships/customXml" Target="../ink/ink22.xml"/><Relationship Id="rId15" Type="http://schemas.openxmlformats.org/officeDocument/2006/relationships/customXml" Target="../ink/ink27.xml"/><Relationship Id="rId23" Type="http://schemas.openxmlformats.org/officeDocument/2006/relationships/customXml" Target="../ink/ink32.xml"/><Relationship Id="rId28" Type="http://schemas.openxmlformats.org/officeDocument/2006/relationships/customXml" Target="../ink/ink35.xml"/><Relationship Id="rId36" Type="http://schemas.openxmlformats.org/officeDocument/2006/relationships/image" Target="../media/image46.png"/><Relationship Id="rId10" Type="http://schemas.openxmlformats.org/officeDocument/2006/relationships/image" Target="../media/image7101.png"/><Relationship Id="rId19" Type="http://schemas.openxmlformats.org/officeDocument/2006/relationships/image" Target="../media/image7501.png"/><Relationship Id="rId31" Type="http://schemas.openxmlformats.org/officeDocument/2006/relationships/image" Target="../media/image8001.png"/><Relationship Id="rId4" Type="http://schemas.openxmlformats.org/officeDocument/2006/relationships/image" Target="../media/image410.png"/><Relationship Id="rId9" Type="http://schemas.openxmlformats.org/officeDocument/2006/relationships/customXml" Target="../ink/ink24.xml"/><Relationship Id="rId14" Type="http://schemas.openxmlformats.org/officeDocument/2006/relationships/image" Target="../media/image7301.png"/><Relationship Id="rId22" Type="http://schemas.openxmlformats.org/officeDocument/2006/relationships/image" Target="../media/image7601.png"/><Relationship Id="rId27" Type="http://schemas.openxmlformats.org/officeDocument/2006/relationships/customXml" Target="../ink/ink34.xml"/><Relationship Id="rId30" Type="http://schemas.openxmlformats.org/officeDocument/2006/relationships/customXml" Target="../ink/ink36.xml"/><Relationship Id="rId35" Type="http://schemas.openxmlformats.org/officeDocument/2006/relationships/customXml" Target="../ink/ink39.xml"/><Relationship Id="rId8" Type="http://schemas.openxmlformats.org/officeDocument/2006/relationships/image" Target="../media/image430.png"/><Relationship Id="rId3" Type="http://schemas.openxmlformats.org/officeDocument/2006/relationships/customXml" Target="../ink/ink2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6.xml"/><Relationship Id="rId18" Type="http://schemas.openxmlformats.org/officeDocument/2006/relationships/customXml" Target="../ink/ink49.xml"/><Relationship Id="rId26" Type="http://schemas.openxmlformats.org/officeDocument/2006/relationships/image" Target="../media/image7801.png"/><Relationship Id="rId39" Type="http://schemas.openxmlformats.org/officeDocument/2006/relationships/image" Target="../media/image28.png"/><Relationship Id="rId21" Type="http://schemas.openxmlformats.org/officeDocument/2006/relationships/customXml" Target="../ink/ink51.xml"/><Relationship Id="rId34" Type="http://schemas.openxmlformats.org/officeDocument/2006/relationships/image" Target="../media/image450.png"/><Relationship Id="rId7" Type="http://schemas.openxmlformats.org/officeDocument/2006/relationships/customXml" Target="../ink/ink43.xml"/><Relationship Id="rId12" Type="http://schemas.openxmlformats.org/officeDocument/2006/relationships/image" Target="../media/image7201.png"/><Relationship Id="rId17" Type="http://schemas.openxmlformats.org/officeDocument/2006/relationships/customXml" Target="../ink/ink48.xml"/><Relationship Id="rId25" Type="http://schemas.openxmlformats.org/officeDocument/2006/relationships/customXml" Target="../ink/ink53.xml"/><Relationship Id="rId33" Type="http://schemas.openxmlformats.org/officeDocument/2006/relationships/customXml" Target="../ink/ink58.xml"/><Relationship Id="rId38" Type="http://schemas.openxmlformats.org/officeDocument/2006/relationships/image" Target="../media/image47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7401.png"/><Relationship Id="rId20" Type="http://schemas.openxmlformats.org/officeDocument/2006/relationships/customXml" Target="../ink/ink50.xml"/><Relationship Id="rId29" Type="http://schemas.openxmlformats.org/officeDocument/2006/relationships/image" Target="../media/image4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20.png"/><Relationship Id="rId11" Type="http://schemas.openxmlformats.org/officeDocument/2006/relationships/customXml" Target="../ink/ink45.xml"/><Relationship Id="rId24" Type="http://schemas.openxmlformats.org/officeDocument/2006/relationships/image" Target="../media/image7701.png"/><Relationship Id="rId32" Type="http://schemas.openxmlformats.org/officeDocument/2006/relationships/customXml" Target="../ink/ink57.xml"/><Relationship Id="rId37" Type="http://schemas.openxmlformats.org/officeDocument/2006/relationships/customXml" Target="../ink/ink60.xml"/><Relationship Id="rId5" Type="http://schemas.openxmlformats.org/officeDocument/2006/relationships/customXml" Target="../ink/ink42.xml"/><Relationship Id="rId15" Type="http://schemas.openxmlformats.org/officeDocument/2006/relationships/customXml" Target="../ink/ink47.xml"/><Relationship Id="rId23" Type="http://schemas.openxmlformats.org/officeDocument/2006/relationships/customXml" Target="../ink/ink52.xml"/><Relationship Id="rId28" Type="http://schemas.openxmlformats.org/officeDocument/2006/relationships/customXml" Target="../ink/ink55.xml"/><Relationship Id="rId36" Type="http://schemas.openxmlformats.org/officeDocument/2006/relationships/image" Target="../media/image46.png"/><Relationship Id="rId10" Type="http://schemas.openxmlformats.org/officeDocument/2006/relationships/image" Target="../media/image7101.png"/><Relationship Id="rId19" Type="http://schemas.openxmlformats.org/officeDocument/2006/relationships/image" Target="../media/image7501.png"/><Relationship Id="rId31" Type="http://schemas.openxmlformats.org/officeDocument/2006/relationships/image" Target="../media/image8001.png"/><Relationship Id="rId4" Type="http://schemas.openxmlformats.org/officeDocument/2006/relationships/image" Target="../media/image410.png"/><Relationship Id="rId9" Type="http://schemas.openxmlformats.org/officeDocument/2006/relationships/customXml" Target="../ink/ink44.xml"/><Relationship Id="rId14" Type="http://schemas.openxmlformats.org/officeDocument/2006/relationships/image" Target="../media/image7301.png"/><Relationship Id="rId22" Type="http://schemas.openxmlformats.org/officeDocument/2006/relationships/image" Target="../media/image7601.png"/><Relationship Id="rId27" Type="http://schemas.openxmlformats.org/officeDocument/2006/relationships/customXml" Target="../ink/ink54.xml"/><Relationship Id="rId30" Type="http://schemas.openxmlformats.org/officeDocument/2006/relationships/customXml" Target="../ink/ink56.xml"/><Relationship Id="rId35" Type="http://schemas.openxmlformats.org/officeDocument/2006/relationships/customXml" Target="../ink/ink59.xml"/><Relationship Id="rId8" Type="http://schemas.openxmlformats.org/officeDocument/2006/relationships/image" Target="../media/image430.png"/><Relationship Id="rId3" Type="http://schemas.openxmlformats.org/officeDocument/2006/relationships/customXml" Target="../ink/ink4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2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2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224.xml"/><Relationship Id="rId1" Type="http://schemas.openxmlformats.org/officeDocument/2006/relationships/tags" Target="../tags/tag22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6.xml"/><Relationship Id="rId18" Type="http://schemas.openxmlformats.org/officeDocument/2006/relationships/customXml" Target="../ink/ink69.xml"/><Relationship Id="rId26" Type="http://schemas.openxmlformats.org/officeDocument/2006/relationships/image" Target="../media/image7801.png"/><Relationship Id="rId39" Type="http://schemas.openxmlformats.org/officeDocument/2006/relationships/image" Target="../media/image28.png"/><Relationship Id="rId21" Type="http://schemas.openxmlformats.org/officeDocument/2006/relationships/customXml" Target="../ink/ink71.xml"/><Relationship Id="rId34" Type="http://schemas.openxmlformats.org/officeDocument/2006/relationships/image" Target="../media/image450.png"/><Relationship Id="rId7" Type="http://schemas.openxmlformats.org/officeDocument/2006/relationships/customXml" Target="../ink/ink63.xml"/><Relationship Id="rId12" Type="http://schemas.openxmlformats.org/officeDocument/2006/relationships/image" Target="../media/image7201.png"/><Relationship Id="rId17" Type="http://schemas.openxmlformats.org/officeDocument/2006/relationships/customXml" Target="../ink/ink68.xml"/><Relationship Id="rId25" Type="http://schemas.openxmlformats.org/officeDocument/2006/relationships/customXml" Target="../ink/ink73.xml"/><Relationship Id="rId33" Type="http://schemas.openxmlformats.org/officeDocument/2006/relationships/customXml" Target="../ink/ink78.xml"/><Relationship Id="rId38" Type="http://schemas.openxmlformats.org/officeDocument/2006/relationships/image" Target="../media/image47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7401.png"/><Relationship Id="rId20" Type="http://schemas.openxmlformats.org/officeDocument/2006/relationships/customXml" Target="../ink/ink70.xml"/><Relationship Id="rId29" Type="http://schemas.openxmlformats.org/officeDocument/2006/relationships/image" Target="../media/image4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20.png"/><Relationship Id="rId11" Type="http://schemas.openxmlformats.org/officeDocument/2006/relationships/customXml" Target="../ink/ink65.xml"/><Relationship Id="rId24" Type="http://schemas.openxmlformats.org/officeDocument/2006/relationships/image" Target="../media/image7701.png"/><Relationship Id="rId32" Type="http://schemas.openxmlformats.org/officeDocument/2006/relationships/customXml" Target="../ink/ink77.xml"/><Relationship Id="rId37" Type="http://schemas.openxmlformats.org/officeDocument/2006/relationships/customXml" Target="../ink/ink80.xml"/><Relationship Id="rId5" Type="http://schemas.openxmlformats.org/officeDocument/2006/relationships/customXml" Target="../ink/ink62.xml"/><Relationship Id="rId15" Type="http://schemas.openxmlformats.org/officeDocument/2006/relationships/customXml" Target="../ink/ink67.xml"/><Relationship Id="rId23" Type="http://schemas.openxmlformats.org/officeDocument/2006/relationships/customXml" Target="../ink/ink72.xml"/><Relationship Id="rId28" Type="http://schemas.openxmlformats.org/officeDocument/2006/relationships/customXml" Target="../ink/ink75.xml"/><Relationship Id="rId36" Type="http://schemas.openxmlformats.org/officeDocument/2006/relationships/image" Target="../media/image46.png"/><Relationship Id="rId10" Type="http://schemas.openxmlformats.org/officeDocument/2006/relationships/image" Target="../media/image7101.png"/><Relationship Id="rId19" Type="http://schemas.openxmlformats.org/officeDocument/2006/relationships/image" Target="../media/image7501.png"/><Relationship Id="rId31" Type="http://schemas.openxmlformats.org/officeDocument/2006/relationships/image" Target="../media/image8001.png"/><Relationship Id="rId4" Type="http://schemas.openxmlformats.org/officeDocument/2006/relationships/image" Target="../media/image410.png"/><Relationship Id="rId9" Type="http://schemas.openxmlformats.org/officeDocument/2006/relationships/customXml" Target="../ink/ink64.xml"/><Relationship Id="rId14" Type="http://schemas.openxmlformats.org/officeDocument/2006/relationships/image" Target="../media/image7301.png"/><Relationship Id="rId22" Type="http://schemas.openxmlformats.org/officeDocument/2006/relationships/image" Target="../media/image7601.png"/><Relationship Id="rId27" Type="http://schemas.openxmlformats.org/officeDocument/2006/relationships/customXml" Target="../ink/ink74.xml"/><Relationship Id="rId30" Type="http://schemas.openxmlformats.org/officeDocument/2006/relationships/customXml" Target="../ink/ink76.xml"/><Relationship Id="rId35" Type="http://schemas.openxmlformats.org/officeDocument/2006/relationships/customXml" Target="../ink/ink79.xml"/><Relationship Id="rId8" Type="http://schemas.openxmlformats.org/officeDocument/2006/relationships/image" Target="../media/image430.png"/><Relationship Id="rId3" Type="http://schemas.openxmlformats.org/officeDocument/2006/relationships/customXml" Target="../ink/ink6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2" Type="http://schemas.openxmlformats.org/officeDocument/2006/relationships/customXml" Target="../ink/ink81.xml"/><Relationship Id="rId1" Type="http://schemas.openxmlformats.org/officeDocument/2006/relationships/slideLayout" Target="../slideLayouts/slideLayout18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.xml"/><Relationship Id="rId13" Type="http://schemas.openxmlformats.org/officeDocument/2006/relationships/diagramData" Target="../diagrams/data7.xml"/><Relationship Id="rId18" Type="http://schemas.openxmlformats.org/officeDocument/2006/relationships/diagramData" Target="../diagrams/data8.xml"/><Relationship Id="rId3" Type="http://schemas.openxmlformats.org/officeDocument/2006/relationships/diagramData" Target="../diagrams/data5.xml"/><Relationship Id="rId21" Type="http://schemas.openxmlformats.org/officeDocument/2006/relationships/diagramColors" Target="../diagrams/colors8.xml"/><Relationship Id="rId7" Type="http://schemas.microsoft.com/office/2007/relationships/diagramDrawing" Target="../diagrams/drawing5.xml"/><Relationship Id="rId12" Type="http://schemas.microsoft.com/office/2007/relationships/diagramDrawing" Target="../diagrams/drawing6.xml"/><Relationship Id="rId17" Type="http://schemas.microsoft.com/office/2007/relationships/diagramDrawing" Target="../diagrams/drawing7.xml"/><Relationship Id="rId2" Type="http://schemas.openxmlformats.org/officeDocument/2006/relationships/notesSlide" Target="../notesSlides/notesSlide9.xml"/><Relationship Id="rId16" Type="http://schemas.openxmlformats.org/officeDocument/2006/relationships/diagramColors" Target="../diagrams/colors7.xml"/><Relationship Id="rId20" Type="http://schemas.openxmlformats.org/officeDocument/2006/relationships/diagramQuickStyle" Target="../diagrams/quickStyle8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5.xml"/><Relationship Id="rId11" Type="http://schemas.openxmlformats.org/officeDocument/2006/relationships/diagramColors" Target="../diagrams/colors6.xml"/><Relationship Id="rId5" Type="http://schemas.openxmlformats.org/officeDocument/2006/relationships/diagramQuickStyle" Target="../diagrams/quickStyle5.xml"/><Relationship Id="rId15" Type="http://schemas.openxmlformats.org/officeDocument/2006/relationships/diagramQuickStyle" Target="../diagrams/quickStyle7.xml"/><Relationship Id="rId10" Type="http://schemas.openxmlformats.org/officeDocument/2006/relationships/diagramQuickStyle" Target="../diagrams/quickStyle6.xml"/><Relationship Id="rId19" Type="http://schemas.openxmlformats.org/officeDocument/2006/relationships/diagramLayout" Target="../diagrams/layout8.xml"/><Relationship Id="rId4" Type="http://schemas.openxmlformats.org/officeDocument/2006/relationships/diagramLayout" Target="../diagrams/layout5.xml"/><Relationship Id="rId9" Type="http://schemas.openxmlformats.org/officeDocument/2006/relationships/diagramLayout" Target="../diagrams/layout6.xml"/><Relationship Id="rId14" Type="http://schemas.openxmlformats.org/officeDocument/2006/relationships/diagramLayout" Target="../diagrams/layout7.xml"/><Relationship Id="rId22" Type="http://schemas.microsoft.com/office/2007/relationships/diagramDrawing" Target="../diagrams/drawing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tags" Target="../tags/tag232.xml"/><Relationship Id="rId13" Type="http://schemas.openxmlformats.org/officeDocument/2006/relationships/tags" Target="../tags/tag237.xml"/><Relationship Id="rId3" Type="http://schemas.openxmlformats.org/officeDocument/2006/relationships/tags" Target="../tags/tag227.xml"/><Relationship Id="rId7" Type="http://schemas.openxmlformats.org/officeDocument/2006/relationships/tags" Target="../tags/tag231.xml"/><Relationship Id="rId12" Type="http://schemas.openxmlformats.org/officeDocument/2006/relationships/tags" Target="../tags/tag236.xml"/><Relationship Id="rId2" Type="http://schemas.openxmlformats.org/officeDocument/2006/relationships/tags" Target="../tags/tag226.xml"/><Relationship Id="rId16" Type="http://schemas.openxmlformats.org/officeDocument/2006/relationships/image" Target="../media/image36.png"/><Relationship Id="rId1" Type="http://schemas.openxmlformats.org/officeDocument/2006/relationships/tags" Target="../tags/tag225.xml"/><Relationship Id="rId6" Type="http://schemas.openxmlformats.org/officeDocument/2006/relationships/tags" Target="../tags/tag230.xml"/><Relationship Id="rId11" Type="http://schemas.openxmlformats.org/officeDocument/2006/relationships/tags" Target="../tags/tag235.xml"/><Relationship Id="rId5" Type="http://schemas.openxmlformats.org/officeDocument/2006/relationships/tags" Target="../tags/tag229.xml"/><Relationship Id="rId15" Type="http://schemas.openxmlformats.org/officeDocument/2006/relationships/image" Target="../media/image35.png"/><Relationship Id="rId10" Type="http://schemas.openxmlformats.org/officeDocument/2006/relationships/tags" Target="../tags/tag234.xml"/><Relationship Id="rId4" Type="http://schemas.openxmlformats.org/officeDocument/2006/relationships/tags" Target="../tags/tag228.xml"/><Relationship Id="rId9" Type="http://schemas.openxmlformats.org/officeDocument/2006/relationships/tags" Target="../tags/tag233.xml"/><Relationship Id="rId14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tags" Target="../tags/tag245.xml"/><Relationship Id="rId13" Type="http://schemas.openxmlformats.org/officeDocument/2006/relationships/tags" Target="../tags/tag250.xml"/><Relationship Id="rId3" Type="http://schemas.openxmlformats.org/officeDocument/2006/relationships/tags" Target="../tags/tag240.xml"/><Relationship Id="rId7" Type="http://schemas.openxmlformats.org/officeDocument/2006/relationships/tags" Target="../tags/tag244.xml"/><Relationship Id="rId12" Type="http://schemas.openxmlformats.org/officeDocument/2006/relationships/tags" Target="../tags/tag249.xml"/><Relationship Id="rId2" Type="http://schemas.openxmlformats.org/officeDocument/2006/relationships/tags" Target="../tags/tag239.xml"/><Relationship Id="rId16" Type="http://schemas.openxmlformats.org/officeDocument/2006/relationships/image" Target="../media/image36.png"/><Relationship Id="rId1" Type="http://schemas.openxmlformats.org/officeDocument/2006/relationships/tags" Target="../tags/tag238.xml"/><Relationship Id="rId6" Type="http://schemas.openxmlformats.org/officeDocument/2006/relationships/tags" Target="../tags/tag243.xml"/><Relationship Id="rId11" Type="http://schemas.openxmlformats.org/officeDocument/2006/relationships/tags" Target="../tags/tag248.xml"/><Relationship Id="rId5" Type="http://schemas.openxmlformats.org/officeDocument/2006/relationships/tags" Target="../tags/tag242.xml"/><Relationship Id="rId15" Type="http://schemas.openxmlformats.org/officeDocument/2006/relationships/image" Target="../media/image35.png"/><Relationship Id="rId10" Type="http://schemas.openxmlformats.org/officeDocument/2006/relationships/tags" Target="../tags/tag247.xml"/><Relationship Id="rId4" Type="http://schemas.openxmlformats.org/officeDocument/2006/relationships/tags" Target="../tags/tag241.xml"/><Relationship Id="rId9" Type="http://schemas.openxmlformats.org/officeDocument/2006/relationships/tags" Target="../tags/tag246.xml"/><Relationship Id="rId14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tags" Target="../tags/tag258.xml"/><Relationship Id="rId13" Type="http://schemas.openxmlformats.org/officeDocument/2006/relationships/tags" Target="../tags/tag263.xml"/><Relationship Id="rId3" Type="http://schemas.openxmlformats.org/officeDocument/2006/relationships/tags" Target="../tags/tag253.xml"/><Relationship Id="rId7" Type="http://schemas.openxmlformats.org/officeDocument/2006/relationships/tags" Target="../tags/tag257.xml"/><Relationship Id="rId12" Type="http://schemas.openxmlformats.org/officeDocument/2006/relationships/tags" Target="../tags/tag262.xml"/><Relationship Id="rId2" Type="http://schemas.openxmlformats.org/officeDocument/2006/relationships/tags" Target="../tags/tag252.xml"/><Relationship Id="rId16" Type="http://schemas.openxmlformats.org/officeDocument/2006/relationships/image" Target="../media/image36.png"/><Relationship Id="rId1" Type="http://schemas.openxmlformats.org/officeDocument/2006/relationships/tags" Target="../tags/tag251.xml"/><Relationship Id="rId6" Type="http://schemas.openxmlformats.org/officeDocument/2006/relationships/tags" Target="../tags/tag256.xml"/><Relationship Id="rId11" Type="http://schemas.openxmlformats.org/officeDocument/2006/relationships/tags" Target="../tags/tag261.xml"/><Relationship Id="rId5" Type="http://schemas.openxmlformats.org/officeDocument/2006/relationships/tags" Target="../tags/tag255.xml"/><Relationship Id="rId15" Type="http://schemas.openxmlformats.org/officeDocument/2006/relationships/image" Target="../media/image35.png"/><Relationship Id="rId10" Type="http://schemas.openxmlformats.org/officeDocument/2006/relationships/tags" Target="../tags/tag260.xml"/><Relationship Id="rId4" Type="http://schemas.openxmlformats.org/officeDocument/2006/relationships/tags" Target="../tags/tag254.xml"/><Relationship Id="rId9" Type="http://schemas.openxmlformats.org/officeDocument/2006/relationships/tags" Target="../tags/tag259.xml"/><Relationship Id="rId14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64.xml"/></Relationships>
</file>

<file path=ppt/slides/_rels/slide6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87.xml"/><Relationship Id="rId18" Type="http://schemas.openxmlformats.org/officeDocument/2006/relationships/customXml" Target="../ink/ink90.xml"/><Relationship Id="rId26" Type="http://schemas.openxmlformats.org/officeDocument/2006/relationships/image" Target="../media/image7801.png"/><Relationship Id="rId39" Type="http://schemas.openxmlformats.org/officeDocument/2006/relationships/image" Target="../media/image28.png"/><Relationship Id="rId21" Type="http://schemas.openxmlformats.org/officeDocument/2006/relationships/customXml" Target="../ink/ink92.xml"/><Relationship Id="rId34" Type="http://schemas.openxmlformats.org/officeDocument/2006/relationships/image" Target="../media/image450.png"/><Relationship Id="rId7" Type="http://schemas.openxmlformats.org/officeDocument/2006/relationships/customXml" Target="../ink/ink84.xml"/><Relationship Id="rId12" Type="http://schemas.openxmlformats.org/officeDocument/2006/relationships/image" Target="../media/image7201.png"/><Relationship Id="rId17" Type="http://schemas.openxmlformats.org/officeDocument/2006/relationships/customXml" Target="../ink/ink89.xml"/><Relationship Id="rId25" Type="http://schemas.openxmlformats.org/officeDocument/2006/relationships/customXml" Target="../ink/ink94.xml"/><Relationship Id="rId33" Type="http://schemas.openxmlformats.org/officeDocument/2006/relationships/customXml" Target="../ink/ink99.xml"/><Relationship Id="rId38" Type="http://schemas.openxmlformats.org/officeDocument/2006/relationships/image" Target="../media/image47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7401.png"/><Relationship Id="rId20" Type="http://schemas.openxmlformats.org/officeDocument/2006/relationships/customXml" Target="../ink/ink91.xml"/><Relationship Id="rId29" Type="http://schemas.openxmlformats.org/officeDocument/2006/relationships/image" Target="../media/image4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20.png"/><Relationship Id="rId11" Type="http://schemas.openxmlformats.org/officeDocument/2006/relationships/customXml" Target="../ink/ink86.xml"/><Relationship Id="rId24" Type="http://schemas.openxmlformats.org/officeDocument/2006/relationships/image" Target="../media/image7701.png"/><Relationship Id="rId32" Type="http://schemas.openxmlformats.org/officeDocument/2006/relationships/customXml" Target="../ink/ink98.xml"/><Relationship Id="rId37" Type="http://schemas.openxmlformats.org/officeDocument/2006/relationships/customXml" Target="../ink/ink101.xml"/><Relationship Id="rId5" Type="http://schemas.openxmlformats.org/officeDocument/2006/relationships/customXml" Target="../ink/ink83.xml"/><Relationship Id="rId15" Type="http://schemas.openxmlformats.org/officeDocument/2006/relationships/customXml" Target="../ink/ink88.xml"/><Relationship Id="rId23" Type="http://schemas.openxmlformats.org/officeDocument/2006/relationships/customXml" Target="../ink/ink93.xml"/><Relationship Id="rId28" Type="http://schemas.openxmlformats.org/officeDocument/2006/relationships/customXml" Target="../ink/ink96.xml"/><Relationship Id="rId36" Type="http://schemas.openxmlformats.org/officeDocument/2006/relationships/image" Target="../media/image46.png"/><Relationship Id="rId10" Type="http://schemas.openxmlformats.org/officeDocument/2006/relationships/image" Target="../media/image7101.png"/><Relationship Id="rId19" Type="http://schemas.openxmlformats.org/officeDocument/2006/relationships/image" Target="../media/image7501.png"/><Relationship Id="rId31" Type="http://schemas.openxmlformats.org/officeDocument/2006/relationships/image" Target="../media/image8001.png"/><Relationship Id="rId4" Type="http://schemas.openxmlformats.org/officeDocument/2006/relationships/image" Target="../media/image410.png"/><Relationship Id="rId9" Type="http://schemas.openxmlformats.org/officeDocument/2006/relationships/customXml" Target="../ink/ink85.xml"/><Relationship Id="rId14" Type="http://schemas.openxmlformats.org/officeDocument/2006/relationships/image" Target="../media/image7301.png"/><Relationship Id="rId22" Type="http://schemas.openxmlformats.org/officeDocument/2006/relationships/image" Target="../media/image7601.png"/><Relationship Id="rId27" Type="http://schemas.openxmlformats.org/officeDocument/2006/relationships/customXml" Target="../ink/ink95.xml"/><Relationship Id="rId30" Type="http://schemas.openxmlformats.org/officeDocument/2006/relationships/customXml" Target="../ink/ink97.xml"/><Relationship Id="rId35" Type="http://schemas.openxmlformats.org/officeDocument/2006/relationships/customXml" Target="../ink/ink100.xml"/><Relationship Id="rId8" Type="http://schemas.openxmlformats.org/officeDocument/2006/relationships/image" Target="../media/image430.png"/><Relationship Id="rId3" Type="http://schemas.openxmlformats.org/officeDocument/2006/relationships/customXml" Target="../ink/ink82.xml"/></Relationships>
</file>

<file path=ppt/slides/_rels/slide6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07.xml"/><Relationship Id="rId18" Type="http://schemas.openxmlformats.org/officeDocument/2006/relationships/customXml" Target="../ink/ink110.xml"/><Relationship Id="rId26" Type="http://schemas.openxmlformats.org/officeDocument/2006/relationships/image" Target="../media/image7801.png"/><Relationship Id="rId39" Type="http://schemas.openxmlformats.org/officeDocument/2006/relationships/image" Target="../media/image28.png"/><Relationship Id="rId21" Type="http://schemas.openxmlformats.org/officeDocument/2006/relationships/customXml" Target="../ink/ink112.xml"/><Relationship Id="rId34" Type="http://schemas.openxmlformats.org/officeDocument/2006/relationships/image" Target="../media/image450.png"/><Relationship Id="rId7" Type="http://schemas.openxmlformats.org/officeDocument/2006/relationships/customXml" Target="../ink/ink104.xml"/><Relationship Id="rId12" Type="http://schemas.openxmlformats.org/officeDocument/2006/relationships/image" Target="../media/image7201.png"/><Relationship Id="rId17" Type="http://schemas.openxmlformats.org/officeDocument/2006/relationships/customXml" Target="../ink/ink109.xml"/><Relationship Id="rId25" Type="http://schemas.openxmlformats.org/officeDocument/2006/relationships/customXml" Target="../ink/ink114.xml"/><Relationship Id="rId33" Type="http://schemas.openxmlformats.org/officeDocument/2006/relationships/customXml" Target="../ink/ink119.xml"/><Relationship Id="rId38" Type="http://schemas.openxmlformats.org/officeDocument/2006/relationships/image" Target="../media/image47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7401.png"/><Relationship Id="rId20" Type="http://schemas.openxmlformats.org/officeDocument/2006/relationships/customXml" Target="../ink/ink111.xml"/><Relationship Id="rId29" Type="http://schemas.openxmlformats.org/officeDocument/2006/relationships/image" Target="../media/image4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20.png"/><Relationship Id="rId11" Type="http://schemas.openxmlformats.org/officeDocument/2006/relationships/customXml" Target="../ink/ink106.xml"/><Relationship Id="rId24" Type="http://schemas.openxmlformats.org/officeDocument/2006/relationships/image" Target="../media/image7701.png"/><Relationship Id="rId32" Type="http://schemas.openxmlformats.org/officeDocument/2006/relationships/customXml" Target="../ink/ink118.xml"/><Relationship Id="rId37" Type="http://schemas.openxmlformats.org/officeDocument/2006/relationships/customXml" Target="../ink/ink121.xml"/><Relationship Id="rId5" Type="http://schemas.openxmlformats.org/officeDocument/2006/relationships/customXml" Target="../ink/ink103.xml"/><Relationship Id="rId15" Type="http://schemas.openxmlformats.org/officeDocument/2006/relationships/customXml" Target="../ink/ink108.xml"/><Relationship Id="rId23" Type="http://schemas.openxmlformats.org/officeDocument/2006/relationships/customXml" Target="../ink/ink113.xml"/><Relationship Id="rId28" Type="http://schemas.openxmlformats.org/officeDocument/2006/relationships/customXml" Target="../ink/ink116.xml"/><Relationship Id="rId36" Type="http://schemas.openxmlformats.org/officeDocument/2006/relationships/image" Target="../media/image46.png"/><Relationship Id="rId10" Type="http://schemas.openxmlformats.org/officeDocument/2006/relationships/image" Target="../media/image7101.png"/><Relationship Id="rId19" Type="http://schemas.openxmlformats.org/officeDocument/2006/relationships/image" Target="../media/image7501.png"/><Relationship Id="rId31" Type="http://schemas.openxmlformats.org/officeDocument/2006/relationships/image" Target="../media/image8001.png"/><Relationship Id="rId4" Type="http://schemas.openxmlformats.org/officeDocument/2006/relationships/image" Target="../media/image410.png"/><Relationship Id="rId9" Type="http://schemas.openxmlformats.org/officeDocument/2006/relationships/customXml" Target="../ink/ink105.xml"/><Relationship Id="rId14" Type="http://schemas.openxmlformats.org/officeDocument/2006/relationships/image" Target="../media/image7301.png"/><Relationship Id="rId22" Type="http://schemas.openxmlformats.org/officeDocument/2006/relationships/image" Target="../media/image7601.png"/><Relationship Id="rId27" Type="http://schemas.openxmlformats.org/officeDocument/2006/relationships/customXml" Target="../ink/ink115.xml"/><Relationship Id="rId30" Type="http://schemas.openxmlformats.org/officeDocument/2006/relationships/customXml" Target="../ink/ink117.xml"/><Relationship Id="rId35" Type="http://schemas.openxmlformats.org/officeDocument/2006/relationships/customXml" Target="../ink/ink120.xml"/><Relationship Id="rId8" Type="http://schemas.openxmlformats.org/officeDocument/2006/relationships/image" Target="../media/image430.png"/><Relationship Id="rId3" Type="http://schemas.openxmlformats.org/officeDocument/2006/relationships/customXml" Target="../ink/ink10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8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4E2D7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ea"/>
              <a:sym typeface="+mn-lt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6"/>
          <a:stretch>
            <a:fillRect/>
          </a:stretch>
        </p:blipFill>
        <p:spPr>
          <a:xfrm flipH="1">
            <a:off x="6377917" y="0"/>
            <a:ext cx="3701167" cy="288148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7"/>
          <a:stretch>
            <a:fillRect/>
          </a:stretch>
        </p:blipFill>
        <p:spPr>
          <a:xfrm flipH="1">
            <a:off x="9438682" y="2556266"/>
            <a:ext cx="2753318" cy="288449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8"/>
          <a:stretch>
            <a:fillRect/>
          </a:stretch>
        </p:blipFill>
        <p:spPr>
          <a:xfrm flipH="1">
            <a:off x="7002731" y="4619427"/>
            <a:ext cx="5189269" cy="2288593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3268" y="1933426"/>
            <a:ext cx="954066" cy="842802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37316" y="0"/>
            <a:ext cx="8286776" cy="4075043"/>
          </a:xfrm>
          <a:prstGeom prst="rect">
            <a:avLst/>
          </a:prstGeom>
        </p:spPr>
      </p:pic>
      <p:pic>
        <p:nvPicPr>
          <p:cNvPr id="11" name="图片 10" descr="图片1">
            <a:extLst>
              <a:ext uri="{FF2B5EF4-FFF2-40B4-BE49-F238E27FC236}">
                <a16:creationId xmlns:a16="http://schemas.microsoft.com/office/drawing/2014/main" id="{2AD185C5-DF48-40F9-A585-B1346DB78852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398580" y="-30848"/>
            <a:ext cx="1744273" cy="1590675"/>
          </a:xfrm>
          <a:prstGeom prst="rect">
            <a:avLst/>
          </a:prstGeom>
          <a:effectLst>
            <a:softEdge rad="101600"/>
          </a:effec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A911890-640A-9381-A194-88C948B3A98B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315" y="333793"/>
            <a:ext cx="954066" cy="84280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DE19E14-FBB2-D173-AE29-F0AD18B532A4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2527" y="934084"/>
            <a:ext cx="954066" cy="84280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5284515-B1E6-8669-7690-E3972EE29BD0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6499" y="1428268"/>
            <a:ext cx="954066" cy="84280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FE00DDB-E792-3987-2325-117FB02C1D54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0" y="4566079"/>
            <a:ext cx="4984385" cy="228859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E4D04EA-8873-EA59-C197-A223A1CF5A6D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8997" y="2110679"/>
            <a:ext cx="2753318" cy="2884496"/>
          </a:xfrm>
          <a:prstGeom prst="rect">
            <a:avLst/>
          </a:prstGeom>
        </p:spPr>
      </p:pic>
      <p:sp>
        <p:nvSpPr>
          <p:cNvPr id="4" name="圆角矩形 3"/>
          <p:cNvSpPr/>
          <p:nvPr>
            <p:custDataLst>
              <p:tags r:id="rId13"/>
            </p:custDataLst>
          </p:nvPr>
        </p:nvSpPr>
        <p:spPr>
          <a:xfrm>
            <a:off x="1821851" y="3163129"/>
            <a:ext cx="6513922" cy="1711620"/>
          </a:xfrm>
          <a:prstGeom prst="roundRect">
            <a:avLst>
              <a:gd name="adj" fmla="val 0"/>
            </a:avLst>
          </a:prstGeom>
          <a:solidFill>
            <a:srgbClr val="3D9072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ea"/>
                <a:sym typeface="+mn-lt"/>
              </a:rPr>
              <a:t>石景山区一模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:p15="http://schemas.microsoft.com/office/powerpoint/2012/main"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3B4C9D7-C110-C630-34A5-D663471EC51B}"/>
              </a:ext>
            </a:extLst>
          </p:cNvPr>
          <p:cNvSpPr/>
          <p:nvPr/>
        </p:nvSpPr>
        <p:spPr>
          <a:xfrm>
            <a:off x="10190376" y="5184423"/>
            <a:ext cx="132006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C</a:t>
            </a:r>
            <a:endParaRPr lang="zh-CN" alt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FABE3E0-49CD-6064-B227-31E84BCF6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191" y="245165"/>
            <a:ext cx="8244427" cy="6165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2993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3B4C9D7-C110-C630-34A5-D663471EC51B}"/>
              </a:ext>
            </a:extLst>
          </p:cNvPr>
          <p:cNvSpPr/>
          <p:nvPr/>
        </p:nvSpPr>
        <p:spPr>
          <a:xfrm>
            <a:off x="10190376" y="5184423"/>
            <a:ext cx="132006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B</a:t>
            </a:r>
            <a:endParaRPr lang="zh-CN" alt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BE3A6F4-CC31-8CDD-7746-6AACF325A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26" y="939248"/>
            <a:ext cx="11353800" cy="20574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309BB66-9C40-7212-0DE0-CB4E2CF8A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898" y="2996648"/>
            <a:ext cx="9486900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3238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3B4C9D7-C110-C630-34A5-D663471EC51B}"/>
              </a:ext>
            </a:extLst>
          </p:cNvPr>
          <p:cNvSpPr/>
          <p:nvPr/>
        </p:nvSpPr>
        <p:spPr>
          <a:xfrm>
            <a:off x="10190376" y="5184423"/>
            <a:ext cx="132006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D</a:t>
            </a:r>
            <a:endParaRPr lang="zh-CN" alt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F62D953-D33E-A1B3-4C2B-2692C6BA2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20" y="717198"/>
            <a:ext cx="11544300" cy="446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880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D4A7209-B674-4B8A-F08C-1BA96911C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37" y="664513"/>
            <a:ext cx="11515725" cy="4981575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3B4C9D7-C110-C630-34A5-D663471EC51B}"/>
              </a:ext>
            </a:extLst>
          </p:cNvPr>
          <p:cNvSpPr/>
          <p:nvPr/>
        </p:nvSpPr>
        <p:spPr>
          <a:xfrm>
            <a:off x="10190376" y="5184423"/>
            <a:ext cx="132006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</a:t>
            </a:r>
            <a:endParaRPr lang="zh-CN" alt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769996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4" name="Line 25"/>
          <p:cNvSpPr>
            <a:spLocks noChangeShapeType="1"/>
          </p:cNvSpPr>
          <p:nvPr/>
        </p:nvSpPr>
        <p:spPr bwMode="auto">
          <a:xfrm flipH="1" flipV="1">
            <a:off x="1553649" y="2731209"/>
            <a:ext cx="11073" cy="234439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87" name="Line 30"/>
          <p:cNvSpPr>
            <a:spLocks noChangeShapeType="1"/>
          </p:cNvSpPr>
          <p:nvPr/>
        </p:nvSpPr>
        <p:spPr bwMode="auto">
          <a:xfrm flipH="1">
            <a:off x="4343678" y="4794910"/>
            <a:ext cx="3426367" cy="12754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38" name="Rectangle 2"/>
          <p:cNvSpPr>
            <a:spLocks noGrp="1"/>
          </p:cNvSpPr>
          <p:nvPr>
            <p:ph type="title" idx="4294967295"/>
          </p:nvPr>
        </p:nvSpPr>
        <p:spPr>
          <a:xfrm>
            <a:off x="328875" y="661670"/>
            <a:ext cx="523495" cy="3813042"/>
          </a:xfrm>
          <a:solidFill>
            <a:srgbClr val="FFFFCC"/>
          </a:solidFill>
          <a:ln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r>
              <a:rPr lang="zh-CN" altLang="en-US" sz="2800" dirty="0">
                <a:ea typeface="黑体" pitchFamily="2" charset="-122"/>
              </a:rPr>
              <a:t>第三单元</a:t>
            </a:r>
            <a:br>
              <a:rPr lang="en-US" altLang="zh-CN" sz="2800" dirty="0">
                <a:ea typeface="黑体" pitchFamily="2" charset="-122"/>
              </a:rPr>
            </a:br>
            <a:r>
              <a:rPr lang="zh-CN" altLang="en-US" sz="2800" dirty="0">
                <a:ea typeface="黑体" pitchFamily="2" charset="-122"/>
              </a:rPr>
              <a:t>  文化框架图</a:t>
            </a:r>
          </a:p>
        </p:txBody>
      </p:sp>
      <p:sp>
        <p:nvSpPr>
          <p:cNvPr id="14339" name="Text Box 6"/>
          <p:cNvSpPr txBox="1">
            <a:spLocks noChangeArrowheads="1"/>
          </p:cNvSpPr>
          <p:nvPr/>
        </p:nvSpPr>
        <p:spPr bwMode="auto">
          <a:xfrm>
            <a:off x="1438780" y="1535335"/>
            <a:ext cx="430887" cy="12552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000000"/>
                </a:solidFill>
                <a:ea typeface="黑体" pitchFamily="2" charset="-122"/>
              </a:rPr>
              <a:t>文 化</a:t>
            </a:r>
            <a:r>
              <a:rPr lang="en-US" altLang="zh-CN" sz="1600" dirty="0">
                <a:solidFill>
                  <a:srgbClr val="000000"/>
                </a:solidFill>
                <a:ea typeface="黑体" pitchFamily="2" charset="-122"/>
              </a:rPr>
              <a:t>—</a:t>
            </a:r>
            <a:r>
              <a:rPr lang="zh-CN" altLang="en-US" sz="1600" dirty="0">
                <a:solidFill>
                  <a:srgbClr val="000000"/>
                </a:solidFill>
                <a:ea typeface="黑体" pitchFamily="2" charset="-122"/>
              </a:rPr>
              <a:t>载体</a:t>
            </a:r>
          </a:p>
        </p:txBody>
      </p:sp>
      <p:sp>
        <p:nvSpPr>
          <p:cNvPr id="14341" name="Text Box 3"/>
          <p:cNvSpPr txBox="1">
            <a:spLocks noChangeArrowheads="1"/>
          </p:cNvSpPr>
          <p:nvPr/>
        </p:nvSpPr>
        <p:spPr bwMode="auto">
          <a:xfrm>
            <a:off x="6444811" y="1053356"/>
            <a:ext cx="1028011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B050"/>
                </a:solidFill>
                <a:latin typeface="黑体" pitchFamily="2" charset="-122"/>
                <a:ea typeface="黑体" pitchFamily="2" charset="-122"/>
              </a:rPr>
              <a:t>创造性转化</a:t>
            </a:r>
            <a:endParaRPr lang="en-US" altLang="zh-CN" sz="1200" dirty="0">
              <a:solidFill>
                <a:srgbClr val="00B05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B050"/>
                </a:solidFill>
                <a:latin typeface="黑体" pitchFamily="2" charset="-122"/>
                <a:ea typeface="黑体" pitchFamily="2" charset="-122"/>
              </a:rPr>
              <a:t>创新性发展</a:t>
            </a:r>
          </a:p>
        </p:txBody>
      </p:sp>
      <p:sp>
        <p:nvSpPr>
          <p:cNvPr id="14342" name="Line 24"/>
          <p:cNvSpPr>
            <a:spLocks noChangeShapeType="1"/>
          </p:cNvSpPr>
          <p:nvPr/>
        </p:nvSpPr>
        <p:spPr bwMode="auto">
          <a:xfrm flipH="1">
            <a:off x="5446713" y="9465557"/>
            <a:ext cx="144462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43" name="Line 25"/>
          <p:cNvSpPr>
            <a:spLocks noChangeShapeType="1"/>
          </p:cNvSpPr>
          <p:nvPr/>
        </p:nvSpPr>
        <p:spPr bwMode="auto">
          <a:xfrm flipV="1">
            <a:off x="4068070" y="3803241"/>
            <a:ext cx="966324" cy="1587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2563043" y="1256735"/>
            <a:ext cx="287338" cy="1655763"/>
            <a:chOff x="3424" y="1570"/>
            <a:chExt cx="182" cy="1089"/>
          </a:xfrm>
        </p:grpSpPr>
        <p:sp>
          <p:nvSpPr>
            <p:cNvPr id="14463" name="Line 27"/>
            <p:cNvSpPr>
              <a:spLocks noChangeShapeType="1"/>
            </p:cNvSpPr>
            <p:nvPr/>
          </p:nvSpPr>
          <p:spPr bwMode="auto">
            <a:xfrm>
              <a:off x="3424" y="1570"/>
              <a:ext cx="1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100">
                <a:solidFill>
                  <a:srgbClr val="000000"/>
                </a:solidFill>
              </a:endParaRPr>
            </a:p>
          </p:txBody>
        </p:sp>
        <p:sp>
          <p:nvSpPr>
            <p:cNvPr id="14464" name="Line 28"/>
            <p:cNvSpPr>
              <a:spLocks noChangeShapeType="1"/>
            </p:cNvSpPr>
            <p:nvPr/>
          </p:nvSpPr>
          <p:spPr bwMode="auto">
            <a:xfrm>
              <a:off x="3424" y="1570"/>
              <a:ext cx="0" cy="108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100">
                <a:solidFill>
                  <a:srgbClr val="000000"/>
                </a:solidFill>
              </a:endParaRPr>
            </a:p>
          </p:txBody>
        </p:sp>
        <p:sp>
          <p:nvSpPr>
            <p:cNvPr id="14465" name="Line 29"/>
            <p:cNvSpPr>
              <a:spLocks noChangeShapeType="1"/>
            </p:cNvSpPr>
            <p:nvPr/>
          </p:nvSpPr>
          <p:spPr bwMode="auto">
            <a:xfrm>
              <a:off x="3424" y="2659"/>
              <a:ext cx="1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100">
                <a:solidFill>
                  <a:srgbClr val="000000"/>
                </a:solidFill>
              </a:endParaRPr>
            </a:p>
          </p:txBody>
        </p:sp>
      </p:grpSp>
      <p:sp>
        <p:nvSpPr>
          <p:cNvPr id="14347" name="Text Box 3"/>
          <p:cNvSpPr txBox="1">
            <a:spLocks noChangeArrowheads="1"/>
          </p:cNvSpPr>
          <p:nvPr/>
        </p:nvSpPr>
        <p:spPr bwMode="auto">
          <a:xfrm>
            <a:off x="1801881" y="3626407"/>
            <a:ext cx="2259338" cy="2769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文化</a:t>
            </a:r>
            <a:r>
              <a:rPr lang="zh-CN" altLang="en-US" sz="1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特点</a:t>
            </a:r>
            <a:r>
              <a:rPr lang="zh-CN" altLang="en-US" sz="12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、</a:t>
            </a:r>
            <a:r>
              <a:rPr lang="zh-CN" altLang="en-US" sz="1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态度</a:t>
            </a:r>
            <a:r>
              <a:rPr lang="zh-CN" altLang="en-US" sz="12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、</a:t>
            </a:r>
            <a:r>
              <a:rPr lang="zh-CN" altLang="en-US" sz="1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规律和意义</a:t>
            </a:r>
          </a:p>
        </p:txBody>
      </p:sp>
      <p:sp>
        <p:nvSpPr>
          <p:cNvPr id="14348" name="Line 25"/>
          <p:cNvSpPr>
            <a:spLocks noChangeShapeType="1"/>
          </p:cNvSpPr>
          <p:nvPr/>
        </p:nvSpPr>
        <p:spPr bwMode="auto">
          <a:xfrm flipV="1">
            <a:off x="4872045" y="1328032"/>
            <a:ext cx="287337" cy="0"/>
          </a:xfrm>
          <a:prstGeom prst="line">
            <a:avLst/>
          </a:prstGeom>
          <a:noFill/>
          <a:ln w="25400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49" name="Line 14"/>
          <p:cNvSpPr>
            <a:spLocks noChangeShapeType="1"/>
          </p:cNvSpPr>
          <p:nvPr/>
        </p:nvSpPr>
        <p:spPr bwMode="auto">
          <a:xfrm rot="10800000" flipH="1" flipV="1">
            <a:off x="4981795" y="2082953"/>
            <a:ext cx="1466647" cy="985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50" name="Line 15"/>
          <p:cNvSpPr>
            <a:spLocks noChangeShapeType="1"/>
          </p:cNvSpPr>
          <p:nvPr/>
        </p:nvSpPr>
        <p:spPr bwMode="auto">
          <a:xfrm>
            <a:off x="8672698" y="3335458"/>
            <a:ext cx="0" cy="144922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51" name="Text Box 3"/>
          <p:cNvSpPr txBox="1">
            <a:spLocks noChangeArrowheads="1"/>
          </p:cNvSpPr>
          <p:nvPr/>
        </p:nvSpPr>
        <p:spPr bwMode="auto">
          <a:xfrm>
            <a:off x="5142594" y="3480379"/>
            <a:ext cx="1439863" cy="52322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中国特色社会主义文化发展道路</a:t>
            </a:r>
          </a:p>
        </p:txBody>
      </p:sp>
      <p:sp>
        <p:nvSpPr>
          <p:cNvPr id="14352" name="Line 30"/>
          <p:cNvSpPr>
            <a:spLocks noChangeShapeType="1"/>
          </p:cNvSpPr>
          <p:nvPr/>
        </p:nvSpPr>
        <p:spPr bwMode="auto">
          <a:xfrm flipH="1">
            <a:off x="9409121" y="3178613"/>
            <a:ext cx="358766" cy="381444"/>
          </a:xfrm>
          <a:prstGeom prst="line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54" name="Line 25"/>
          <p:cNvSpPr>
            <a:spLocks noChangeShapeType="1"/>
          </p:cNvSpPr>
          <p:nvPr/>
        </p:nvSpPr>
        <p:spPr bwMode="auto">
          <a:xfrm>
            <a:off x="6888163" y="1543939"/>
            <a:ext cx="0" cy="28733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55" name="Text Box 3"/>
          <p:cNvSpPr txBox="1">
            <a:spLocks noChangeArrowheads="1"/>
          </p:cNvSpPr>
          <p:nvPr/>
        </p:nvSpPr>
        <p:spPr bwMode="auto">
          <a:xfrm>
            <a:off x="9787669" y="2009062"/>
            <a:ext cx="544929" cy="1169551"/>
          </a:xfrm>
          <a:prstGeom prst="rect">
            <a:avLst/>
          </a:prstGeom>
          <a:solidFill>
            <a:srgbClr val="FDCD5F"/>
          </a:solidFill>
          <a:ln w="9525">
            <a:solidFill>
              <a:srgbClr val="FFC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5DA2"/>
                </a:solidFill>
                <a:latin typeface="黑体" pitchFamily="2" charset="-122"/>
                <a:ea typeface="黑体" pitchFamily="2" charset="-122"/>
              </a:rPr>
              <a:t>社会主义核心价值观</a:t>
            </a:r>
          </a:p>
        </p:txBody>
      </p:sp>
      <p:sp>
        <p:nvSpPr>
          <p:cNvPr id="14356" name="Line 25"/>
          <p:cNvSpPr>
            <a:spLocks noChangeShapeType="1"/>
          </p:cNvSpPr>
          <p:nvPr/>
        </p:nvSpPr>
        <p:spPr bwMode="auto">
          <a:xfrm flipV="1">
            <a:off x="4842447" y="2882196"/>
            <a:ext cx="287338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57" name="Text Box 3"/>
          <p:cNvSpPr txBox="1">
            <a:spLocks noChangeArrowheads="1"/>
          </p:cNvSpPr>
          <p:nvPr/>
        </p:nvSpPr>
        <p:spPr bwMode="auto">
          <a:xfrm>
            <a:off x="5319296" y="2675279"/>
            <a:ext cx="863522" cy="30777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953735"/>
                </a:solidFill>
                <a:latin typeface="黑体" pitchFamily="2" charset="-122"/>
                <a:ea typeface="黑体" pitchFamily="2" charset="-122"/>
              </a:rPr>
              <a:t>交流</a:t>
            </a:r>
          </a:p>
        </p:txBody>
      </p:sp>
      <p:sp>
        <p:nvSpPr>
          <p:cNvPr id="14360" name="Line 25"/>
          <p:cNvSpPr>
            <a:spLocks noChangeShapeType="1"/>
          </p:cNvSpPr>
          <p:nvPr/>
        </p:nvSpPr>
        <p:spPr bwMode="auto">
          <a:xfrm flipV="1">
            <a:off x="6238875" y="2882196"/>
            <a:ext cx="287338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61" name="Text Box 3"/>
          <p:cNvSpPr txBox="1">
            <a:spLocks noChangeArrowheads="1"/>
          </p:cNvSpPr>
          <p:nvPr/>
        </p:nvSpPr>
        <p:spPr bwMode="auto">
          <a:xfrm>
            <a:off x="6511876" y="2684667"/>
            <a:ext cx="863522" cy="30777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953735"/>
                </a:solidFill>
                <a:latin typeface="黑体" pitchFamily="2" charset="-122"/>
                <a:ea typeface="黑体" pitchFamily="2" charset="-122"/>
              </a:rPr>
              <a:t>交融</a:t>
            </a:r>
          </a:p>
        </p:txBody>
      </p:sp>
      <p:sp>
        <p:nvSpPr>
          <p:cNvPr id="14362" name="Line 25"/>
          <p:cNvSpPr>
            <a:spLocks noChangeShapeType="1"/>
          </p:cNvSpPr>
          <p:nvPr/>
        </p:nvSpPr>
        <p:spPr bwMode="auto">
          <a:xfrm flipV="1">
            <a:off x="6910516" y="2272315"/>
            <a:ext cx="0" cy="358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63" name="Text Box 3"/>
          <p:cNvSpPr txBox="1">
            <a:spLocks noChangeArrowheads="1"/>
          </p:cNvSpPr>
          <p:nvPr/>
        </p:nvSpPr>
        <p:spPr bwMode="auto">
          <a:xfrm>
            <a:off x="6441180" y="1840324"/>
            <a:ext cx="1108862" cy="461665"/>
          </a:xfrm>
          <a:prstGeom prst="rect">
            <a:avLst/>
          </a:prstGeom>
          <a:solidFill>
            <a:srgbClr val="00B0F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融通不同资源</a:t>
            </a:r>
            <a:endParaRPr lang="en-US" altLang="zh-CN" sz="1200" dirty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实现综合创新</a:t>
            </a:r>
          </a:p>
        </p:txBody>
      </p:sp>
      <p:sp>
        <p:nvSpPr>
          <p:cNvPr id="14364" name="Line 25"/>
          <p:cNvSpPr>
            <a:spLocks noChangeShapeType="1"/>
          </p:cNvSpPr>
          <p:nvPr/>
        </p:nvSpPr>
        <p:spPr bwMode="auto">
          <a:xfrm flipV="1">
            <a:off x="7462841" y="2882196"/>
            <a:ext cx="287337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65" name="Line 25"/>
          <p:cNvSpPr>
            <a:spLocks noChangeShapeType="1"/>
          </p:cNvSpPr>
          <p:nvPr/>
        </p:nvSpPr>
        <p:spPr bwMode="auto">
          <a:xfrm>
            <a:off x="3935413" y="1543936"/>
            <a:ext cx="0" cy="3603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66" name="Line 25"/>
          <p:cNvSpPr>
            <a:spLocks noChangeShapeType="1"/>
          </p:cNvSpPr>
          <p:nvPr/>
        </p:nvSpPr>
        <p:spPr bwMode="auto">
          <a:xfrm flipV="1">
            <a:off x="3935413" y="2263715"/>
            <a:ext cx="0" cy="3603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67" name="Text Box 3"/>
          <p:cNvSpPr txBox="1">
            <a:spLocks noChangeArrowheads="1"/>
          </p:cNvSpPr>
          <p:nvPr/>
        </p:nvSpPr>
        <p:spPr bwMode="auto">
          <a:xfrm>
            <a:off x="2687635" y="1959688"/>
            <a:ext cx="2279673" cy="307777"/>
          </a:xfrm>
          <a:prstGeom prst="rect">
            <a:avLst/>
          </a:prstGeom>
          <a:solidFill>
            <a:srgbClr val="0099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社会实践：</a:t>
            </a:r>
            <a:r>
              <a:rPr lang="zh-CN" altLang="en-US" sz="1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以人民为中心</a:t>
            </a:r>
          </a:p>
        </p:txBody>
      </p:sp>
      <p:sp>
        <p:nvSpPr>
          <p:cNvPr id="14368" name="Line 25"/>
          <p:cNvSpPr>
            <a:spLocks noChangeShapeType="1"/>
          </p:cNvSpPr>
          <p:nvPr/>
        </p:nvSpPr>
        <p:spPr bwMode="auto">
          <a:xfrm flipV="1">
            <a:off x="7462841" y="1328032"/>
            <a:ext cx="287337" cy="0"/>
          </a:xfrm>
          <a:prstGeom prst="line">
            <a:avLst/>
          </a:prstGeom>
          <a:noFill/>
          <a:ln w="25400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69" name="Text Box 3"/>
          <p:cNvSpPr txBox="1">
            <a:spLocks noChangeArrowheads="1"/>
          </p:cNvSpPr>
          <p:nvPr/>
        </p:nvSpPr>
        <p:spPr bwMode="auto">
          <a:xfrm>
            <a:off x="7725662" y="876396"/>
            <a:ext cx="1223962" cy="738664"/>
          </a:xfrm>
          <a:prstGeom prst="rect">
            <a:avLst/>
          </a:prstGeom>
          <a:solidFill>
            <a:srgbClr val="FF0000"/>
          </a:solidFill>
          <a:ln w="9525">
            <a:solidFill>
              <a:srgbClr val="00B05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革命文化和</a:t>
            </a:r>
            <a:endParaRPr lang="en-US" altLang="zh-CN" sz="1400" dirty="0">
              <a:solidFill>
                <a:srgbClr val="FFFF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社会主义先进文化</a:t>
            </a:r>
          </a:p>
        </p:txBody>
      </p:sp>
      <p:sp>
        <p:nvSpPr>
          <p:cNvPr id="14370" name="Line 25"/>
          <p:cNvSpPr>
            <a:spLocks noChangeShapeType="1"/>
          </p:cNvSpPr>
          <p:nvPr/>
        </p:nvSpPr>
        <p:spPr bwMode="auto">
          <a:xfrm flipV="1">
            <a:off x="8975727" y="1328032"/>
            <a:ext cx="287338" cy="0"/>
          </a:xfrm>
          <a:prstGeom prst="line">
            <a:avLst/>
          </a:prstGeom>
          <a:noFill/>
          <a:ln w="25400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71" name="Text Box 3"/>
          <p:cNvSpPr txBox="1">
            <a:spLocks noChangeArrowheads="1"/>
          </p:cNvSpPr>
          <p:nvPr/>
        </p:nvSpPr>
        <p:spPr bwMode="auto">
          <a:xfrm>
            <a:off x="9359145" y="957411"/>
            <a:ext cx="2386651" cy="692497"/>
          </a:xfrm>
          <a:prstGeom prst="rect">
            <a:avLst/>
          </a:prstGeom>
          <a:solidFill>
            <a:srgbClr val="FF0000"/>
          </a:solidFill>
          <a:ln w="9525">
            <a:solidFill>
              <a:srgbClr val="00B05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中华民族精神</a:t>
            </a:r>
            <a:endParaRPr lang="en-US" altLang="zh-CN" sz="1400" dirty="0">
              <a:solidFill>
                <a:srgbClr val="FFFF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（爱国：</a:t>
            </a:r>
            <a:r>
              <a:rPr lang="zh-CN" altLang="en-US" sz="11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团结统一 爱好和平</a:t>
            </a:r>
            <a:endParaRPr lang="en-US" altLang="zh-CN" sz="1100" dirty="0">
              <a:solidFill>
                <a:srgbClr val="FFFF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1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           </a:t>
            </a:r>
            <a:r>
              <a:rPr lang="zh-CN" altLang="en-US" sz="11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勤劳勇敢  自强不息）</a:t>
            </a:r>
            <a:endParaRPr lang="zh-CN" altLang="en-US" sz="1400" dirty="0">
              <a:solidFill>
                <a:srgbClr val="FFFF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372" name="Line 25"/>
          <p:cNvSpPr>
            <a:spLocks noChangeShapeType="1"/>
          </p:cNvSpPr>
          <p:nvPr/>
        </p:nvSpPr>
        <p:spPr bwMode="auto">
          <a:xfrm>
            <a:off x="9912350" y="1616969"/>
            <a:ext cx="0" cy="285751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73" name="Line 25"/>
          <p:cNvSpPr>
            <a:spLocks noChangeShapeType="1"/>
          </p:cNvSpPr>
          <p:nvPr/>
        </p:nvSpPr>
        <p:spPr bwMode="auto">
          <a:xfrm flipV="1">
            <a:off x="7550042" y="2084616"/>
            <a:ext cx="2873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74" name="Text Box 3"/>
          <p:cNvSpPr txBox="1">
            <a:spLocks noChangeArrowheads="1"/>
          </p:cNvSpPr>
          <p:nvPr/>
        </p:nvSpPr>
        <p:spPr bwMode="auto">
          <a:xfrm>
            <a:off x="7879784" y="1800463"/>
            <a:ext cx="1290806" cy="523220"/>
          </a:xfrm>
          <a:prstGeom prst="rect">
            <a:avLst/>
          </a:prstGeom>
          <a:solidFill>
            <a:srgbClr val="00B0F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latin typeface="黑体" pitchFamily="2" charset="-122"/>
                <a:ea typeface="黑体" pitchFamily="2" charset="-122"/>
              </a:rPr>
              <a:t>弘扬主旋律</a:t>
            </a:r>
            <a:endParaRPr lang="en-US" altLang="zh-CN" sz="1400" dirty="0"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latin typeface="黑体" pitchFamily="2" charset="-122"/>
                <a:ea typeface="黑体" pitchFamily="2" charset="-122"/>
              </a:rPr>
              <a:t>传递正能量</a:t>
            </a:r>
          </a:p>
        </p:txBody>
      </p:sp>
      <p:sp>
        <p:nvSpPr>
          <p:cNvPr id="14375" name="Line 25"/>
          <p:cNvSpPr>
            <a:spLocks noChangeShapeType="1"/>
          </p:cNvSpPr>
          <p:nvPr/>
        </p:nvSpPr>
        <p:spPr bwMode="auto">
          <a:xfrm>
            <a:off x="9166594" y="2120196"/>
            <a:ext cx="624731" cy="706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76" name="Text Box 3"/>
          <p:cNvSpPr txBox="1">
            <a:spLocks noChangeArrowheads="1"/>
          </p:cNvSpPr>
          <p:nvPr/>
        </p:nvSpPr>
        <p:spPr bwMode="auto">
          <a:xfrm>
            <a:off x="7785449" y="2597025"/>
            <a:ext cx="1865139" cy="6463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953735"/>
                </a:solidFill>
                <a:latin typeface="黑体" pitchFamily="2" charset="-122"/>
                <a:ea typeface="黑体" pitchFamily="2" charset="-122"/>
              </a:rPr>
              <a:t>提升软实力，扩大影响力</a:t>
            </a:r>
            <a:endParaRPr lang="en-US" altLang="zh-CN" sz="1200" dirty="0">
              <a:solidFill>
                <a:srgbClr val="953735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953735"/>
                </a:solidFill>
                <a:latin typeface="黑体" pitchFamily="2" charset="-122"/>
                <a:ea typeface="黑体" pitchFamily="2" charset="-122"/>
              </a:rPr>
              <a:t>原则：不忘本来  </a:t>
            </a:r>
            <a:endParaRPr lang="en-US" altLang="zh-CN" sz="1200" dirty="0">
              <a:solidFill>
                <a:srgbClr val="953735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953735"/>
                </a:solidFill>
                <a:latin typeface="黑体" pitchFamily="2" charset="-122"/>
                <a:ea typeface="黑体" pitchFamily="2" charset="-122"/>
              </a:rPr>
              <a:t>吸收外来 面向未来</a:t>
            </a:r>
            <a:endParaRPr lang="zh-CN" altLang="en-US" sz="1050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377" name="Line 25"/>
          <p:cNvSpPr>
            <a:spLocks noChangeShapeType="1"/>
          </p:cNvSpPr>
          <p:nvPr/>
        </p:nvSpPr>
        <p:spPr bwMode="auto">
          <a:xfrm flipH="1">
            <a:off x="2565425" y="3123106"/>
            <a:ext cx="1" cy="446899"/>
          </a:xfrm>
          <a:prstGeom prst="line">
            <a:avLst/>
          </a:prstGeom>
          <a:noFill/>
          <a:ln w="25400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80" name="Text Box 3"/>
          <p:cNvSpPr txBox="1">
            <a:spLocks noChangeArrowheads="1"/>
          </p:cNvSpPr>
          <p:nvPr/>
        </p:nvSpPr>
        <p:spPr bwMode="auto">
          <a:xfrm>
            <a:off x="7881043" y="3539227"/>
            <a:ext cx="1511300" cy="369332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rgbClr val="FFFF00"/>
                </a:solidFill>
                <a:highlight>
                  <a:srgbClr val="00FF00"/>
                </a:highlight>
                <a:latin typeface="黑体" pitchFamily="2" charset="-122"/>
                <a:ea typeface="黑体" pitchFamily="2" charset="-122"/>
              </a:rPr>
              <a:t>※</a:t>
            </a:r>
            <a:r>
              <a:rPr lang="zh-CN" altLang="en-US" b="1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文化自信</a:t>
            </a:r>
          </a:p>
        </p:txBody>
      </p:sp>
      <p:sp>
        <p:nvSpPr>
          <p:cNvPr id="14381" name="Line 30"/>
          <p:cNvSpPr>
            <a:spLocks noChangeShapeType="1"/>
          </p:cNvSpPr>
          <p:nvPr/>
        </p:nvSpPr>
        <p:spPr bwMode="auto">
          <a:xfrm flipH="1">
            <a:off x="6685359" y="3768040"/>
            <a:ext cx="1137852" cy="1338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82" name="Line 25"/>
          <p:cNvSpPr>
            <a:spLocks noChangeShapeType="1"/>
          </p:cNvSpPr>
          <p:nvPr/>
        </p:nvSpPr>
        <p:spPr bwMode="auto">
          <a:xfrm>
            <a:off x="10066642" y="3414076"/>
            <a:ext cx="7936" cy="938286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83" name="Line 30"/>
          <p:cNvSpPr>
            <a:spLocks noChangeShapeType="1"/>
          </p:cNvSpPr>
          <p:nvPr/>
        </p:nvSpPr>
        <p:spPr bwMode="auto">
          <a:xfrm flipH="1" flipV="1">
            <a:off x="9539965" y="4807663"/>
            <a:ext cx="297762" cy="2927"/>
          </a:xfrm>
          <a:prstGeom prst="line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84" name="Text Box 3"/>
          <p:cNvSpPr txBox="1">
            <a:spLocks noChangeArrowheads="1"/>
          </p:cNvSpPr>
          <p:nvPr/>
        </p:nvSpPr>
        <p:spPr bwMode="auto">
          <a:xfrm>
            <a:off x="7796792" y="4583576"/>
            <a:ext cx="1789479" cy="52322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党的领导：革命文化</a:t>
            </a:r>
            <a:endParaRPr lang="en-US" altLang="zh-CN" sz="1400" b="1" dirty="0">
              <a:solidFill>
                <a:srgbClr val="FFFF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社会主义先进文化</a:t>
            </a:r>
          </a:p>
        </p:txBody>
      </p:sp>
      <p:sp>
        <p:nvSpPr>
          <p:cNvPr id="14385" name="Text Box 3"/>
          <p:cNvSpPr txBox="1">
            <a:spLocks noChangeArrowheads="1"/>
          </p:cNvSpPr>
          <p:nvPr/>
        </p:nvSpPr>
        <p:spPr bwMode="auto">
          <a:xfrm>
            <a:off x="7967664" y="6009569"/>
            <a:ext cx="1511299" cy="4001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rgbClr val="C00000"/>
                </a:solidFill>
                <a:highlight>
                  <a:srgbClr val="00FF00"/>
                </a:highlight>
                <a:latin typeface="黑体" pitchFamily="2" charset="-122"/>
                <a:ea typeface="黑体" pitchFamily="2" charset="-122"/>
              </a:rPr>
              <a:t>※</a:t>
            </a:r>
            <a:r>
              <a:rPr lang="zh-CN" altLang="en-US" sz="2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文化强国</a:t>
            </a:r>
            <a:endParaRPr lang="zh-CN" altLang="en-US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388" name="Line 25"/>
          <p:cNvSpPr>
            <a:spLocks noChangeShapeType="1"/>
          </p:cNvSpPr>
          <p:nvPr/>
        </p:nvSpPr>
        <p:spPr bwMode="auto">
          <a:xfrm>
            <a:off x="5868287" y="3000614"/>
            <a:ext cx="7934" cy="484768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 dirty="0">
              <a:solidFill>
                <a:srgbClr val="000000"/>
              </a:solidFill>
            </a:endParaRPr>
          </a:p>
        </p:txBody>
      </p:sp>
      <p:sp>
        <p:nvSpPr>
          <p:cNvPr id="14401" name="Line 15"/>
          <p:cNvSpPr>
            <a:spLocks noChangeShapeType="1"/>
          </p:cNvSpPr>
          <p:nvPr/>
        </p:nvSpPr>
        <p:spPr bwMode="auto">
          <a:xfrm flipV="1">
            <a:off x="8543925" y="3991999"/>
            <a:ext cx="0" cy="36036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03" name="Line 25"/>
          <p:cNvSpPr>
            <a:spLocks noChangeShapeType="1"/>
          </p:cNvSpPr>
          <p:nvPr/>
        </p:nvSpPr>
        <p:spPr bwMode="auto">
          <a:xfrm>
            <a:off x="6591886" y="4001380"/>
            <a:ext cx="599488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04" name="Text Box 3"/>
          <p:cNvSpPr txBox="1">
            <a:spLocks noChangeArrowheads="1"/>
          </p:cNvSpPr>
          <p:nvPr/>
        </p:nvSpPr>
        <p:spPr bwMode="auto">
          <a:xfrm>
            <a:off x="5597902" y="4310178"/>
            <a:ext cx="387311" cy="954107"/>
          </a:xfrm>
          <a:prstGeom prst="rect">
            <a:avLst/>
          </a:prstGeom>
          <a:solidFill>
            <a:srgbClr val="FDCD5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文化事业</a:t>
            </a:r>
          </a:p>
        </p:txBody>
      </p:sp>
      <p:sp>
        <p:nvSpPr>
          <p:cNvPr id="14405" name="Text Box 3"/>
          <p:cNvSpPr txBox="1">
            <a:spLocks noChangeArrowheads="1"/>
          </p:cNvSpPr>
          <p:nvPr/>
        </p:nvSpPr>
        <p:spPr bwMode="auto">
          <a:xfrm>
            <a:off x="1180526" y="3066067"/>
            <a:ext cx="345697" cy="1815882"/>
          </a:xfrm>
          <a:prstGeom prst="rect">
            <a:avLst/>
          </a:prstGeom>
          <a:solidFill>
            <a:schemeClr val="bg1"/>
          </a:solidFill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latin typeface="黑体" pitchFamily="2" charset="-122"/>
                <a:ea typeface="黑体" pitchFamily="2" charset="-122"/>
              </a:rPr>
              <a:t>政治经济决定文化</a:t>
            </a:r>
          </a:p>
        </p:txBody>
      </p:sp>
      <p:sp>
        <p:nvSpPr>
          <p:cNvPr id="14407" name="Line 25"/>
          <p:cNvSpPr>
            <a:spLocks noChangeShapeType="1"/>
          </p:cNvSpPr>
          <p:nvPr/>
        </p:nvSpPr>
        <p:spPr bwMode="auto">
          <a:xfrm flipV="1">
            <a:off x="6022192" y="6221103"/>
            <a:ext cx="215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08" name="Text Box 3"/>
          <p:cNvSpPr txBox="1">
            <a:spLocks noChangeArrowheads="1"/>
          </p:cNvSpPr>
          <p:nvPr/>
        </p:nvSpPr>
        <p:spPr bwMode="auto">
          <a:xfrm>
            <a:off x="6276158" y="4233234"/>
            <a:ext cx="360043" cy="1107996"/>
          </a:xfrm>
          <a:prstGeom prst="rect">
            <a:avLst/>
          </a:prstGeom>
          <a:solidFill>
            <a:srgbClr val="FF0000"/>
          </a:solidFill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>
                <a:latin typeface="黑体" pitchFamily="2" charset="-122"/>
                <a:ea typeface="黑体" pitchFamily="2" charset="-122"/>
              </a:rPr>
              <a:t>公共文化服务</a:t>
            </a:r>
          </a:p>
        </p:txBody>
      </p:sp>
      <p:sp>
        <p:nvSpPr>
          <p:cNvPr id="14410" name="Text Box 3"/>
          <p:cNvSpPr txBox="1">
            <a:spLocks noChangeArrowheads="1"/>
          </p:cNvSpPr>
          <p:nvPr/>
        </p:nvSpPr>
        <p:spPr bwMode="auto">
          <a:xfrm>
            <a:off x="6990741" y="4481891"/>
            <a:ext cx="503238" cy="769441"/>
          </a:xfrm>
          <a:prstGeom prst="rect">
            <a:avLst/>
          </a:prstGeom>
          <a:solidFill>
            <a:schemeClr val="bg2"/>
          </a:solidFill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社会效益放在首位</a:t>
            </a:r>
          </a:p>
        </p:txBody>
      </p:sp>
      <p:sp>
        <p:nvSpPr>
          <p:cNvPr id="14411" name="Line 25"/>
          <p:cNvSpPr>
            <a:spLocks noChangeShapeType="1"/>
          </p:cNvSpPr>
          <p:nvPr/>
        </p:nvSpPr>
        <p:spPr bwMode="auto">
          <a:xfrm flipV="1">
            <a:off x="7751764" y="6225470"/>
            <a:ext cx="215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12" name="Line 25"/>
          <p:cNvSpPr>
            <a:spLocks noChangeShapeType="1"/>
          </p:cNvSpPr>
          <p:nvPr/>
        </p:nvSpPr>
        <p:spPr bwMode="auto">
          <a:xfrm>
            <a:off x="7201424" y="5276239"/>
            <a:ext cx="8489" cy="70614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13" name="Text Box 3"/>
          <p:cNvSpPr txBox="1">
            <a:spLocks noChangeArrowheads="1"/>
          </p:cNvSpPr>
          <p:nvPr/>
        </p:nvSpPr>
        <p:spPr bwMode="auto">
          <a:xfrm>
            <a:off x="6238092" y="6050133"/>
            <a:ext cx="1441450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综合国力</a:t>
            </a:r>
          </a:p>
        </p:txBody>
      </p:sp>
      <p:sp>
        <p:nvSpPr>
          <p:cNvPr id="14415" name="Line 15"/>
          <p:cNvSpPr>
            <a:spLocks noChangeShapeType="1"/>
          </p:cNvSpPr>
          <p:nvPr/>
        </p:nvSpPr>
        <p:spPr bwMode="auto">
          <a:xfrm>
            <a:off x="2658210" y="3128257"/>
            <a:ext cx="0" cy="43180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16" name="Line 15"/>
          <p:cNvSpPr>
            <a:spLocks noChangeShapeType="1"/>
          </p:cNvSpPr>
          <p:nvPr/>
        </p:nvSpPr>
        <p:spPr bwMode="auto">
          <a:xfrm>
            <a:off x="2602171" y="752753"/>
            <a:ext cx="0" cy="433388"/>
          </a:xfrm>
          <a:prstGeom prst="line">
            <a:avLst/>
          </a:prstGeom>
          <a:noFill/>
          <a:ln w="25400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17" name="Text Box 3"/>
          <p:cNvSpPr txBox="1">
            <a:spLocks noChangeArrowheads="1"/>
          </p:cNvSpPr>
          <p:nvPr/>
        </p:nvSpPr>
        <p:spPr bwMode="auto">
          <a:xfrm>
            <a:off x="2323974" y="303842"/>
            <a:ext cx="684818" cy="338554"/>
          </a:xfrm>
          <a:prstGeom prst="rect">
            <a:avLst/>
          </a:prstGeom>
          <a:solidFill>
            <a:schemeClr val="bg1"/>
          </a:solidFill>
          <a:ln w="9525">
            <a:solidFill>
              <a:srgbClr val="00B05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黑体" pitchFamily="2" charset="-122"/>
                <a:ea typeface="黑体" pitchFamily="2" charset="-122"/>
              </a:rPr>
              <a:t>特征</a:t>
            </a:r>
          </a:p>
        </p:txBody>
      </p:sp>
      <p:sp>
        <p:nvSpPr>
          <p:cNvPr id="14419" name="Line 25"/>
          <p:cNvSpPr>
            <a:spLocks noChangeShapeType="1"/>
          </p:cNvSpPr>
          <p:nvPr/>
        </p:nvSpPr>
        <p:spPr bwMode="auto">
          <a:xfrm flipV="1">
            <a:off x="4079875" y="3704520"/>
            <a:ext cx="966325" cy="0"/>
          </a:xfrm>
          <a:prstGeom prst="line">
            <a:avLst/>
          </a:prstGeom>
          <a:noFill/>
          <a:ln w="25400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21" name="Line 15"/>
          <p:cNvSpPr>
            <a:spLocks noChangeShapeType="1"/>
          </p:cNvSpPr>
          <p:nvPr/>
        </p:nvSpPr>
        <p:spPr bwMode="auto">
          <a:xfrm flipH="1" flipV="1">
            <a:off x="4836939" y="5089933"/>
            <a:ext cx="1805" cy="73902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22" name="Line 25"/>
          <p:cNvSpPr>
            <a:spLocks noChangeShapeType="1"/>
          </p:cNvSpPr>
          <p:nvPr/>
        </p:nvSpPr>
        <p:spPr bwMode="auto">
          <a:xfrm flipV="1">
            <a:off x="6635753" y="3655210"/>
            <a:ext cx="122396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23" name="Line 25"/>
          <p:cNvSpPr>
            <a:spLocks noChangeShapeType="1"/>
          </p:cNvSpPr>
          <p:nvPr/>
        </p:nvSpPr>
        <p:spPr bwMode="auto">
          <a:xfrm flipV="1">
            <a:off x="8688388" y="3991999"/>
            <a:ext cx="0" cy="3603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25" name="Text Box 3"/>
          <p:cNvSpPr txBox="1">
            <a:spLocks noChangeArrowheads="1"/>
          </p:cNvSpPr>
          <p:nvPr/>
        </p:nvSpPr>
        <p:spPr bwMode="auto">
          <a:xfrm>
            <a:off x="3053251" y="4487556"/>
            <a:ext cx="1342571" cy="73866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丰富精神世界</a:t>
            </a:r>
            <a:endParaRPr lang="en-US" altLang="zh-CN" sz="1400" dirty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增强精神力量</a:t>
            </a:r>
            <a:endParaRPr lang="en-US" altLang="zh-CN" sz="1400" dirty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促进全面发展</a:t>
            </a:r>
          </a:p>
        </p:txBody>
      </p:sp>
      <p:grpSp>
        <p:nvGrpSpPr>
          <p:cNvPr id="6" name="Group 26"/>
          <p:cNvGrpSpPr>
            <a:grpSpLocks/>
          </p:cNvGrpSpPr>
          <p:nvPr/>
        </p:nvGrpSpPr>
        <p:grpSpPr bwMode="auto">
          <a:xfrm>
            <a:off x="2206672" y="4999920"/>
            <a:ext cx="73025" cy="1511300"/>
            <a:chOff x="3424" y="1570"/>
            <a:chExt cx="182" cy="1089"/>
          </a:xfrm>
        </p:grpSpPr>
        <p:sp>
          <p:nvSpPr>
            <p:cNvPr id="14451" name="Line 27"/>
            <p:cNvSpPr>
              <a:spLocks noChangeShapeType="1"/>
            </p:cNvSpPr>
            <p:nvPr/>
          </p:nvSpPr>
          <p:spPr bwMode="auto">
            <a:xfrm>
              <a:off x="3424" y="1570"/>
              <a:ext cx="1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100">
                <a:solidFill>
                  <a:srgbClr val="000000"/>
                </a:solidFill>
              </a:endParaRPr>
            </a:p>
          </p:txBody>
        </p:sp>
        <p:sp>
          <p:nvSpPr>
            <p:cNvPr id="14452" name="Line 28"/>
            <p:cNvSpPr>
              <a:spLocks noChangeShapeType="1"/>
            </p:cNvSpPr>
            <p:nvPr/>
          </p:nvSpPr>
          <p:spPr bwMode="auto">
            <a:xfrm>
              <a:off x="3424" y="1570"/>
              <a:ext cx="0" cy="108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100">
                <a:solidFill>
                  <a:srgbClr val="000000"/>
                </a:solidFill>
              </a:endParaRPr>
            </a:p>
          </p:txBody>
        </p:sp>
        <p:sp>
          <p:nvSpPr>
            <p:cNvPr id="14453" name="Line 29"/>
            <p:cNvSpPr>
              <a:spLocks noChangeShapeType="1"/>
            </p:cNvSpPr>
            <p:nvPr/>
          </p:nvSpPr>
          <p:spPr bwMode="auto">
            <a:xfrm>
              <a:off x="3424" y="2659"/>
              <a:ext cx="1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100">
                <a:solidFill>
                  <a:srgbClr val="000000"/>
                </a:solidFill>
              </a:endParaRPr>
            </a:p>
          </p:txBody>
        </p:sp>
      </p:grpSp>
      <p:sp>
        <p:nvSpPr>
          <p:cNvPr id="14427" name="Text Box 3"/>
          <p:cNvSpPr txBox="1">
            <a:spLocks noChangeArrowheads="1"/>
          </p:cNvSpPr>
          <p:nvPr/>
        </p:nvSpPr>
        <p:spPr bwMode="auto">
          <a:xfrm>
            <a:off x="2333978" y="4729015"/>
            <a:ext cx="324232" cy="5232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highlight>
                  <a:srgbClr val="00FF00"/>
                </a:highlight>
                <a:latin typeface="黑体" pitchFamily="2" charset="-122"/>
                <a:ea typeface="黑体" pitchFamily="2" charset="-122"/>
              </a:rPr>
              <a:t>个人</a:t>
            </a:r>
          </a:p>
        </p:txBody>
      </p:sp>
      <p:sp>
        <p:nvSpPr>
          <p:cNvPr id="14428" name="Text Box 3"/>
          <p:cNvSpPr txBox="1">
            <a:spLocks noChangeArrowheads="1"/>
          </p:cNvSpPr>
          <p:nvPr/>
        </p:nvSpPr>
        <p:spPr bwMode="auto">
          <a:xfrm>
            <a:off x="2360915" y="6027333"/>
            <a:ext cx="297295" cy="5232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highlight>
                  <a:srgbClr val="00FF00"/>
                </a:highlight>
                <a:latin typeface="黑体" pitchFamily="2" charset="-122"/>
                <a:ea typeface="黑体" pitchFamily="2" charset="-122"/>
              </a:rPr>
              <a:t>社会 </a:t>
            </a:r>
          </a:p>
        </p:txBody>
      </p:sp>
      <p:sp>
        <p:nvSpPr>
          <p:cNvPr id="14429" name="Line 25"/>
          <p:cNvSpPr>
            <a:spLocks noChangeShapeType="1"/>
          </p:cNvSpPr>
          <p:nvPr/>
        </p:nvSpPr>
        <p:spPr bwMode="auto">
          <a:xfrm flipV="1">
            <a:off x="2063823" y="5504745"/>
            <a:ext cx="1444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4269821" y="5936548"/>
            <a:ext cx="73858" cy="763327"/>
            <a:chOff x="3424" y="1570"/>
            <a:chExt cx="182" cy="1089"/>
          </a:xfrm>
        </p:grpSpPr>
        <p:sp>
          <p:nvSpPr>
            <p:cNvPr id="14448" name="Line 27"/>
            <p:cNvSpPr>
              <a:spLocks noChangeShapeType="1"/>
            </p:cNvSpPr>
            <p:nvPr/>
          </p:nvSpPr>
          <p:spPr bwMode="auto">
            <a:xfrm>
              <a:off x="3424" y="1570"/>
              <a:ext cx="1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100">
                <a:solidFill>
                  <a:srgbClr val="000000"/>
                </a:solidFill>
              </a:endParaRPr>
            </a:p>
          </p:txBody>
        </p:sp>
        <p:sp>
          <p:nvSpPr>
            <p:cNvPr id="14449" name="Line 28"/>
            <p:cNvSpPr>
              <a:spLocks noChangeShapeType="1"/>
            </p:cNvSpPr>
            <p:nvPr/>
          </p:nvSpPr>
          <p:spPr bwMode="auto">
            <a:xfrm>
              <a:off x="3424" y="1570"/>
              <a:ext cx="0" cy="108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100">
                <a:solidFill>
                  <a:srgbClr val="000000"/>
                </a:solidFill>
              </a:endParaRPr>
            </a:p>
          </p:txBody>
        </p:sp>
        <p:sp>
          <p:nvSpPr>
            <p:cNvPr id="14450" name="Line 29"/>
            <p:cNvSpPr>
              <a:spLocks noChangeShapeType="1"/>
            </p:cNvSpPr>
            <p:nvPr/>
          </p:nvSpPr>
          <p:spPr bwMode="auto">
            <a:xfrm>
              <a:off x="3424" y="2659"/>
              <a:ext cx="1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100">
                <a:solidFill>
                  <a:srgbClr val="000000"/>
                </a:solidFill>
              </a:endParaRPr>
            </a:p>
          </p:txBody>
        </p:sp>
      </p:grpSp>
      <p:sp>
        <p:nvSpPr>
          <p:cNvPr id="14431" name="Text Box 3"/>
          <p:cNvSpPr txBox="1">
            <a:spLocks noChangeArrowheads="1"/>
          </p:cNvSpPr>
          <p:nvPr/>
        </p:nvSpPr>
        <p:spPr bwMode="auto">
          <a:xfrm>
            <a:off x="4395822" y="6398825"/>
            <a:ext cx="585973" cy="30777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经济</a:t>
            </a:r>
          </a:p>
        </p:txBody>
      </p:sp>
      <p:sp>
        <p:nvSpPr>
          <p:cNvPr id="14432" name="Text Box 3"/>
          <p:cNvSpPr txBox="1">
            <a:spLocks noChangeArrowheads="1"/>
          </p:cNvSpPr>
          <p:nvPr/>
        </p:nvSpPr>
        <p:spPr bwMode="auto">
          <a:xfrm>
            <a:off x="4383370" y="5828967"/>
            <a:ext cx="568901" cy="307777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政治</a:t>
            </a:r>
          </a:p>
        </p:txBody>
      </p:sp>
      <p:sp>
        <p:nvSpPr>
          <p:cNvPr id="14433" name="Line 25"/>
          <p:cNvSpPr>
            <a:spLocks noChangeShapeType="1"/>
          </p:cNvSpPr>
          <p:nvPr/>
        </p:nvSpPr>
        <p:spPr bwMode="auto">
          <a:xfrm flipV="1">
            <a:off x="4136790" y="6318211"/>
            <a:ext cx="1444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34" name="Line 25"/>
          <p:cNvSpPr>
            <a:spLocks noChangeShapeType="1"/>
          </p:cNvSpPr>
          <p:nvPr/>
        </p:nvSpPr>
        <p:spPr bwMode="auto">
          <a:xfrm flipV="1">
            <a:off x="5015713" y="6511220"/>
            <a:ext cx="52682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36" name="Text Box 3"/>
          <p:cNvSpPr txBox="1">
            <a:spLocks noChangeArrowheads="1"/>
          </p:cNvSpPr>
          <p:nvPr/>
        </p:nvSpPr>
        <p:spPr bwMode="auto">
          <a:xfrm>
            <a:off x="4495425" y="4652055"/>
            <a:ext cx="966324" cy="461665"/>
          </a:xfrm>
          <a:prstGeom prst="rect">
            <a:avLst/>
          </a:prstGeom>
          <a:solidFill>
            <a:srgbClr val="FF0000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三</a:t>
            </a:r>
            <a:r>
              <a:rPr lang="zh-CN" altLang="en-US" sz="1200" b="1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观：时代新人</a:t>
            </a:r>
            <a:endParaRPr lang="zh-CN" altLang="en-US" sz="1200" b="1" dirty="0">
              <a:solidFill>
                <a:srgbClr val="FFFF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441" name="Rectangle 28"/>
          <p:cNvSpPr>
            <a:spLocks noChangeArrowheads="1"/>
          </p:cNvSpPr>
          <p:nvPr/>
        </p:nvSpPr>
        <p:spPr bwMode="auto">
          <a:xfrm>
            <a:off x="5132771" y="1176157"/>
            <a:ext cx="1296988" cy="266785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b="1" dirty="0">
                <a:solidFill>
                  <a:srgbClr val="FFFF00"/>
                </a:solidFill>
                <a:latin typeface="黑体" pitchFamily="2" charset="-122"/>
              </a:rPr>
              <a:t>态度：取去推革</a:t>
            </a:r>
          </a:p>
        </p:txBody>
      </p:sp>
      <p:sp>
        <p:nvSpPr>
          <p:cNvPr id="14444" name="Rectangle 28"/>
          <p:cNvSpPr>
            <a:spLocks noChangeArrowheads="1"/>
          </p:cNvSpPr>
          <p:nvPr/>
        </p:nvSpPr>
        <p:spPr bwMode="auto">
          <a:xfrm>
            <a:off x="10228620" y="4013515"/>
            <a:ext cx="647700" cy="419100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b="1" dirty="0">
                <a:solidFill>
                  <a:srgbClr val="FFFF00"/>
                </a:solidFill>
                <a:latin typeface="黑体" pitchFamily="2" charset="-122"/>
              </a:rPr>
              <a:t>实践</a:t>
            </a:r>
          </a:p>
        </p:txBody>
      </p:sp>
      <p:sp>
        <p:nvSpPr>
          <p:cNvPr id="14445" name="Rectangle 28"/>
          <p:cNvSpPr>
            <a:spLocks noChangeArrowheads="1"/>
          </p:cNvSpPr>
          <p:nvPr/>
        </p:nvSpPr>
        <p:spPr bwMode="auto">
          <a:xfrm>
            <a:off x="2279650" y="1183572"/>
            <a:ext cx="647700" cy="419100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b="1" dirty="0">
                <a:solidFill>
                  <a:srgbClr val="FFFF00"/>
                </a:solidFill>
                <a:latin typeface="黑体" pitchFamily="2" charset="-122"/>
              </a:rPr>
              <a:t>时间</a:t>
            </a:r>
          </a:p>
        </p:txBody>
      </p:sp>
      <p:sp>
        <p:nvSpPr>
          <p:cNvPr id="14446" name="Rectangle 28"/>
          <p:cNvSpPr>
            <a:spLocks noChangeArrowheads="1"/>
          </p:cNvSpPr>
          <p:nvPr/>
        </p:nvSpPr>
        <p:spPr bwMode="auto">
          <a:xfrm>
            <a:off x="2279650" y="2696460"/>
            <a:ext cx="647700" cy="419100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b="1" dirty="0">
                <a:solidFill>
                  <a:srgbClr val="FFFF00"/>
                </a:solidFill>
                <a:latin typeface="黑体" pitchFamily="2" charset="-122"/>
              </a:rPr>
              <a:t>空间</a:t>
            </a:r>
          </a:p>
        </p:txBody>
      </p:sp>
      <p:sp>
        <p:nvSpPr>
          <p:cNvPr id="14447" name="Rectangle 28"/>
          <p:cNvSpPr>
            <a:spLocks noChangeArrowheads="1"/>
          </p:cNvSpPr>
          <p:nvPr/>
        </p:nvSpPr>
        <p:spPr bwMode="auto">
          <a:xfrm>
            <a:off x="4286991" y="312498"/>
            <a:ext cx="561810" cy="279158"/>
          </a:xfrm>
          <a:prstGeom prst="rect">
            <a:avLst/>
          </a:prstGeom>
          <a:solidFill>
            <a:schemeClr val="bg1"/>
          </a:solidFill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b="1" dirty="0">
                <a:solidFill>
                  <a:srgbClr val="CC3300"/>
                </a:solidFill>
                <a:latin typeface="黑体" pitchFamily="2" charset="-122"/>
              </a:rPr>
              <a:t>包容性</a:t>
            </a:r>
          </a:p>
        </p:txBody>
      </p:sp>
      <p:sp>
        <p:nvSpPr>
          <p:cNvPr id="130" name="Text Box 3"/>
          <p:cNvSpPr txBox="1">
            <a:spLocks noChangeArrowheads="1"/>
          </p:cNvSpPr>
          <p:nvPr/>
        </p:nvSpPr>
        <p:spPr bwMode="auto">
          <a:xfrm>
            <a:off x="10290861" y="1724117"/>
            <a:ext cx="315300" cy="2246769"/>
          </a:xfrm>
          <a:prstGeom prst="rect">
            <a:avLst/>
          </a:prstGeom>
          <a:solidFill>
            <a:srgbClr val="FFC000"/>
          </a:solidFill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70C0"/>
                </a:solidFill>
                <a:latin typeface="黑体" pitchFamily="2" charset="-122"/>
                <a:ea typeface="黑体" pitchFamily="2" charset="-122"/>
              </a:rPr>
              <a:t>凝魂聚魄的基础性工程</a:t>
            </a:r>
          </a:p>
        </p:txBody>
      </p:sp>
      <p:sp>
        <p:nvSpPr>
          <p:cNvPr id="131" name="Text Box 3">
            <a:extLst>
              <a:ext uri="{FF2B5EF4-FFF2-40B4-BE49-F238E27FC236}">
                <a16:creationId xmlns:a16="http://schemas.microsoft.com/office/drawing/2014/main" id="{9E1EC72C-2537-44AA-B9E1-E07B4585EF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8796" y="25661"/>
            <a:ext cx="1539096" cy="307777"/>
          </a:xfrm>
          <a:prstGeom prst="rect">
            <a:avLst/>
          </a:prstGeom>
          <a:solidFill>
            <a:srgbClr val="00B050"/>
          </a:solidFill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源远流长</a:t>
            </a:r>
            <a:r>
              <a:rPr lang="en-US" altLang="zh-CN" sz="14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-</a:t>
            </a:r>
            <a:r>
              <a:rPr lang="zh-CN" altLang="en-US" sz="14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连续性</a:t>
            </a:r>
          </a:p>
        </p:txBody>
      </p:sp>
      <p:sp>
        <p:nvSpPr>
          <p:cNvPr id="132" name="Text Box 3">
            <a:extLst>
              <a:ext uri="{FF2B5EF4-FFF2-40B4-BE49-F238E27FC236}">
                <a16:creationId xmlns:a16="http://schemas.microsoft.com/office/drawing/2014/main" id="{98DC8F6B-886B-4305-979C-9C35690DE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7201" y="594767"/>
            <a:ext cx="1775712" cy="307777"/>
          </a:xfrm>
          <a:prstGeom prst="rect">
            <a:avLst/>
          </a:prstGeom>
          <a:solidFill>
            <a:srgbClr val="00B050"/>
          </a:solidFill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博大精深</a:t>
            </a:r>
            <a:r>
              <a:rPr lang="en-US" altLang="zh-CN" sz="14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—</a:t>
            </a:r>
            <a:r>
              <a:rPr lang="zh-CN" altLang="en-US" sz="14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凝聚力</a:t>
            </a:r>
          </a:p>
        </p:txBody>
      </p:sp>
      <p:sp>
        <p:nvSpPr>
          <p:cNvPr id="14345" name="Text Box 3"/>
          <p:cNvSpPr txBox="1">
            <a:spLocks noChangeArrowheads="1"/>
          </p:cNvSpPr>
          <p:nvPr/>
        </p:nvSpPr>
        <p:spPr bwMode="auto">
          <a:xfrm>
            <a:off x="2914786" y="1143549"/>
            <a:ext cx="2019847" cy="46166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B050"/>
                </a:solidFill>
                <a:latin typeface="黑体" pitchFamily="2" charset="-122"/>
                <a:ea typeface="黑体" pitchFamily="2" charset="-122"/>
              </a:rPr>
              <a:t>中华传统文化</a:t>
            </a:r>
            <a:endParaRPr lang="en-US" altLang="zh-CN" sz="1400" dirty="0">
              <a:solidFill>
                <a:srgbClr val="00B050"/>
              </a:solidFill>
              <a:latin typeface="黑体" pitchFamily="2" charset="-122"/>
              <a:ea typeface="黑体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>
                <a:solidFill>
                  <a:srgbClr val="00B050"/>
                </a:solidFill>
                <a:latin typeface="黑体" pitchFamily="2" charset="-122"/>
                <a:ea typeface="黑体" pitchFamily="2" charset="-122"/>
              </a:rPr>
              <a:t>核心思想、传统美德、人文精神</a:t>
            </a:r>
          </a:p>
        </p:txBody>
      </p:sp>
      <p:sp>
        <p:nvSpPr>
          <p:cNvPr id="133" name="Text Box 3">
            <a:extLst>
              <a:ext uri="{FF2B5EF4-FFF2-40B4-BE49-F238E27FC236}">
                <a16:creationId xmlns:a16="http://schemas.microsoft.com/office/drawing/2014/main" id="{3D04A008-5426-46AE-A2C9-D8A748B4B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4222" y="661670"/>
            <a:ext cx="2159163" cy="307777"/>
          </a:xfrm>
          <a:prstGeom prst="rect">
            <a:avLst/>
          </a:prstGeom>
          <a:solidFill>
            <a:schemeClr val="bg1"/>
          </a:solidFill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70C0"/>
                </a:solidFill>
                <a:latin typeface="黑体" pitchFamily="2" charset="-122"/>
                <a:ea typeface="黑体" pitchFamily="2" charset="-122"/>
              </a:rPr>
              <a:t>奋斗 创造 梦想 团结</a:t>
            </a:r>
          </a:p>
        </p:txBody>
      </p:sp>
      <p:sp>
        <p:nvSpPr>
          <p:cNvPr id="14346" name="Text Box 3"/>
          <p:cNvSpPr txBox="1">
            <a:spLocks noChangeArrowheads="1"/>
          </p:cNvSpPr>
          <p:nvPr/>
        </p:nvSpPr>
        <p:spPr bwMode="auto">
          <a:xfrm>
            <a:off x="3057551" y="2722340"/>
            <a:ext cx="1789414" cy="33855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C00000"/>
                </a:solidFill>
                <a:highlight>
                  <a:srgbClr val="00FF00"/>
                </a:highlight>
                <a:latin typeface="黑体" pitchFamily="2" charset="-122"/>
                <a:ea typeface="黑体" pitchFamily="2" charset="-122"/>
              </a:rPr>
              <a:t>※</a:t>
            </a:r>
            <a:r>
              <a:rPr lang="zh-CN" altLang="en-US" sz="1600" dirty="0">
                <a:solidFill>
                  <a:srgbClr val="953735"/>
                </a:solidFill>
                <a:latin typeface="黑体" pitchFamily="2" charset="-122"/>
                <a:ea typeface="黑体" pitchFamily="2" charset="-122"/>
              </a:rPr>
              <a:t>民族性和</a:t>
            </a:r>
            <a:r>
              <a:rPr lang="zh-CN" altLang="en-US" sz="1600" dirty="0">
                <a:solidFill>
                  <a:srgbClr val="953735"/>
                </a:solidFill>
                <a:highlight>
                  <a:srgbClr val="FFFF00"/>
                </a:highlight>
                <a:latin typeface="黑体" pitchFamily="2" charset="-122"/>
                <a:ea typeface="黑体" pitchFamily="2" charset="-122"/>
              </a:rPr>
              <a:t>多样性</a:t>
            </a:r>
            <a:endParaRPr lang="en-US" altLang="zh-CN" sz="1400" dirty="0">
              <a:solidFill>
                <a:srgbClr val="953735"/>
              </a:solidFill>
              <a:highlight>
                <a:srgbClr val="FFFF00"/>
              </a:highlight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34" name="Text Box 3">
            <a:extLst>
              <a:ext uri="{FF2B5EF4-FFF2-40B4-BE49-F238E27FC236}">
                <a16:creationId xmlns:a16="http://schemas.microsoft.com/office/drawing/2014/main" id="{AC52110F-E847-4903-957B-3CC48A268E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6105" y="4474712"/>
            <a:ext cx="647698" cy="1815882"/>
          </a:xfrm>
          <a:prstGeom prst="rect">
            <a:avLst/>
          </a:prstGeom>
          <a:solidFill>
            <a:srgbClr val="FFC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70C0"/>
                </a:solidFill>
                <a:latin typeface="黑体" pitchFamily="2" charset="-122"/>
                <a:ea typeface="黑体" pitchFamily="2" charset="-122"/>
              </a:rPr>
              <a:t>坚定理想信念</a:t>
            </a:r>
            <a:endParaRPr lang="en-US" altLang="zh-CN" sz="1400" dirty="0">
              <a:solidFill>
                <a:srgbClr val="0070C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400" dirty="0">
              <a:solidFill>
                <a:srgbClr val="0070C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70C0"/>
                </a:solidFill>
                <a:latin typeface="黑体" pitchFamily="2" charset="-122"/>
                <a:ea typeface="黑体" pitchFamily="2" charset="-122"/>
              </a:rPr>
              <a:t>坚持以人民为中心</a:t>
            </a:r>
          </a:p>
        </p:txBody>
      </p:sp>
      <p:sp>
        <p:nvSpPr>
          <p:cNvPr id="9" name="Line 25">
            <a:extLst>
              <a:ext uri="{FF2B5EF4-FFF2-40B4-BE49-F238E27FC236}">
                <a16:creationId xmlns:a16="http://schemas.microsoft.com/office/drawing/2014/main" id="{66637750-5444-6570-7CA1-D7BF53DBCA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50140" y="4928489"/>
            <a:ext cx="2889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0" name="Line 25">
            <a:extLst>
              <a:ext uri="{FF2B5EF4-FFF2-40B4-BE49-F238E27FC236}">
                <a16:creationId xmlns:a16="http://schemas.microsoft.com/office/drawing/2014/main" id="{510CE18B-1CF2-1F66-8671-4EF6D6E769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91805" y="6392855"/>
            <a:ext cx="2889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1" name="Text Box 3">
            <a:extLst>
              <a:ext uri="{FF2B5EF4-FFF2-40B4-BE49-F238E27FC236}">
                <a16:creationId xmlns:a16="http://schemas.microsoft.com/office/drawing/2014/main" id="{E8AC2FD5-D329-DD71-34F1-E6C4C2E49F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9270" y="5717181"/>
            <a:ext cx="916831" cy="95410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引领风尚</a:t>
            </a:r>
            <a:endParaRPr lang="en-US" altLang="zh-CN" sz="1400" dirty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推动发展</a:t>
            </a:r>
            <a:endParaRPr lang="en-US" altLang="zh-CN" sz="1400" dirty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服务社会</a:t>
            </a:r>
            <a:endParaRPr lang="en-US" altLang="zh-CN" sz="1400" dirty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教育人民</a:t>
            </a:r>
          </a:p>
        </p:txBody>
      </p:sp>
      <p:sp>
        <p:nvSpPr>
          <p:cNvPr id="12" name="Line 15">
            <a:extLst>
              <a:ext uri="{FF2B5EF4-FFF2-40B4-BE49-F238E27FC236}">
                <a16:creationId xmlns:a16="http://schemas.microsoft.com/office/drawing/2014/main" id="{AA792BB7-1E0A-2015-4A0F-7F4553072AA0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18" y="5096233"/>
            <a:ext cx="12897" cy="84031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3" name="Line 25">
            <a:extLst>
              <a:ext uri="{FF2B5EF4-FFF2-40B4-BE49-F238E27FC236}">
                <a16:creationId xmlns:a16="http://schemas.microsoft.com/office/drawing/2014/main" id="{C2F2C2E9-7EBD-FD2F-9599-99AF349671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1820" y="3905467"/>
            <a:ext cx="9126" cy="800167"/>
          </a:xfrm>
          <a:prstGeom prst="line">
            <a:avLst/>
          </a:prstGeom>
          <a:noFill/>
          <a:ln w="25400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1EAA836B-436D-6B52-8835-6CA87118F3A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58178" y="3890481"/>
            <a:ext cx="7248" cy="815154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58A08378-3F60-731C-AB50-210540C6A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9517" y="5522239"/>
            <a:ext cx="943814" cy="26161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文化软实力</a:t>
            </a:r>
          </a:p>
        </p:txBody>
      </p:sp>
      <p:sp>
        <p:nvSpPr>
          <p:cNvPr id="16" name="Line 25">
            <a:extLst>
              <a:ext uri="{FF2B5EF4-FFF2-40B4-BE49-F238E27FC236}">
                <a16:creationId xmlns:a16="http://schemas.microsoft.com/office/drawing/2014/main" id="{F2D522B7-9D82-8EB3-E5F3-9365227369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66151" y="5226220"/>
            <a:ext cx="1802" cy="418269"/>
          </a:xfrm>
          <a:prstGeom prst="line">
            <a:avLst/>
          </a:prstGeom>
          <a:noFill/>
          <a:ln w="25400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7" name="Line 15">
            <a:extLst>
              <a:ext uri="{FF2B5EF4-FFF2-40B4-BE49-F238E27FC236}">
                <a16:creationId xmlns:a16="http://schemas.microsoft.com/office/drawing/2014/main" id="{98A6C208-BCBF-B965-876C-872F250151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55749" y="5211234"/>
            <a:ext cx="6683" cy="433256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8" name="Text Box 3">
            <a:extLst>
              <a:ext uri="{FF2B5EF4-FFF2-40B4-BE49-F238E27FC236}">
                <a16:creationId xmlns:a16="http://schemas.microsoft.com/office/drawing/2014/main" id="{D7EA548E-A485-F5C0-36E9-AC8BB40E22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088" y="5051728"/>
            <a:ext cx="1268277" cy="8309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国家：文化是民族的血脉和灵魂</a:t>
            </a:r>
          </a:p>
        </p:txBody>
      </p:sp>
      <p:sp>
        <p:nvSpPr>
          <p:cNvPr id="19" name="左大括号 18">
            <a:extLst>
              <a:ext uri="{FF2B5EF4-FFF2-40B4-BE49-F238E27FC236}">
                <a16:creationId xmlns:a16="http://schemas.microsoft.com/office/drawing/2014/main" id="{C3D38549-0D4F-F317-976A-5D257F29656E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933105" y="1379464"/>
            <a:ext cx="283107" cy="1533034"/>
          </a:xfrm>
          <a:prstGeom prst="leftBrace">
            <a:avLst>
              <a:gd name="adj1" fmla="val 11011"/>
              <a:gd name="adj2" fmla="val 50000"/>
            </a:avLst>
          </a:prstGeom>
          <a:noFill/>
          <a:ln w="9525" cmpd="sng" algn="ctr">
            <a:solidFill>
              <a:srgbClr val="00206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lIns="86555" tIns="43278" rIns="86555" bIns="43278" anchor="ctr"/>
          <a:lstStyle/>
          <a:p>
            <a:pPr algn="ctr"/>
            <a:endParaRPr lang="zh-CN" altLang="en-US" sz="1200" dirty="0">
              <a:solidFill>
                <a:srgbClr val="00206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4442" name="Rectangle 28"/>
          <p:cNvSpPr>
            <a:spLocks noChangeArrowheads="1"/>
          </p:cNvSpPr>
          <p:nvPr/>
        </p:nvSpPr>
        <p:spPr bwMode="auto">
          <a:xfrm>
            <a:off x="4870065" y="2964498"/>
            <a:ext cx="2658514" cy="270169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b="1" dirty="0">
                <a:solidFill>
                  <a:srgbClr val="FFFF00"/>
                </a:solidFill>
                <a:latin typeface="黑体" pitchFamily="2" charset="-122"/>
              </a:rPr>
              <a:t>尊重文化多样性：面向世界、博采众长</a:t>
            </a:r>
          </a:p>
        </p:txBody>
      </p:sp>
      <p:sp>
        <p:nvSpPr>
          <p:cNvPr id="20" name="Line 25">
            <a:extLst>
              <a:ext uri="{FF2B5EF4-FFF2-40B4-BE49-F238E27FC236}">
                <a16:creationId xmlns:a16="http://schemas.microsoft.com/office/drawing/2014/main" id="{1BAFEB0D-8D8A-5ED8-85AC-89C7A35D1B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428672" y="2345305"/>
            <a:ext cx="341374" cy="24736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21" name="Line 25">
            <a:extLst>
              <a:ext uri="{FF2B5EF4-FFF2-40B4-BE49-F238E27FC236}">
                <a16:creationId xmlns:a16="http://schemas.microsoft.com/office/drawing/2014/main" id="{64225A8C-4257-EE6B-AEC6-424666EE37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491665" y="5623641"/>
            <a:ext cx="297762" cy="44288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3BE36666-31E7-2721-A129-D954E5EFF1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9382" y="1817465"/>
            <a:ext cx="1151963" cy="461665"/>
          </a:xfrm>
          <a:prstGeom prst="rect">
            <a:avLst/>
          </a:prstGeom>
          <a:solidFill>
            <a:srgbClr val="00B0F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立足时代之基</a:t>
            </a:r>
            <a:endParaRPr lang="en-US" altLang="zh-CN" sz="1200" dirty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回答时代问题</a:t>
            </a:r>
          </a:p>
        </p:txBody>
      </p:sp>
      <p:sp>
        <p:nvSpPr>
          <p:cNvPr id="3" name="Line 25">
            <a:extLst>
              <a:ext uri="{FF2B5EF4-FFF2-40B4-BE49-F238E27FC236}">
                <a16:creationId xmlns:a16="http://schemas.microsoft.com/office/drawing/2014/main" id="{CA3731C7-4EED-4173-A098-9AAD1340790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080709" y="6163257"/>
            <a:ext cx="172385" cy="163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5" name="Line 25">
            <a:extLst>
              <a:ext uri="{FF2B5EF4-FFF2-40B4-BE49-F238E27FC236}">
                <a16:creationId xmlns:a16="http://schemas.microsoft.com/office/drawing/2014/main" id="{B6F0632E-0D29-F028-FC4B-D6688968C6B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3083" y="2755406"/>
            <a:ext cx="6314" cy="234082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5" name="Text Box 3">
            <a:extLst>
              <a:ext uri="{FF2B5EF4-FFF2-40B4-BE49-F238E27FC236}">
                <a16:creationId xmlns:a16="http://schemas.microsoft.com/office/drawing/2014/main" id="{6485A01A-1FC1-A3F4-E23E-023612DE8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2188" y="4072776"/>
            <a:ext cx="2148389" cy="307777"/>
          </a:xfrm>
          <a:prstGeom prst="rect">
            <a:avLst/>
          </a:prstGeom>
          <a:solidFill>
            <a:srgbClr val="FDCD5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道德修养和科学文化修养</a:t>
            </a:r>
          </a:p>
        </p:txBody>
      </p:sp>
      <p:sp>
        <p:nvSpPr>
          <p:cNvPr id="22" name="Text Box 3">
            <a:extLst>
              <a:ext uri="{FF2B5EF4-FFF2-40B4-BE49-F238E27FC236}">
                <a16:creationId xmlns:a16="http://schemas.microsoft.com/office/drawing/2014/main" id="{03F5B346-92D4-0FD3-A4A8-F09CF6DC5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7902" y="5717181"/>
            <a:ext cx="387311" cy="954107"/>
          </a:xfrm>
          <a:prstGeom prst="rect">
            <a:avLst/>
          </a:prstGeom>
          <a:solidFill>
            <a:srgbClr val="FDCD5F"/>
          </a:solidFill>
          <a:ln w="9525">
            <a:solidFill>
              <a:srgbClr val="FFC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latin typeface="黑体" pitchFamily="2" charset="-122"/>
                <a:ea typeface="黑体" pitchFamily="2" charset="-122"/>
              </a:rPr>
              <a:t>文化产业</a:t>
            </a:r>
          </a:p>
        </p:txBody>
      </p:sp>
      <p:sp>
        <p:nvSpPr>
          <p:cNvPr id="25" name="Text Box 3">
            <a:extLst>
              <a:ext uri="{FF2B5EF4-FFF2-40B4-BE49-F238E27FC236}">
                <a16:creationId xmlns:a16="http://schemas.microsoft.com/office/drawing/2014/main" id="{84CDFC3C-4354-DAA7-9EC3-86194EFFB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2796" y="2249339"/>
            <a:ext cx="792688" cy="461665"/>
          </a:xfrm>
          <a:prstGeom prst="rect">
            <a:avLst/>
          </a:prstGeom>
          <a:solidFill>
            <a:srgbClr val="00B0F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立足国情</a:t>
            </a:r>
            <a:endParaRPr lang="en-US" altLang="zh-CN" sz="1200" dirty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交流互鉴</a:t>
            </a:r>
          </a:p>
        </p:txBody>
      </p:sp>
      <p:sp>
        <p:nvSpPr>
          <p:cNvPr id="26" name="Text Box 3">
            <a:extLst>
              <a:ext uri="{FF2B5EF4-FFF2-40B4-BE49-F238E27FC236}">
                <a16:creationId xmlns:a16="http://schemas.microsoft.com/office/drawing/2014/main" id="{BD3AD22F-DD8E-CDA8-FE31-0D828D6174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1254" y="71218"/>
            <a:ext cx="4700240" cy="7386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增强民族自信心和自豪感，筑牢中华民族共同体意识</a:t>
            </a:r>
            <a:endParaRPr lang="en-US" altLang="zh-CN" sz="14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解决当代中国是世界问题提供有益的借鉴</a:t>
            </a:r>
            <a:endParaRPr lang="en-US" altLang="zh-CN" sz="14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建立合作共赢的新型国际关系，推动人民命运共同体建设</a:t>
            </a:r>
          </a:p>
        </p:txBody>
      </p:sp>
    </p:spTree>
    <p:extLst>
      <p:ext uri="{BB962C8B-B14F-4D97-AF65-F5344CB8AC3E}">
        <p14:creationId xmlns:p14="http://schemas.microsoft.com/office/powerpoint/2010/main" val="94328334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3B4C9D7-C110-C630-34A5-D663471EC51B}"/>
              </a:ext>
            </a:extLst>
          </p:cNvPr>
          <p:cNvSpPr/>
          <p:nvPr/>
        </p:nvSpPr>
        <p:spPr>
          <a:xfrm>
            <a:off x="10308710" y="5395297"/>
            <a:ext cx="132006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C</a:t>
            </a:r>
            <a:endParaRPr lang="zh-CN" alt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5DD80B3-F0EB-FB11-1129-1DFBAC7C9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12" y="928072"/>
            <a:ext cx="11563350" cy="446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6772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C06DAFB-B148-C9FC-3C3D-BA31B5BD6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37" y="664513"/>
            <a:ext cx="11439525" cy="4981575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3B4C9D7-C110-C630-34A5-D663471EC51B}"/>
              </a:ext>
            </a:extLst>
          </p:cNvPr>
          <p:cNvSpPr/>
          <p:nvPr/>
        </p:nvSpPr>
        <p:spPr>
          <a:xfrm>
            <a:off x="10190376" y="5184423"/>
            <a:ext cx="132006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</a:t>
            </a:r>
            <a:endParaRPr lang="zh-CN" alt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807713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4639707-846F-3B33-EC33-7D57D6023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90500"/>
            <a:ext cx="11334750" cy="6477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3B4C9D7-C110-C630-34A5-D663471EC51B}"/>
              </a:ext>
            </a:extLst>
          </p:cNvPr>
          <p:cNvSpPr/>
          <p:nvPr/>
        </p:nvSpPr>
        <p:spPr>
          <a:xfrm>
            <a:off x="10190376" y="5184423"/>
            <a:ext cx="132006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B</a:t>
            </a:r>
            <a:endParaRPr lang="zh-CN" alt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50535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5806F99-3389-AD23-C068-DF5A7E0B5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09" y="268928"/>
            <a:ext cx="11582400" cy="5838825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3B4C9D7-C110-C630-34A5-D663471EC51B}"/>
              </a:ext>
            </a:extLst>
          </p:cNvPr>
          <p:cNvSpPr/>
          <p:nvPr/>
        </p:nvSpPr>
        <p:spPr>
          <a:xfrm>
            <a:off x="10190376" y="5184423"/>
            <a:ext cx="132006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B</a:t>
            </a:r>
            <a:endParaRPr lang="zh-CN" alt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940238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3B4C9D7-C110-C630-34A5-D663471EC51B}"/>
              </a:ext>
            </a:extLst>
          </p:cNvPr>
          <p:cNvSpPr/>
          <p:nvPr/>
        </p:nvSpPr>
        <p:spPr>
          <a:xfrm>
            <a:off x="10190376" y="5184423"/>
            <a:ext cx="132006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C</a:t>
            </a:r>
            <a:endParaRPr lang="zh-CN" alt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A70146F-B117-4681-635F-A85149B8C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983560"/>
            <a:ext cx="11391900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8917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30010E4-1A08-3C52-0A03-50F0638F5A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925" y="831546"/>
            <a:ext cx="10852150" cy="4853704"/>
          </a:xfrm>
        </p:spPr>
      </p:pic>
    </p:spTree>
    <p:extLst>
      <p:ext uri="{BB962C8B-B14F-4D97-AF65-F5344CB8AC3E}">
        <p14:creationId xmlns:p14="http://schemas.microsoft.com/office/powerpoint/2010/main" val="2646968451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3B4C9D7-C110-C630-34A5-D663471EC51B}"/>
              </a:ext>
            </a:extLst>
          </p:cNvPr>
          <p:cNvSpPr/>
          <p:nvPr/>
        </p:nvSpPr>
        <p:spPr>
          <a:xfrm>
            <a:off x="10190376" y="5184423"/>
            <a:ext cx="132006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</a:t>
            </a:r>
            <a:endParaRPr lang="zh-CN" alt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D26445F-3040-B5BD-F768-9E6F3AB88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625876"/>
            <a:ext cx="11658600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2349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007EBB1-1C25-519E-F028-6BD0C7C332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882" y="885198"/>
            <a:ext cx="10852150" cy="4696485"/>
          </a:xfrm>
        </p:spPr>
      </p:pic>
    </p:spTree>
    <p:extLst>
      <p:ext uri="{BB962C8B-B14F-4D97-AF65-F5344CB8AC3E}">
        <p14:creationId xmlns:p14="http://schemas.microsoft.com/office/powerpoint/2010/main" val="3995779536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4A276CE-2327-A718-0814-E79BAFBEB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87" y="569429"/>
            <a:ext cx="11630025" cy="516255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3B4C9D7-C110-C630-34A5-D663471EC51B}"/>
              </a:ext>
            </a:extLst>
          </p:cNvPr>
          <p:cNvSpPr/>
          <p:nvPr/>
        </p:nvSpPr>
        <p:spPr>
          <a:xfrm>
            <a:off x="10190376" y="5184423"/>
            <a:ext cx="132006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D</a:t>
            </a:r>
            <a:endParaRPr lang="zh-CN" alt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615120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430573F-F51D-F843-ECAA-D93A815A49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7750" y="311840"/>
            <a:ext cx="10096500" cy="3371850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120FABF-EFD3-04CE-62D5-7270F4F46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58" y="3762168"/>
            <a:ext cx="10476464" cy="2379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272192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6D6E4C0-05A3-912F-1B0D-7C848CF45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87" y="997888"/>
            <a:ext cx="11553825" cy="46482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3B4C9D7-C110-C630-34A5-D663471EC51B}"/>
              </a:ext>
            </a:extLst>
          </p:cNvPr>
          <p:cNvSpPr/>
          <p:nvPr/>
        </p:nvSpPr>
        <p:spPr>
          <a:xfrm>
            <a:off x="10190376" y="5184423"/>
            <a:ext cx="132006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D</a:t>
            </a:r>
            <a:endParaRPr lang="zh-CN" alt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46406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Line 15">
            <a:extLst>
              <a:ext uri="{FF2B5EF4-FFF2-40B4-BE49-F238E27FC236}">
                <a16:creationId xmlns:a16="http://schemas.microsoft.com/office/drawing/2014/main" id="{0C1AEEDC-098A-3267-81E5-0756C00BF5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29343" y="2097262"/>
            <a:ext cx="0" cy="37777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27D1457-E4A5-FBF1-6303-DD7168C534A3}"/>
              </a:ext>
            </a:extLst>
          </p:cNvPr>
          <p:cNvGrpSpPr/>
          <p:nvPr/>
        </p:nvGrpSpPr>
        <p:grpSpPr>
          <a:xfrm>
            <a:off x="264532" y="1061970"/>
            <a:ext cx="3138626" cy="1982267"/>
            <a:chOff x="-2709721" y="746266"/>
            <a:chExt cx="4185377" cy="2643366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156675" name="Text Box 3">
              <a:extLst>
                <a:ext uri="{FF2B5EF4-FFF2-40B4-BE49-F238E27FC236}">
                  <a16:creationId xmlns:a16="http://schemas.microsoft.com/office/drawing/2014/main" id="{1D4B2D1D-5CE6-7B61-3F0C-C3389A23B3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948039" y="2391860"/>
              <a:ext cx="3343137" cy="369380"/>
            </a:xfrm>
            <a:prstGeom prst="rect">
              <a:avLst/>
            </a:prstGeom>
            <a:grp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货币政策：资本（融资成本和渠道）</a:t>
              </a:r>
            </a:p>
          </p:txBody>
        </p:sp>
        <p:sp>
          <p:nvSpPr>
            <p:cNvPr id="156676" name="Text Box 3">
              <a:extLst>
                <a:ext uri="{FF2B5EF4-FFF2-40B4-BE49-F238E27FC236}">
                  <a16:creationId xmlns:a16="http://schemas.microsoft.com/office/drawing/2014/main" id="{302A3104-03A7-565D-6E4C-CBF8B8AB29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09721" y="3020252"/>
              <a:ext cx="4068589" cy="369380"/>
            </a:xfrm>
            <a:prstGeom prst="rect">
              <a:avLst/>
            </a:prstGeom>
            <a:grp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绿色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  <a:sym typeface="Wingdings" panose="05000000000000000000" pitchFamily="2" charset="2"/>
                </a:rPr>
                <a:t>：（土地、能源、矿产）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资源利用率</a:t>
              </a:r>
            </a:p>
          </p:txBody>
        </p:sp>
        <p:grpSp>
          <p:nvGrpSpPr>
            <p:cNvPr id="2" name="Group 26">
              <a:extLst>
                <a:ext uri="{FF2B5EF4-FFF2-40B4-BE49-F238E27FC236}">
                  <a16:creationId xmlns:a16="http://schemas.microsoft.com/office/drawing/2014/main" id="{A3E62131-B246-F379-98C3-173F7D73C5CE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346399" y="904876"/>
              <a:ext cx="129257" cy="2380596"/>
              <a:chOff x="3424" y="1570"/>
              <a:chExt cx="182" cy="1089"/>
            </a:xfrm>
            <a:grpFill/>
          </p:grpSpPr>
          <p:sp>
            <p:nvSpPr>
              <p:cNvPr id="3128" name="Line 27">
                <a:extLst>
                  <a:ext uri="{FF2B5EF4-FFF2-40B4-BE49-F238E27FC236}">
                    <a16:creationId xmlns:a16="http://schemas.microsoft.com/office/drawing/2014/main" id="{43DE2EB7-F632-9F6E-52C4-7BB2BCEB19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1570"/>
                <a:ext cx="182" cy="0"/>
              </a:xfrm>
              <a:prstGeom prst="line">
                <a:avLst/>
              </a:prstGeom>
              <a:grp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  <p:sp>
            <p:nvSpPr>
              <p:cNvPr id="3129" name="Line 28">
                <a:extLst>
                  <a:ext uri="{FF2B5EF4-FFF2-40B4-BE49-F238E27FC236}">
                    <a16:creationId xmlns:a16="http://schemas.microsoft.com/office/drawing/2014/main" id="{8056808D-823D-1AA4-7CED-2F3E6FFA47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1570"/>
                <a:ext cx="0" cy="1089"/>
              </a:xfrm>
              <a:prstGeom prst="line">
                <a:avLst/>
              </a:prstGeom>
              <a:grp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  <p:sp>
            <p:nvSpPr>
              <p:cNvPr id="3130" name="Line 29">
                <a:extLst>
                  <a:ext uri="{FF2B5EF4-FFF2-40B4-BE49-F238E27FC236}">
                    <a16:creationId xmlns:a16="http://schemas.microsoft.com/office/drawing/2014/main" id="{19CDE4F9-9583-7339-5E7B-D4C8B3C708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2659"/>
                <a:ext cx="182" cy="0"/>
              </a:xfrm>
              <a:prstGeom prst="line">
                <a:avLst/>
              </a:prstGeom>
              <a:grp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</p:grpSp>
        <p:sp>
          <p:nvSpPr>
            <p:cNvPr id="156678" name="Text Box 3">
              <a:extLst>
                <a:ext uri="{FF2B5EF4-FFF2-40B4-BE49-F238E27FC236}">
                  <a16:creationId xmlns:a16="http://schemas.microsoft.com/office/drawing/2014/main" id="{F5C92F25-7598-3E4D-0D0D-1E1F9C9F23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079497" y="746266"/>
              <a:ext cx="2508226" cy="348859"/>
            </a:xfrm>
            <a:prstGeom prst="rect">
              <a:avLst/>
            </a:prstGeom>
            <a:grp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劳动力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黑体" pitchFamily="49" charset="-122"/>
                  <a:ea typeface="黑体" pitchFamily="49" charset="-122"/>
                  <a:cs typeface="Arial"/>
                  <a:sym typeface="Wingdings" panose="05000000000000000000" pitchFamily="2" charset="2"/>
                </a:rPr>
                <a:t>：（素质技能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）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就业</a:t>
              </a:r>
            </a:p>
          </p:txBody>
        </p:sp>
        <p:sp>
          <p:nvSpPr>
            <p:cNvPr id="156679" name="Text Box 3">
              <a:extLst>
                <a:ext uri="{FF2B5EF4-FFF2-40B4-BE49-F238E27FC236}">
                  <a16:creationId xmlns:a16="http://schemas.microsoft.com/office/drawing/2014/main" id="{6F7EEBAE-239A-3000-49C7-4F38710F40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166280" y="1217899"/>
              <a:ext cx="2564765" cy="369380"/>
            </a:xfrm>
            <a:prstGeom prst="rect">
              <a:avLst/>
            </a:prstGeom>
            <a:grp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创新：技术、知识、数据</a:t>
              </a:r>
            </a:p>
          </p:txBody>
        </p:sp>
      </p:grpSp>
      <p:sp>
        <p:nvSpPr>
          <p:cNvPr id="156680" name="Text Box 3">
            <a:extLst>
              <a:ext uri="{FF2B5EF4-FFF2-40B4-BE49-F238E27FC236}">
                <a16:creationId xmlns:a16="http://schemas.microsoft.com/office/drawing/2014/main" id="{9CF37BAB-BA4D-FBA6-E5B2-F041F9D486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19" y="1886938"/>
            <a:ext cx="2662969" cy="27699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管理：规模经济、物流库存交易成本</a:t>
            </a:r>
          </a:p>
        </p:txBody>
      </p:sp>
      <p:sp>
        <p:nvSpPr>
          <p:cNvPr id="44037" name="Line 25">
            <a:extLst>
              <a:ext uri="{FF2B5EF4-FFF2-40B4-BE49-F238E27FC236}">
                <a16:creationId xmlns:a16="http://schemas.microsoft.com/office/drawing/2014/main" id="{E9FAE957-4714-8E99-ABE5-E031BD3B2D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49984" y="1814723"/>
            <a:ext cx="16190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grpSp>
        <p:nvGrpSpPr>
          <p:cNvPr id="44038" name="Group 21">
            <a:extLst>
              <a:ext uri="{FF2B5EF4-FFF2-40B4-BE49-F238E27FC236}">
                <a16:creationId xmlns:a16="http://schemas.microsoft.com/office/drawing/2014/main" id="{75DA474F-6FCB-ADC0-7450-CCACD7E0345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622992" y="1724247"/>
            <a:ext cx="152380" cy="2826970"/>
            <a:chOff x="3424" y="1570"/>
            <a:chExt cx="182" cy="1089"/>
          </a:xfrm>
        </p:grpSpPr>
        <p:sp>
          <p:nvSpPr>
            <p:cNvPr id="44163" name="Line 22">
              <a:extLst>
                <a:ext uri="{FF2B5EF4-FFF2-40B4-BE49-F238E27FC236}">
                  <a16:creationId xmlns:a16="http://schemas.microsoft.com/office/drawing/2014/main" id="{25A1F3FC-A4AA-CED0-4EB9-6F55889E65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1570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64" name="Line 23">
              <a:extLst>
                <a:ext uri="{FF2B5EF4-FFF2-40B4-BE49-F238E27FC236}">
                  <a16:creationId xmlns:a16="http://schemas.microsoft.com/office/drawing/2014/main" id="{881D1F55-73B9-DD11-BA13-709B7C223D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1570"/>
              <a:ext cx="0" cy="108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65" name="Line 24">
              <a:extLst>
                <a:ext uri="{FF2B5EF4-FFF2-40B4-BE49-F238E27FC236}">
                  <a16:creationId xmlns:a16="http://schemas.microsoft.com/office/drawing/2014/main" id="{24DEECC5-BD6F-7AC8-6D96-EB4C931D9A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2659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44039" name="Line 25">
            <a:extLst>
              <a:ext uri="{FF2B5EF4-FFF2-40B4-BE49-F238E27FC236}">
                <a16:creationId xmlns:a16="http://schemas.microsoft.com/office/drawing/2014/main" id="{4DB9CAA0-DD8A-D409-3DA7-2445982822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30930" y="3344875"/>
            <a:ext cx="16190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40" name="Text Box 6">
            <a:extLst>
              <a:ext uri="{FF2B5EF4-FFF2-40B4-BE49-F238E27FC236}">
                <a16:creationId xmlns:a16="http://schemas.microsoft.com/office/drawing/2014/main" id="{CEC5BCD3-2E90-A6E9-8EFB-A5A30D26AE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9882" y="2967099"/>
            <a:ext cx="430887" cy="909519"/>
          </a:xfrm>
          <a:prstGeom prst="rect">
            <a:avLst/>
          </a:prstGeom>
          <a:solidFill>
            <a:srgbClr val="0099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Arial"/>
              </a:rPr>
              <a:t>供给侧</a:t>
            </a:r>
          </a:p>
        </p:txBody>
      </p:sp>
      <p:sp>
        <p:nvSpPr>
          <p:cNvPr id="44041" name="Text Box 6">
            <a:extLst>
              <a:ext uri="{FF2B5EF4-FFF2-40B4-BE49-F238E27FC236}">
                <a16:creationId xmlns:a16="http://schemas.microsoft.com/office/drawing/2014/main" id="{F3001918-FF74-4E66-0D01-FC7CE38C31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4317" y="2949639"/>
            <a:ext cx="430887" cy="911107"/>
          </a:xfrm>
          <a:prstGeom prst="rect">
            <a:avLst/>
          </a:prstGeom>
          <a:solidFill>
            <a:srgbClr val="92D05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Arial"/>
              </a:rPr>
              <a:t>需求侧</a:t>
            </a:r>
          </a:p>
        </p:txBody>
      </p:sp>
      <p:sp>
        <p:nvSpPr>
          <p:cNvPr id="44042" name="Line 25">
            <a:extLst>
              <a:ext uri="{FF2B5EF4-FFF2-40B4-BE49-F238E27FC236}">
                <a16:creationId xmlns:a16="http://schemas.microsoft.com/office/drawing/2014/main" id="{512DE623-FE69-DF58-EB26-E8B414732EA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6800" y="2773450"/>
            <a:ext cx="376189" cy="204761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82" name="Text Box 3">
            <a:extLst>
              <a:ext uri="{FF2B5EF4-FFF2-40B4-BE49-F238E27FC236}">
                <a16:creationId xmlns:a16="http://schemas.microsoft.com/office/drawing/2014/main" id="{7E801CF2-2166-6434-21F6-5F7772A5C8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0289" y="2467101"/>
            <a:ext cx="922218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国内市场</a:t>
            </a:r>
          </a:p>
        </p:txBody>
      </p:sp>
      <p:sp>
        <p:nvSpPr>
          <p:cNvPr id="44044" name="Line 15">
            <a:extLst>
              <a:ext uri="{FF2B5EF4-FFF2-40B4-BE49-F238E27FC236}">
                <a16:creationId xmlns:a16="http://schemas.microsoft.com/office/drawing/2014/main" id="{C3D46304-9DA9-8C40-C11D-0CB7571294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27748" y="4630584"/>
            <a:ext cx="0" cy="376189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grpSp>
        <p:nvGrpSpPr>
          <p:cNvPr id="44045" name="Group 2">
            <a:extLst>
              <a:ext uri="{FF2B5EF4-FFF2-40B4-BE49-F238E27FC236}">
                <a16:creationId xmlns:a16="http://schemas.microsoft.com/office/drawing/2014/main" id="{E2DFB756-0079-BDD9-9728-131CB811036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039451" y="3127550"/>
            <a:ext cx="77963" cy="1855412"/>
            <a:chOff x="0" y="0"/>
            <a:chExt cx="182" cy="1089"/>
          </a:xfrm>
        </p:grpSpPr>
        <p:sp>
          <p:nvSpPr>
            <p:cNvPr id="44160" name="Line 27">
              <a:extLst>
                <a:ext uri="{FF2B5EF4-FFF2-40B4-BE49-F238E27FC236}">
                  <a16:creationId xmlns:a16="http://schemas.microsoft.com/office/drawing/2014/main" id="{785C0897-598E-95D1-EA6F-AC2534B4D9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61" name="Line 28">
              <a:extLst>
                <a:ext uri="{FF2B5EF4-FFF2-40B4-BE49-F238E27FC236}">
                  <a16:creationId xmlns:a16="http://schemas.microsoft.com/office/drawing/2014/main" id="{D70B2EF0-82D6-8133-6EDB-6C27EFA5F8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108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62" name="Line 29">
              <a:extLst>
                <a:ext uri="{FF2B5EF4-FFF2-40B4-BE49-F238E27FC236}">
                  <a16:creationId xmlns:a16="http://schemas.microsoft.com/office/drawing/2014/main" id="{E3C1C3F1-BC94-4C9B-916A-8521A9738D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089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156703" name="Text Box 3">
            <a:extLst>
              <a:ext uri="{FF2B5EF4-FFF2-40B4-BE49-F238E27FC236}">
                <a16:creationId xmlns:a16="http://schemas.microsoft.com/office/drawing/2014/main" id="{C6B1C6E8-7CBD-C5E3-E44F-019503DC54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3930" y="1208422"/>
            <a:ext cx="1028566" cy="17543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走：开放包容普惠平衡共赢的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…</a:t>
            </a:r>
          </a:p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依托我国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00FF00"/>
                </a:highlight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超大规模市场优势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，促进国际合作，实现互利共赢</a:t>
            </a:r>
          </a:p>
        </p:txBody>
      </p:sp>
      <p:sp>
        <p:nvSpPr>
          <p:cNvPr id="44047" name="Text Box 3">
            <a:extLst>
              <a:ext uri="{FF2B5EF4-FFF2-40B4-BE49-F238E27FC236}">
                <a16:creationId xmlns:a16="http://schemas.microsoft.com/office/drawing/2014/main" id="{A671722C-C036-8AE5-E662-290760C48B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3999" y="5095354"/>
            <a:ext cx="642854" cy="276999"/>
          </a:xfrm>
          <a:prstGeom prst="rect">
            <a:avLst/>
          </a:prstGeom>
          <a:solidFill>
            <a:srgbClr val="FFC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投资</a:t>
            </a:r>
          </a:p>
        </p:txBody>
      </p:sp>
      <p:sp>
        <p:nvSpPr>
          <p:cNvPr id="44048" name="Text Box 3">
            <a:extLst>
              <a:ext uri="{FF2B5EF4-FFF2-40B4-BE49-F238E27FC236}">
                <a16:creationId xmlns:a16="http://schemas.microsoft.com/office/drawing/2014/main" id="{B091C88D-3CD5-B124-CC86-98D524038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5970" y="3209120"/>
            <a:ext cx="642854" cy="276999"/>
          </a:xfrm>
          <a:prstGeom prst="rect">
            <a:avLst/>
          </a:prstGeom>
          <a:solidFill>
            <a:srgbClr val="FFC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消费</a:t>
            </a:r>
          </a:p>
        </p:txBody>
      </p:sp>
      <p:grpSp>
        <p:nvGrpSpPr>
          <p:cNvPr id="44049" name="Group 18">
            <a:extLst>
              <a:ext uri="{FF2B5EF4-FFF2-40B4-BE49-F238E27FC236}">
                <a16:creationId xmlns:a16="http://schemas.microsoft.com/office/drawing/2014/main" id="{B682AE8C-30FB-2E94-B034-6906F668B83A}"/>
              </a:ext>
            </a:extLst>
          </p:cNvPr>
          <p:cNvGrpSpPr>
            <a:grpSpLocks/>
          </p:cNvGrpSpPr>
          <p:nvPr/>
        </p:nvGrpSpPr>
        <p:grpSpPr bwMode="auto">
          <a:xfrm>
            <a:off x="7418216" y="1724248"/>
            <a:ext cx="126984" cy="3820615"/>
            <a:chOff x="0" y="0"/>
            <a:chExt cx="182" cy="1089"/>
          </a:xfrm>
        </p:grpSpPr>
        <p:sp>
          <p:nvSpPr>
            <p:cNvPr id="44157" name="Line 27">
              <a:extLst>
                <a:ext uri="{FF2B5EF4-FFF2-40B4-BE49-F238E27FC236}">
                  <a16:creationId xmlns:a16="http://schemas.microsoft.com/office/drawing/2014/main" id="{662E5D55-C207-A5B4-87FA-523549A512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58" name="Line 28">
              <a:extLst>
                <a:ext uri="{FF2B5EF4-FFF2-40B4-BE49-F238E27FC236}">
                  <a16:creationId xmlns:a16="http://schemas.microsoft.com/office/drawing/2014/main" id="{01CD8CE6-0DD4-80E0-BF41-449EBB42E8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108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59" name="Line 29">
              <a:extLst>
                <a:ext uri="{FF2B5EF4-FFF2-40B4-BE49-F238E27FC236}">
                  <a16:creationId xmlns:a16="http://schemas.microsoft.com/office/drawing/2014/main" id="{6E28A80B-64D2-A7A1-02C6-311286423C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089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44050" name="Line 25">
            <a:extLst>
              <a:ext uri="{FF2B5EF4-FFF2-40B4-BE49-F238E27FC236}">
                <a16:creationId xmlns:a16="http://schemas.microsoft.com/office/drawing/2014/main" id="{B0366A4C-02DC-68DB-87AE-63BB9EE4E615}"/>
              </a:ext>
            </a:extLst>
          </p:cNvPr>
          <p:cNvSpPr>
            <a:spLocks noChangeShapeType="1"/>
          </p:cNvSpPr>
          <p:nvPr/>
        </p:nvSpPr>
        <p:spPr bwMode="auto">
          <a:xfrm>
            <a:off x="9821379" y="3600428"/>
            <a:ext cx="23809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51" name="Text Box 3">
            <a:extLst>
              <a:ext uri="{FF2B5EF4-FFF2-40B4-BE49-F238E27FC236}">
                <a16:creationId xmlns:a16="http://schemas.microsoft.com/office/drawing/2014/main" id="{72D8715F-0603-F3AE-089C-79352F958D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2810" y="4397249"/>
            <a:ext cx="299999" cy="1015663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国内大循环</a:t>
            </a:r>
          </a:p>
        </p:txBody>
      </p:sp>
      <p:grpSp>
        <p:nvGrpSpPr>
          <p:cNvPr id="44052" name="Group 57">
            <a:extLst>
              <a:ext uri="{FF2B5EF4-FFF2-40B4-BE49-F238E27FC236}">
                <a16:creationId xmlns:a16="http://schemas.microsoft.com/office/drawing/2014/main" id="{1C1D835E-FE64-66E8-33FF-453CFAA2A314}"/>
              </a:ext>
            </a:extLst>
          </p:cNvPr>
          <p:cNvGrpSpPr>
            <a:grpSpLocks/>
          </p:cNvGrpSpPr>
          <p:nvPr/>
        </p:nvGrpSpPr>
        <p:grpSpPr bwMode="auto">
          <a:xfrm>
            <a:off x="8581702" y="1053047"/>
            <a:ext cx="45713" cy="1133896"/>
            <a:chOff x="0" y="0"/>
            <a:chExt cx="182" cy="1089"/>
          </a:xfrm>
        </p:grpSpPr>
        <p:sp>
          <p:nvSpPr>
            <p:cNvPr id="44154" name="Line 27">
              <a:extLst>
                <a:ext uri="{FF2B5EF4-FFF2-40B4-BE49-F238E27FC236}">
                  <a16:creationId xmlns:a16="http://schemas.microsoft.com/office/drawing/2014/main" id="{1C1D3155-C0B6-A88D-DE03-16765EA182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55" name="Line 28">
              <a:extLst>
                <a:ext uri="{FF2B5EF4-FFF2-40B4-BE49-F238E27FC236}">
                  <a16:creationId xmlns:a16="http://schemas.microsoft.com/office/drawing/2014/main" id="{2B683948-3CBF-53D7-2FB0-EE84276B21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108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56" name="Line 29">
              <a:extLst>
                <a:ext uri="{FF2B5EF4-FFF2-40B4-BE49-F238E27FC236}">
                  <a16:creationId xmlns:a16="http://schemas.microsoft.com/office/drawing/2014/main" id="{E6FB8B3B-74DE-9873-AE81-F4C4DF8BFB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089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44053" name="Line 25">
            <a:extLst>
              <a:ext uri="{FF2B5EF4-FFF2-40B4-BE49-F238E27FC236}">
                <a16:creationId xmlns:a16="http://schemas.microsoft.com/office/drawing/2014/main" id="{CA2971AD-9A48-6F7C-7A4A-9C056F028F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64242" y="1906786"/>
            <a:ext cx="120634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156712" name="Text Box 3">
            <a:extLst>
              <a:ext uri="{FF2B5EF4-FFF2-40B4-BE49-F238E27FC236}">
                <a16:creationId xmlns:a16="http://schemas.microsoft.com/office/drawing/2014/main" id="{4C5C7FB7-DFF0-72F0-E401-209014CE64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4560" y="1322664"/>
            <a:ext cx="576188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质量技术品牌服务</a:t>
            </a:r>
          </a:p>
        </p:txBody>
      </p:sp>
      <p:sp>
        <p:nvSpPr>
          <p:cNvPr id="156713" name="Text Box 3">
            <a:extLst>
              <a:ext uri="{FF2B5EF4-FFF2-40B4-BE49-F238E27FC236}">
                <a16:creationId xmlns:a16="http://schemas.microsoft.com/office/drawing/2014/main" id="{DECF3775-FAC7-D982-7A1B-E9412DB492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4560" y="1951230"/>
            <a:ext cx="634918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对外经济发展方式</a:t>
            </a:r>
          </a:p>
        </p:txBody>
      </p:sp>
      <p:sp>
        <p:nvSpPr>
          <p:cNvPr id="44056" name="Text Box 3">
            <a:extLst>
              <a:ext uri="{FF2B5EF4-FFF2-40B4-BE49-F238E27FC236}">
                <a16:creationId xmlns:a16="http://schemas.microsoft.com/office/drawing/2014/main" id="{65B0748E-ED15-5D6D-AE57-3CA5BB247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6641" y="5067087"/>
            <a:ext cx="1753959" cy="461665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党和政府：经济职能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完善公共服务、设施</a:t>
            </a:r>
          </a:p>
        </p:txBody>
      </p:sp>
      <p:sp>
        <p:nvSpPr>
          <p:cNvPr id="44057" name="Line 25">
            <a:extLst>
              <a:ext uri="{FF2B5EF4-FFF2-40B4-BE49-F238E27FC236}">
                <a16:creationId xmlns:a16="http://schemas.microsoft.com/office/drawing/2014/main" id="{0AE6E9EC-50B5-7514-4FF8-2B0890D34F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86476" y="3981379"/>
            <a:ext cx="282539" cy="100158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58" name="Line 30">
            <a:extLst>
              <a:ext uri="{FF2B5EF4-FFF2-40B4-BE49-F238E27FC236}">
                <a16:creationId xmlns:a16="http://schemas.microsoft.com/office/drawing/2014/main" id="{CDBD6AB5-0BDA-B5B7-C7E4-E730CF3EC53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084895" y="3981378"/>
            <a:ext cx="431744" cy="107459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156721" name="Text Box 3">
            <a:extLst>
              <a:ext uri="{FF2B5EF4-FFF2-40B4-BE49-F238E27FC236}">
                <a16:creationId xmlns:a16="http://schemas.microsoft.com/office/drawing/2014/main" id="{A9332BD9-88C1-7E9A-3A24-1815242951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7385" y="1059342"/>
            <a:ext cx="2468242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开放理念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：两种资源和两个市场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/>
            </a:endParaRPr>
          </a:p>
          <a:p>
            <a:pPr marL="0" marR="0" lvl="0" indent="0" algn="ctr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引进来和走出去</a:t>
            </a:r>
          </a:p>
        </p:txBody>
      </p:sp>
      <p:sp>
        <p:nvSpPr>
          <p:cNvPr id="44060" name="Text Box 3">
            <a:extLst>
              <a:ext uri="{FF2B5EF4-FFF2-40B4-BE49-F238E27FC236}">
                <a16:creationId xmlns:a16="http://schemas.microsoft.com/office/drawing/2014/main" id="{50F1315D-E48A-564D-8A3C-A2E5859E1B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0781" y="3209120"/>
            <a:ext cx="1939673" cy="446276"/>
          </a:xfrm>
          <a:prstGeom prst="rect">
            <a:avLst/>
          </a:prstGeom>
          <a:solidFill>
            <a:srgbClr val="0099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企业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A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（商品）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所有：公有（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国有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）和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非公</a:t>
            </a:r>
          </a:p>
        </p:txBody>
      </p:sp>
      <p:sp>
        <p:nvSpPr>
          <p:cNvPr id="44061" name="Text Box 3">
            <a:extLst>
              <a:ext uri="{FF2B5EF4-FFF2-40B4-BE49-F238E27FC236}">
                <a16:creationId xmlns:a16="http://schemas.microsoft.com/office/drawing/2014/main" id="{65F50442-23AD-5C51-7B9C-2EB670E45C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2468" y="4374224"/>
            <a:ext cx="1265763" cy="461665"/>
          </a:xfrm>
          <a:prstGeom prst="rect">
            <a:avLst/>
          </a:prstGeom>
          <a:solidFill>
            <a:srgbClr val="0099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现代化经济体系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高质量发展</a:t>
            </a:r>
          </a:p>
        </p:txBody>
      </p:sp>
      <p:grpSp>
        <p:nvGrpSpPr>
          <p:cNvPr id="44062" name="组合 71">
            <a:extLst>
              <a:ext uri="{FF2B5EF4-FFF2-40B4-BE49-F238E27FC236}">
                <a16:creationId xmlns:a16="http://schemas.microsoft.com/office/drawing/2014/main" id="{16DCEF5F-AAE9-9497-26F6-AA951CF25DDD}"/>
              </a:ext>
            </a:extLst>
          </p:cNvPr>
          <p:cNvGrpSpPr>
            <a:grpSpLocks/>
          </p:cNvGrpSpPr>
          <p:nvPr/>
        </p:nvGrpSpPr>
        <p:grpSpPr bwMode="auto">
          <a:xfrm>
            <a:off x="1209540" y="3761453"/>
            <a:ext cx="3592807" cy="1856307"/>
            <a:chOff x="-1384084" y="683460"/>
            <a:chExt cx="4327147" cy="2969404"/>
          </a:xfrm>
        </p:grpSpPr>
        <p:grpSp>
          <p:nvGrpSpPr>
            <p:cNvPr id="75" name="Group 26">
              <a:extLst>
                <a:ext uri="{FF2B5EF4-FFF2-40B4-BE49-F238E27FC236}">
                  <a16:creationId xmlns:a16="http://schemas.microsoft.com/office/drawing/2014/main" id="{FA7EFC29-28DB-D614-37DE-812326867A27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063028" y="887386"/>
              <a:ext cx="412628" cy="2424316"/>
              <a:chOff x="3424" y="1562"/>
              <a:chExt cx="581" cy="1109"/>
            </a:xfrm>
            <a:solidFill>
              <a:srgbClr val="92D050"/>
            </a:solidFill>
          </p:grpSpPr>
          <p:sp>
            <p:nvSpPr>
              <p:cNvPr id="78" name="Line 27">
                <a:extLst>
                  <a:ext uri="{FF2B5EF4-FFF2-40B4-BE49-F238E27FC236}">
                    <a16:creationId xmlns:a16="http://schemas.microsoft.com/office/drawing/2014/main" id="{260790FA-F95C-C2EF-1ACE-E0278ADF2E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06" y="1562"/>
                <a:ext cx="399" cy="8"/>
              </a:xfrm>
              <a:prstGeom prst="line">
                <a:avLst/>
              </a:prstGeom>
              <a:grp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  <p:sp>
            <p:nvSpPr>
              <p:cNvPr id="79" name="Line 28">
                <a:extLst>
                  <a:ext uri="{FF2B5EF4-FFF2-40B4-BE49-F238E27FC236}">
                    <a16:creationId xmlns:a16="http://schemas.microsoft.com/office/drawing/2014/main" id="{F52153DD-C393-DFF6-8F38-B7BA55753F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79" y="1582"/>
                <a:ext cx="0" cy="1089"/>
              </a:xfrm>
              <a:prstGeom prst="line">
                <a:avLst/>
              </a:prstGeom>
              <a:grp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  <p:sp>
            <p:nvSpPr>
              <p:cNvPr id="80" name="Line 29">
                <a:extLst>
                  <a:ext uri="{FF2B5EF4-FFF2-40B4-BE49-F238E27FC236}">
                    <a16:creationId xmlns:a16="http://schemas.microsoft.com/office/drawing/2014/main" id="{CA492FAC-E40C-A73C-1BBA-45F5C7658E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2659"/>
                <a:ext cx="182" cy="0"/>
              </a:xfrm>
              <a:prstGeom prst="line">
                <a:avLst/>
              </a:prstGeom>
              <a:grp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  <p:sp>
            <p:nvSpPr>
              <p:cNvPr id="8" name="Line 27">
                <a:extLst>
                  <a:ext uri="{FF2B5EF4-FFF2-40B4-BE49-F238E27FC236}">
                    <a16:creationId xmlns:a16="http://schemas.microsoft.com/office/drawing/2014/main" id="{FCC8D144-E4F5-0291-BA5D-A7C6EA0560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47" y="2651"/>
                <a:ext cx="328" cy="8"/>
              </a:xfrm>
              <a:prstGeom prst="line">
                <a:avLst/>
              </a:prstGeom>
              <a:grp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</p:grpSp>
        <p:sp>
          <p:nvSpPr>
            <p:cNvPr id="76" name="Text Box 3">
              <a:extLst>
                <a:ext uri="{FF2B5EF4-FFF2-40B4-BE49-F238E27FC236}">
                  <a16:creationId xmlns:a16="http://schemas.microsoft.com/office/drawing/2014/main" id="{DA7240B7-A932-9662-C691-DC3C55C728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384084" y="683460"/>
              <a:ext cx="2530102" cy="118158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协调：产业结构优化；新型工业化、农业现代化、信息化和城镇化</a:t>
              </a:r>
            </a:p>
          </p:txBody>
        </p:sp>
        <p:sp>
          <p:nvSpPr>
            <p:cNvPr id="77" name="Text Box 3">
              <a:extLst>
                <a:ext uri="{FF2B5EF4-FFF2-40B4-BE49-F238E27FC236}">
                  <a16:creationId xmlns:a16="http://schemas.microsoft.com/office/drawing/2014/main" id="{857FDD87-BCD7-847E-45BC-308A660AC3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7187" y="2725475"/>
              <a:ext cx="1605876" cy="73849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协调：城乡区域协调发展战略</a:t>
              </a:r>
            </a:p>
          </p:txBody>
        </p:sp>
        <p:sp>
          <p:nvSpPr>
            <p:cNvPr id="129" name="Text Box 3">
              <a:extLst>
                <a:ext uri="{FF2B5EF4-FFF2-40B4-BE49-F238E27FC236}">
                  <a16:creationId xmlns:a16="http://schemas.microsoft.com/office/drawing/2014/main" id="{E9801E20-E5CB-7208-4456-758311D3C8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263921" y="2618974"/>
              <a:ext cx="2442163" cy="103389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协调：虚拟经济和实体经济</a:t>
              </a:r>
              <a:endPara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endParaRPr>
            </a:p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大数据、人工智能、人力资源、现代金融</a:t>
              </a:r>
            </a:p>
          </p:txBody>
        </p:sp>
      </p:grpSp>
      <p:grpSp>
        <p:nvGrpSpPr>
          <p:cNvPr id="44063" name="组合 80">
            <a:extLst>
              <a:ext uri="{FF2B5EF4-FFF2-40B4-BE49-F238E27FC236}">
                <a16:creationId xmlns:a16="http://schemas.microsoft.com/office/drawing/2014/main" id="{F2915649-B8BA-0E7A-C3DF-F24FB3314DA1}"/>
              </a:ext>
            </a:extLst>
          </p:cNvPr>
          <p:cNvGrpSpPr>
            <a:grpSpLocks/>
          </p:cNvGrpSpPr>
          <p:nvPr/>
        </p:nvGrpSpPr>
        <p:grpSpPr bwMode="auto">
          <a:xfrm>
            <a:off x="5503941" y="3503605"/>
            <a:ext cx="1020630" cy="276999"/>
            <a:chOff x="4605340" y="3929070"/>
            <a:chExt cx="1360487" cy="368298"/>
          </a:xfrm>
        </p:grpSpPr>
        <p:sp>
          <p:nvSpPr>
            <p:cNvPr id="44146" name="Line 25">
              <a:extLst>
                <a:ext uri="{FF2B5EF4-FFF2-40B4-BE49-F238E27FC236}">
                  <a16:creationId xmlns:a16="http://schemas.microsoft.com/office/drawing/2014/main" id="{9BCE1644-51A6-2DBD-9FEC-7333C0E1AC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5340" y="4214813"/>
              <a:ext cx="2159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47" name="Line 25">
              <a:extLst>
                <a:ext uri="{FF2B5EF4-FFF2-40B4-BE49-F238E27FC236}">
                  <a16:creationId xmlns:a16="http://schemas.microsoft.com/office/drawing/2014/main" id="{C4B74982-DA3C-1189-BC01-8142F20C00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49927" y="4214813"/>
              <a:ext cx="2159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stealth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48" name="Text Box 3">
              <a:extLst>
                <a:ext uri="{FF2B5EF4-FFF2-40B4-BE49-F238E27FC236}">
                  <a16:creationId xmlns:a16="http://schemas.microsoft.com/office/drawing/2014/main" id="{FA918B59-37FA-01E8-6B4E-844957E1F8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4265" y="3929070"/>
              <a:ext cx="695328" cy="368298"/>
            </a:xfrm>
            <a:prstGeom prst="rect">
              <a:avLst/>
            </a:prstGeom>
            <a:solidFill>
              <a:srgbClr val="00CC66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Arial"/>
                </a:rPr>
                <a:t>价格</a:t>
              </a:r>
            </a:p>
          </p:txBody>
        </p:sp>
      </p:grpSp>
      <p:grpSp>
        <p:nvGrpSpPr>
          <p:cNvPr id="44064" name="组合 87">
            <a:extLst>
              <a:ext uri="{FF2B5EF4-FFF2-40B4-BE49-F238E27FC236}">
                <a16:creationId xmlns:a16="http://schemas.microsoft.com/office/drawing/2014/main" id="{8DBDE92A-2FF4-8975-E970-94B6F02C66DF}"/>
              </a:ext>
            </a:extLst>
          </p:cNvPr>
          <p:cNvGrpSpPr>
            <a:grpSpLocks/>
          </p:cNvGrpSpPr>
          <p:nvPr/>
        </p:nvGrpSpPr>
        <p:grpSpPr bwMode="auto">
          <a:xfrm>
            <a:off x="5503941" y="2913137"/>
            <a:ext cx="1020630" cy="461665"/>
            <a:chOff x="4605340" y="3929070"/>
            <a:chExt cx="1360487" cy="615235"/>
          </a:xfrm>
        </p:grpSpPr>
        <p:sp>
          <p:nvSpPr>
            <p:cNvPr id="44143" name="Line 25">
              <a:extLst>
                <a:ext uri="{FF2B5EF4-FFF2-40B4-BE49-F238E27FC236}">
                  <a16:creationId xmlns:a16="http://schemas.microsoft.com/office/drawing/2014/main" id="{FF31EEF0-6943-9EBB-F140-38D328E292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5340" y="4214813"/>
              <a:ext cx="2159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44" name="Line 25">
              <a:extLst>
                <a:ext uri="{FF2B5EF4-FFF2-40B4-BE49-F238E27FC236}">
                  <a16:creationId xmlns:a16="http://schemas.microsoft.com/office/drawing/2014/main" id="{0BC3184A-5349-131B-0FB3-85F2DFEEF1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49927" y="4214813"/>
              <a:ext cx="2159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stealth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45" name="Text Box 3">
              <a:extLst>
                <a:ext uri="{FF2B5EF4-FFF2-40B4-BE49-F238E27FC236}">
                  <a16:creationId xmlns:a16="http://schemas.microsoft.com/office/drawing/2014/main" id="{248D4E2A-E978-5C46-5885-F63C57B3DF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4265" y="3929070"/>
              <a:ext cx="695328" cy="615235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Arial"/>
                </a:rPr>
                <a:t>市场机制</a:t>
              </a:r>
            </a:p>
          </p:txBody>
        </p:sp>
      </p:grpSp>
      <p:sp>
        <p:nvSpPr>
          <p:cNvPr id="44065" name="Line 15">
            <a:extLst>
              <a:ext uri="{FF2B5EF4-FFF2-40B4-BE49-F238E27FC236}">
                <a16:creationId xmlns:a16="http://schemas.microsoft.com/office/drawing/2014/main" id="{05BF62C0-CF23-8BCA-06BF-F794AA9E20A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16635" y="3878205"/>
            <a:ext cx="0" cy="37777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66" name="Line 25">
            <a:extLst>
              <a:ext uri="{FF2B5EF4-FFF2-40B4-BE49-F238E27FC236}">
                <a16:creationId xmlns:a16="http://schemas.microsoft.com/office/drawing/2014/main" id="{20027AC3-0080-2330-F79C-0ED0CD2F5C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45202" y="3446461"/>
            <a:ext cx="16190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grpSp>
        <p:nvGrpSpPr>
          <p:cNvPr id="44067" name="组合 98">
            <a:extLst>
              <a:ext uri="{FF2B5EF4-FFF2-40B4-BE49-F238E27FC236}">
                <a16:creationId xmlns:a16="http://schemas.microsoft.com/office/drawing/2014/main" id="{61A7EC6F-1C0A-5DF5-78D6-E8B358E04C65}"/>
              </a:ext>
            </a:extLst>
          </p:cNvPr>
          <p:cNvGrpSpPr>
            <a:grpSpLocks/>
          </p:cNvGrpSpPr>
          <p:nvPr/>
        </p:nvGrpSpPr>
        <p:grpSpPr bwMode="auto">
          <a:xfrm>
            <a:off x="3680142" y="5520132"/>
            <a:ext cx="4844417" cy="952269"/>
            <a:chOff x="2055695" y="6001358"/>
            <a:chExt cx="6458177" cy="1272202"/>
          </a:xfrm>
        </p:grpSpPr>
        <p:sp>
          <p:nvSpPr>
            <p:cNvPr id="44135" name="Text Box 3">
              <a:extLst>
                <a:ext uri="{FF2B5EF4-FFF2-40B4-BE49-F238E27FC236}">
                  <a16:creationId xmlns:a16="http://schemas.microsoft.com/office/drawing/2014/main" id="{2EC51F4F-AF11-AE62-29DA-7EB9743745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5695" y="6269249"/>
              <a:ext cx="1533117" cy="411181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99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Arial"/>
                </a:rPr>
                <a:t>新发展理念</a:t>
              </a:r>
            </a:p>
          </p:txBody>
        </p:sp>
        <p:sp>
          <p:nvSpPr>
            <p:cNvPr id="44136" name="Text Box 3">
              <a:extLst>
                <a:ext uri="{FF2B5EF4-FFF2-40B4-BE49-F238E27FC236}">
                  <a16:creationId xmlns:a16="http://schemas.microsoft.com/office/drawing/2014/main" id="{DD3AA6B5-FE30-A499-6207-462BA0E7DC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7295" y="6286728"/>
              <a:ext cx="2148791" cy="986832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Arial"/>
                </a:rPr>
                <a:t>宏调：</a:t>
              </a: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Arial"/>
                </a:rPr>
                <a:t>经济增长、就业、物价稳定、国际收支平衡</a:t>
              </a:r>
              <a:endPara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endParaRPr>
            </a:p>
          </p:txBody>
        </p:sp>
        <p:sp>
          <p:nvSpPr>
            <p:cNvPr id="44137" name="Text Box 3">
              <a:extLst>
                <a:ext uri="{FF2B5EF4-FFF2-40B4-BE49-F238E27FC236}">
                  <a16:creationId xmlns:a16="http://schemas.microsoft.com/office/drawing/2014/main" id="{BBE339AE-B81B-9FFE-A983-5B3BAFA835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96924" y="6269267"/>
              <a:ext cx="1916948" cy="411181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Arial"/>
                </a:rPr>
                <a:t>财政和货币政策</a:t>
              </a: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endParaRPr>
            </a:p>
          </p:txBody>
        </p:sp>
        <p:grpSp>
          <p:nvGrpSpPr>
            <p:cNvPr id="44138" name="Group 16">
              <a:extLst>
                <a:ext uri="{FF2B5EF4-FFF2-40B4-BE49-F238E27FC236}">
                  <a16:creationId xmlns:a16="http://schemas.microsoft.com/office/drawing/2014/main" id="{2142CADF-99A8-EE81-3890-D9845E92C45F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 flipH="1" flipV="1">
              <a:off x="5128199" y="4313450"/>
              <a:ext cx="119856" cy="3810000"/>
              <a:chOff x="3424" y="1570"/>
              <a:chExt cx="182" cy="1089"/>
            </a:xfrm>
          </p:grpSpPr>
          <p:sp>
            <p:nvSpPr>
              <p:cNvPr id="44140" name="Line 17">
                <a:extLst>
                  <a:ext uri="{FF2B5EF4-FFF2-40B4-BE49-F238E27FC236}">
                    <a16:creationId xmlns:a16="http://schemas.microsoft.com/office/drawing/2014/main" id="{5ABEA452-6E86-EAD4-ABF5-E4C6563B6C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1570"/>
                <a:ext cx="18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  <p:sp>
            <p:nvSpPr>
              <p:cNvPr id="44141" name="Line 18">
                <a:extLst>
                  <a:ext uri="{FF2B5EF4-FFF2-40B4-BE49-F238E27FC236}">
                    <a16:creationId xmlns:a16="http://schemas.microsoft.com/office/drawing/2014/main" id="{AC5E0B88-162B-4F31-3B5F-8412B35330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1570"/>
                <a:ext cx="0" cy="1089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  <p:sp>
            <p:nvSpPr>
              <p:cNvPr id="44142" name="Line 19">
                <a:extLst>
                  <a:ext uri="{FF2B5EF4-FFF2-40B4-BE49-F238E27FC236}">
                    <a16:creationId xmlns:a16="http://schemas.microsoft.com/office/drawing/2014/main" id="{3D419DE6-3FB8-E6F7-C8FF-0F5385B0D8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2659"/>
                <a:ext cx="18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</p:grpSp>
        <p:sp>
          <p:nvSpPr>
            <p:cNvPr id="44139" name="Line 20">
              <a:extLst>
                <a:ext uri="{FF2B5EF4-FFF2-40B4-BE49-F238E27FC236}">
                  <a16:creationId xmlns:a16="http://schemas.microsoft.com/office/drawing/2014/main" id="{0610B239-5100-CBF8-E529-1015B183505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 flipH="1" flipV="1">
              <a:off x="5013376" y="6079940"/>
              <a:ext cx="157163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44068" name="Line 25">
            <a:extLst>
              <a:ext uri="{FF2B5EF4-FFF2-40B4-BE49-F238E27FC236}">
                <a16:creationId xmlns:a16="http://schemas.microsoft.com/office/drawing/2014/main" id="{43B06354-3C2A-FDCA-0D6B-03C2ED4CC06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99173" y="2749640"/>
            <a:ext cx="333333" cy="204762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grpSp>
        <p:nvGrpSpPr>
          <p:cNvPr id="44069" name="Group 57">
            <a:extLst>
              <a:ext uri="{FF2B5EF4-FFF2-40B4-BE49-F238E27FC236}">
                <a16:creationId xmlns:a16="http://schemas.microsoft.com/office/drawing/2014/main" id="{5F087883-45B1-6D20-4EF9-A9DADEAF61B2}"/>
              </a:ext>
            </a:extLst>
          </p:cNvPr>
          <p:cNvGrpSpPr>
            <a:grpSpLocks/>
          </p:cNvGrpSpPr>
          <p:nvPr/>
        </p:nvGrpSpPr>
        <p:grpSpPr bwMode="auto">
          <a:xfrm>
            <a:off x="8130930" y="4951740"/>
            <a:ext cx="85715" cy="571426"/>
            <a:chOff x="0" y="0"/>
            <a:chExt cx="182" cy="1089"/>
          </a:xfrm>
        </p:grpSpPr>
        <p:sp>
          <p:nvSpPr>
            <p:cNvPr id="44132" name="Line 27">
              <a:extLst>
                <a:ext uri="{FF2B5EF4-FFF2-40B4-BE49-F238E27FC236}">
                  <a16:creationId xmlns:a16="http://schemas.microsoft.com/office/drawing/2014/main" id="{A8EAC78F-949B-6327-0DF7-281422670B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33" name="Line 28">
              <a:extLst>
                <a:ext uri="{FF2B5EF4-FFF2-40B4-BE49-F238E27FC236}">
                  <a16:creationId xmlns:a16="http://schemas.microsoft.com/office/drawing/2014/main" id="{AB2BED0B-2832-9656-5017-B2811CF361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108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34" name="Line 29">
              <a:extLst>
                <a:ext uri="{FF2B5EF4-FFF2-40B4-BE49-F238E27FC236}">
                  <a16:creationId xmlns:a16="http://schemas.microsoft.com/office/drawing/2014/main" id="{F0A702A0-0DDE-5D99-51E0-ABFE1B3913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089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44070" name="Line 25">
            <a:extLst>
              <a:ext uri="{FF2B5EF4-FFF2-40B4-BE49-F238E27FC236}">
                <a16:creationId xmlns:a16="http://schemas.microsoft.com/office/drawing/2014/main" id="{5A0B02A2-1BDF-2501-FA97-E5CC1D4EAE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13470" y="5250151"/>
            <a:ext cx="120634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71" name="Text Box 3">
            <a:extLst>
              <a:ext uri="{FF2B5EF4-FFF2-40B4-BE49-F238E27FC236}">
                <a16:creationId xmlns:a16="http://schemas.microsoft.com/office/drawing/2014/main" id="{A6694E49-1F26-C978-F0D7-04DC4BDC5B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3788" y="4729519"/>
            <a:ext cx="853965" cy="261610"/>
          </a:xfrm>
          <a:prstGeom prst="rect">
            <a:avLst/>
          </a:prstGeom>
          <a:solidFill>
            <a:srgbClr val="0099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企业投资</a:t>
            </a: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B</a:t>
            </a:r>
            <a:endParaRPr kumimoji="0" lang="zh-CN" altLang="en-US" sz="11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</p:txBody>
      </p:sp>
      <p:sp>
        <p:nvSpPr>
          <p:cNvPr id="44072" name="Text Box 3">
            <a:extLst>
              <a:ext uri="{FF2B5EF4-FFF2-40B4-BE49-F238E27FC236}">
                <a16:creationId xmlns:a16="http://schemas.microsoft.com/office/drawing/2014/main" id="{DF3A601E-6D21-53D9-9942-6637EE5BF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3788" y="5294595"/>
            <a:ext cx="576188" cy="338554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政府财政投资</a:t>
            </a:r>
          </a:p>
        </p:txBody>
      </p:sp>
      <p:sp>
        <p:nvSpPr>
          <p:cNvPr id="44073" name="Line 25">
            <a:extLst>
              <a:ext uri="{FF2B5EF4-FFF2-40B4-BE49-F238E27FC236}">
                <a16:creationId xmlns:a16="http://schemas.microsoft.com/office/drawing/2014/main" id="{DC4CD851-A4BD-CC94-BC5F-D26848914A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30929" y="1746470"/>
            <a:ext cx="879361" cy="793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117" name="Text Box 3">
            <a:extLst>
              <a:ext uri="{FF2B5EF4-FFF2-40B4-BE49-F238E27FC236}">
                <a16:creationId xmlns:a16="http://schemas.microsoft.com/office/drawing/2014/main" id="{0B135505-4553-FF0C-BD34-05B818B0C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5472" y="1572212"/>
            <a:ext cx="922217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全球化</a:t>
            </a:r>
          </a:p>
        </p:txBody>
      </p:sp>
      <p:sp>
        <p:nvSpPr>
          <p:cNvPr id="44075" name="Line 25">
            <a:extLst>
              <a:ext uri="{FF2B5EF4-FFF2-40B4-BE49-F238E27FC236}">
                <a16:creationId xmlns:a16="http://schemas.microsoft.com/office/drawing/2014/main" id="{09E220F4-EA2D-3154-99FD-DBAC9D19751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24570" y="1754408"/>
            <a:ext cx="909520" cy="15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76" name="Text Box 3">
            <a:extLst>
              <a:ext uri="{FF2B5EF4-FFF2-40B4-BE49-F238E27FC236}">
                <a16:creationId xmlns:a16="http://schemas.microsoft.com/office/drawing/2014/main" id="{91A95F2D-69AF-FA3A-DB7D-B13ADA155B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67411" y="1642201"/>
            <a:ext cx="1555548" cy="307777"/>
          </a:xfrm>
          <a:prstGeom prst="rect">
            <a:avLst/>
          </a:prstGeom>
          <a:solidFill>
            <a:srgbClr val="0099FF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对外经济竞争力</a:t>
            </a:r>
          </a:p>
        </p:txBody>
      </p:sp>
      <p:sp>
        <p:nvSpPr>
          <p:cNvPr id="44077" name="Line 15">
            <a:extLst>
              <a:ext uri="{FF2B5EF4-FFF2-40B4-BE49-F238E27FC236}">
                <a16:creationId xmlns:a16="http://schemas.microsoft.com/office/drawing/2014/main" id="{86E54B59-25B5-69D5-F9B7-C824660739A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42033" y="2079803"/>
            <a:ext cx="0" cy="37777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78" name="Text Box 3">
            <a:extLst>
              <a:ext uri="{FF2B5EF4-FFF2-40B4-BE49-F238E27FC236}">
                <a16:creationId xmlns:a16="http://schemas.microsoft.com/office/drawing/2014/main" id="{5F17EFE6-2CE3-F280-AFAD-6E2C185A6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7437" y="1984562"/>
            <a:ext cx="1765816" cy="461665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全球治理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：参与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WTO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等规则制定和修改</a:t>
            </a:r>
          </a:p>
        </p:txBody>
      </p:sp>
      <p:sp>
        <p:nvSpPr>
          <p:cNvPr id="94" name="Text Box 6">
            <a:extLst>
              <a:ext uri="{FF2B5EF4-FFF2-40B4-BE49-F238E27FC236}">
                <a16:creationId xmlns:a16="http://schemas.microsoft.com/office/drawing/2014/main" id="{44CC273B-EB2E-5D61-DBB8-276A0C19C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456" y="2463926"/>
            <a:ext cx="400110" cy="59047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eaVert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91431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黑体" pitchFamily="49" charset="-122"/>
                <a:cs typeface="Arial"/>
              </a:rPr>
              <a:t>质量</a:t>
            </a:r>
          </a:p>
        </p:txBody>
      </p:sp>
      <p:sp>
        <p:nvSpPr>
          <p:cNvPr id="96" name="Text Box 6">
            <a:extLst>
              <a:ext uri="{FF2B5EF4-FFF2-40B4-BE49-F238E27FC236}">
                <a16:creationId xmlns:a16="http://schemas.microsoft.com/office/drawing/2014/main" id="{1DD8B57B-5F38-5AA3-E302-1A5B27BD8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3994" y="2463926"/>
            <a:ext cx="400110" cy="59047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eaVert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91431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黑体" pitchFamily="49" charset="-122"/>
                <a:cs typeface="Arial"/>
              </a:rPr>
              <a:t>成本</a:t>
            </a:r>
          </a:p>
        </p:txBody>
      </p:sp>
      <p:sp>
        <p:nvSpPr>
          <p:cNvPr id="97" name="Line 30">
            <a:extLst>
              <a:ext uri="{FF2B5EF4-FFF2-40B4-BE49-F238E27FC236}">
                <a16:creationId xmlns:a16="http://schemas.microsoft.com/office/drawing/2014/main" id="{85527326-8B1A-3D99-048E-FFF553079721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5936" y="2903570"/>
            <a:ext cx="1016809" cy="3840"/>
          </a:xfrm>
          <a:prstGeom prst="line">
            <a:avLst/>
          </a:prstGeom>
          <a:noFill/>
          <a:ln w="25400">
            <a:solidFill>
              <a:srgbClr val="7A05FB"/>
            </a:solidFill>
            <a:round/>
            <a:headEnd/>
            <a:tailEnd type="triangle" w="med" len="med"/>
          </a:ln>
          <a:scene3d>
            <a:camera prst="orthographicFront"/>
            <a:lightRig rig="threePt" dir="t"/>
          </a:scene3d>
          <a:sp3d extrusionH="76200">
            <a:extrusionClr>
              <a:srgbClr val="0000FF"/>
            </a:extrusionClr>
          </a:sp3d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85" name="Line 15">
            <a:extLst>
              <a:ext uri="{FF2B5EF4-FFF2-40B4-BE49-F238E27FC236}">
                <a16:creationId xmlns:a16="http://schemas.microsoft.com/office/drawing/2014/main" id="{0D8F78B5-038C-EED3-675B-2CE225D7A2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11883" y="1714724"/>
            <a:ext cx="0" cy="37777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86" name="Text Box 3">
            <a:extLst>
              <a:ext uri="{FF2B5EF4-FFF2-40B4-BE49-F238E27FC236}">
                <a16:creationId xmlns:a16="http://schemas.microsoft.com/office/drawing/2014/main" id="{06D2051E-D37C-56CD-4923-E19E9AE21C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0141" y="1654407"/>
            <a:ext cx="942853" cy="276999"/>
          </a:xfrm>
          <a:prstGeom prst="rect">
            <a:avLst/>
          </a:prstGeom>
          <a:solidFill>
            <a:srgbClr val="0099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生产要素</a:t>
            </a:r>
          </a:p>
        </p:txBody>
      </p:sp>
      <p:sp>
        <p:nvSpPr>
          <p:cNvPr id="44087" name="Line 15">
            <a:extLst>
              <a:ext uri="{FF2B5EF4-FFF2-40B4-BE49-F238E27FC236}">
                <a16:creationId xmlns:a16="http://schemas.microsoft.com/office/drawing/2014/main" id="{B39673F1-6EB8-28BA-C661-04A30E9FEA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97599" y="2089326"/>
            <a:ext cx="0" cy="37777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88" name="Text Box 3">
            <a:extLst>
              <a:ext uri="{FF2B5EF4-FFF2-40B4-BE49-F238E27FC236}">
                <a16:creationId xmlns:a16="http://schemas.microsoft.com/office/drawing/2014/main" id="{71FC4995-32DD-8C14-4BA6-322CC69417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6958" y="4576343"/>
            <a:ext cx="1464126" cy="461665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市场规则、秩序：质量、安全、产权</a:t>
            </a:r>
          </a:p>
        </p:txBody>
      </p:sp>
      <p:sp>
        <p:nvSpPr>
          <p:cNvPr id="128" name="Text Box 3">
            <a:extLst>
              <a:ext uri="{FF2B5EF4-FFF2-40B4-BE49-F238E27FC236}">
                <a16:creationId xmlns:a16="http://schemas.microsoft.com/office/drawing/2014/main" id="{36B808E5-581F-1442-ACF3-BC7CAB277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5529" y="3902360"/>
            <a:ext cx="3111413" cy="461665"/>
          </a:xfrm>
          <a:prstGeom prst="rect">
            <a:avLst/>
          </a:prstGeom>
          <a:solidFill>
            <a:srgbClr val="FFFF00"/>
          </a:solidFill>
          <a:ln w="9525">
            <a:solidFill>
              <a:srgbClr val="00B0F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7A05FB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供给侧和需求侧：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不平衡不充分与美好生活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/>
            </a:endParaRPr>
          </a:p>
          <a:p>
            <a:pPr marL="0" marR="0" lvl="0" indent="0" algn="ctr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00FF00"/>
                </a:highlight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质、量、速</a:t>
            </a:r>
          </a:p>
        </p:txBody>
      </p:sp>
      <p:sp>
        <p:nvSpPr>
          <p:cNvPr id="44090" name="Text Box 3">
            <a:extLst>
              <a:ext uri="{FF2B5EF4-FFF2-40B4-BE49-F238E27FC236}">
                <a16:creationId xmlns:a16="http://schemas.microsoft.com/office/drawing/2014/main" id="{91FD73C6-891B-55AC-4613-5B5DDE3E7F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9957" y="2596383"/>
            <a:ext cx="321417" cy="1384995"/>
          </a:xfrm>
          <a:prstGeom prst="rect">
            <a:avLst/>
          </a:prstGeom>
          <a:solidFill>
            <a:srgbClr val="FFC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共享：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rgbClr val="0099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收入分配</a:t>
            </a:r>
          </a:p>
        </p:txBody>
      </p:sp>
      <p:sp>
        <p:nvSpPr>
          <p:cNvPr id="44092" name="Text Box 3">
            <a:extLst>
              <a:ext uri="{FF2B5EF4-FFF2-40B4-BE49-F238E27FC236}">
                <a16:creationId xmlns:a16="http://schemas.microsoft.com/office/drawing/2014/main" id="{03A9F7B1-D221-5F76-5755-E14E7D1D80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7412" y="1468694"/>
            <a:ext cx="300000" cy="646331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外循环</a:t>
            </a:r>
          </a:p>
        </p:txBody>
      </p:sp>
      <p:grpSp>
        <p:nvGrpSpPr>
          <p:cNvPr id="44093" name="Group 2">
            <a:extLst>
              <a:ext uri="{FF2B5EF4-FFF2-40B4-BE49-F238E27FC236}">
                <a16:creationId xmlns:a16="http://schemas.microsoft.com/office/drawing/2014/main" id="{0CE21F14-B93E-6354-FD2E-CBDF5CFBAFF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195986" y="1455996"/>
            <a:ext cx="126984" cy="723806"/>
            <a:chOff x="0" y="0"/>
            <a:chExt cx="182" cy="1089"/>
          </a:xfrm>
        </p:grpSpPr>
        <p:sp>
          <p:nvSpPr>
            <p:cNvPr id="44129" name="Line 27">
              <a:extLst>
                <a:ext uri="{FF2B5EF4-FFF2-40B4-BE49-F238E27FC236}">
                  <a16:creationId xmlns:a16="http://schemas.microsoft.com/office/drawing/2014/main" id="{CEF527C3-139E-AB7E-8099-09F0915ACA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30" name="Line 28">
              <a:extLst>
                <a:ext uri="{FF2B5EF4-FFF2-40B4-BE49-F238E27FC236}">
                  <a16:creationId xmlns:a16="http://schemas.microsoft.com/office/drawing/2014/main" id="{5F8C9A96-40AC-BAD6-8082-9B089BF70A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108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31" name="Line 29">
              <a:extLst>
                <a:ext uri="{FF2B5EF4-FFF2-40B4-BE49-F238E27FC236}">
                  <a16:creationId xmlns:a16="http://schemas.microsoft.com/office/drawing/2014/main" id="{C83256F5-E221-9DB9-27C6-884FCF0CAA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089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44094" name="Line 25">
            <a:extLst>
              <a:ext uri="{FF2B5EF4-FFF2-40B4-BE49-F238E27FC236}">
                <a16:creationId xmlns:a16="http://schemas.microsoft.com/office/drawing/2014/main" id="{2F362B32-6BD5-7A7A-79CF-5E7ED666AF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340430" y="1848056"/>
            <a:ext cx="119047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grpSp>
        <p:nvGrpSpPr>
          <p:cNvPr id="44095" name="Group 21">
            <a:extLst>
              <a:ext uri="{FF2B5EF4-FFF2-40B4-BE49-F238E27FC236}">
                <a16:creationId xmlns:a16="http://schemas.microsoft.com/office/drawing/2014/main" id="{ABABCD24-BAFF-59BB-7DA4-58DF5E66ED3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767410" y="2033772"/>
            <a:ext cx="88888" cy="2826969"/>
            <a:chOff x="3424" y="1570"/>
            <a:chExt cx="182" cy="1089"/>
          </a:xfrm>
        </p:grpSpPr>
        <p:sp>
          <p:nvSpPr>
            <p:cNvPr id="44126" name="Line 22">
              <a:extLst>
                <a:ext uri="{FF2B5EF4-FFF2-40B4-BE49-F238E27FC236}">
                  <a16:creationId xmlns:a16="http://schemas.microsoft.com/office/drawing/2014/main" id="{0071B5C7-F05A-281F-560F-40B972FF5F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1570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27" name="Line 23">
              <a:extLst>
                <a:ext uri="{FF2B5EF4-FFF2-40B4-BE49-F238E27FC236}">
                  <a16:creationId xmlns:a16="http://schemas.microsoft.com/office/drawing/2014/main" id="{714463B1-180A-0202-E1CB-631F323DB6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1570"/>
              <a:ext cx="0" cy="108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28" name="Line 24">
              <a:extLst>
                <a:ext uri="{FF2B5EF4-FFF2-40B4-BE49-F238E27FC236}">
                  <a16:creationId xmlns:a16="http://schemas.microsoft.com/office/drawing/2014/main" id="{92F07945-0A0C-2DD7-4D28-8DF930BC81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2659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44096" name="Text Box 3">
            <a:extLst>
              <a:ext uri="{FF2B5EF4-FFF2-40B4-BE49-F238E27FC236}">
                <a16:creationId xmlns:a16="http://schemas.microsoft.com/office/drawing/2014/main" id="{AE072D19-692B-FC9C-6B54-EBE461B19F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3810" y="2516960"/>
            <a:ext cx="399998" cy="2062103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双循环新发展格局</a:t>
            </a:r>
          </a:p>
        </p:txBody>
      </p:sp>
      <p:sp>
        <p:nvSpPr>
          <p:cNvPr id="44097" name="Line 25">
            <a:extLst>
              <a:ext uri="{FF2B5EF4-FFF2-40B4-BE49-F238E27FC236}">
                <a16:creationId xmlns:a16="http://schemas.microsoft.com/office/drawing/2014/main" id="{49EA9668-A0DA-8C61-9849-359629F68A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30112" y="4660885"/>
            <a:ext cx="302291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98" name="Text Box 3">
            <a:extLst>
              <a:ext uri="{FF2B5EF4-FFF2-40B4-BE49-F238E27FC236}">
                <a16:creationId xmlns:a16="http://schemas.microsoft.com/office/drawing/2014/main" id="{80A19A6F-109C-BAC3-1210-B50DFCBC51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3187" y="212750"/>
            <a:ext cx="4428549" cy="646331"/>
          </a:xfrm>
          <a:prstGeom prst="rect">
            <a:avLst/>
          </a:prstGeom>
          <a:solidFill>
            <a:srgbClr val="00B05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经济与社会效益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</p:txBody>
      </p:sp>
      <p:sp>
        <p:nvSpPr>
          <p:cNvPr id="44099" name="Text Box 3">
            <a:extLst>
              <a:ext uri="{FF2B5EF4-FFF2-40B4-BE49-F238E27FC236}">
                <a16:creationId xmlns:a16="http://schemas.microsoft.com/office/drawing/2014/main" id="{C038D77A-11CD-F795-6E0A-16A8E10BA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8078" y="1970280"/>
            <a:ext cx="1057137" cy="276999"/>
          </a:xfrm>
          <a:prstGeom prst="rect">
            <a:avLst/>
          </a:prstGeom>
          <a:solidFill>
            <a:srgbClr val="92D05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劳动生产率</a:t>
            </a:r>
          </a:p>
        </p:txBody>
      </p:sp>
      <p:sp>
        <p:nvSpPr>
          <p:cNvPr id="44100" name="Text Box 3">
            <a:extLst>
              <a:ext uri="{FF2B5EF4-FFF2-40B4-BE49-F238E27FC236}">
                <a16:creationId xmlns:a16="http://schemas.microsoft.com/office/drawing/2014/main" id="{3F0D3991-ADA1-D6BB-A089-037880DF7A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8230" y="1630597"/>
            <a:ext cx="214284" cy="830997"/>
          </a:xfrm>
          <a:prstGeom prst="rect">
            <a:avLst/>
          </a:prstGeom>
          <a:solidFill>
            <a:srgbClr val="92D05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自主创新</a:t>
            </a:r>
          </a:p>
        </p:txBody>
      </p:sp>
      <p:sp>
        <p:nvSpPr>
          <p:cNvPr id="145" name="Text Box 3">
            <a:extLst>
              <a:ext uri="{FF2B5EF4-FFF2-40B4-BE49-F238E27FC236}">
                <a16:creationId xmlns:a16="http://schemas.microsoft.com/office/drawing/2014/main" id="{639BC1E4-851C-C900-E104-3AFF6F1091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467" y="3494785"/>
            <a:ext cx="758714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以人民为中心</a:t>
            </a:r>
          </a:p>
        </p:txBody>
      </p:sp>
      <p:sp>
        <p:nvSpPr>
          <p:cNvPr id="146" name="Text Box 3">
            <a:extLst>
              <a:ext uri="{FF2B5EF4-FFF2-40B4-BE49-F238E27FC236}">
                <a16:creationId xmlns:a16="http://schemas.microsoft.com/office/drawing/2014/main" id="{C248E243-1FF5-A932-F64B-A7220A09A4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6808" y="2932179"/>
            <a:ext cx="898409" cy="27699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竞争优势</a:t>
            </a: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F02DC12F-53AB-7FA9-056A-44C2A1C8BC0C}"/>
                  </a:ext>
                </a:extLst>
              </p14:cNvPr>
              <p14:cNvContentPartPr/>
              <p14:nvPr/>
            </p14:nvContentPartPr>
            <p14:xfrm>
              <a:off x="5486050" y="5748484"/>
              <a:ext cx="11160" cy="36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F02DC12F-53AB-7FA9-056A-44C2A1C8BC0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68050" y="5640484"/>
                <a:ext cx="468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31787B36-F3C5-85B5-6813-554AA7250BEB}"/>
                  </a:ext>
                </a:extLst>
              </p14:cNvPr>
              <p14:cNvContentPartPr/>
              <p14:nvPr/>
            </p14:nvContentPartPr>
            <p14:xfrm>
              <a:off x="5790930" y="4245320"/>
              <a:ext cx="360" cy="360"/>
            </p14:xfrm>
          </p:contentPart>
        </mc:Choice>
        <mc:Fallback xmlns=""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31787B36-F3C5-85B5-6813-554AA7250BE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72930" y="4137320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B6E8A0FA-C0E4-05B0-96CF-DF9258829558}"/>
                  </a:ext>
                </a:extLst>
              </p14:cNvPr>
              <p14:cNvContentPartPr/>
              <p14:nvPr/>
            </p14:nvContentPartPr>
            <p14:xfrm>
              <a:off x="5444296" y="3142064"/>
              <a:ext cx="360" cy="360"/>
            </p14:xfrm>
          </p:contentPart>
        </mc:Choice>
        <mc:Fallback xmlns=""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B6E8A0FA-C0E4-05B0-96CF-DF925882955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26296" y="3034064"/>
                <a:ext cx="36000" cy="21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4106" name="组合 22">
            <a:extLst>
              <a:ext uri="{FF2B5EF4-FFF2-40B4-BE49-F238E27FC236}">
                <a16:creationId xmlns:a16="http://schemas.microsoft.com/office/drawing/2014/main" id="{740D31AB-8FBC-6446-CDEE-B2E8CE5911DE}"/>
              </a:ext>
            </a:extLst>
          </p:cNvPr>
          <p:cNvGrpSpPr>
            <a:grpSpLocks/>
          </p:cNvGrpSpPr>
          <p:nvPr/>
        </p:nvGrpSpPr>
        <p:grpSpPr bwMode="auto">
          <a:xfrm>
            <a:off x="5759494" y="5727402"/>
            <a:ext cx="95238" cy="125397"/>
            <a:chOff x="5759570" y="5727906"/>
            <a:chExt cx="95040" cy="12600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C7441B6F-4703-51AA-EE05-FB90EBECA8F7}"/>
                    </a:ext>
                  </a:extLst>
                </p14:cNvPr>
                <p14:cNvContentPartPr/>
                <p14:nvPr/>
              </p14:nvContentPartPr>
              <p14:xfrm>
                <a:off x="5843450" y="5727906"/>
                <a:ext cx="360" cy="360"/>
              </p14:xfrm>
            </p:contentPart>
          </mc:Choice>
          <mc:Fallback xmlns=""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C7441B6F-4703-51AA-EE05-FB90EBECA8F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825450" y="561990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1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9F09363C-CC35-22C5-4450-29F540FD6B7B}"/>
                    </a:ext>
                  </a:extLst>
                </p14:cNvPr>
                <p14:cNvContentPartPr/>
                <p14:nvPr/>
              </p14:nvContentPartPr>
              <p14:xfrm>
                <a:off x="5832650" y="5801346"/>
                <a:ext cx="360" cy="360"/>
              </p14:xfrm>
            </p:contentPart>
          </mc:Choice>
          <mc:Fallback xmlns=""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9F09363C-CC35-22C5-4450-29F540FD6B7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814650" y="569334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4189326D-A262-C44C-A509-AB8D4DAF5277}"/>
                    </a:ext>
                  </a:extLst>
                </p14:cNvPr>
                <p14:cNvContentPartPr/>
                <p14:nvPr/>
              </p14:nvContentPartPr>
              <p14:xfrm>
                <a:off x="5822570" y="5769666"/>
                <a:ext cx="360" cy="360"/>
              </p14:xfrm>
            </p:contentPart>
          </mc:Choice>
          <mc:Fallback xmlns=""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4189326D-A262-C44C-A509-AB8D4DAF527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804570" y="566166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5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88695C3A-F7DE-C026-09E1-0DC9497A2915}"/>
                    </a:ext>
                  </a:extLst>
                </p14:cNvPr>
                <p14:cNvContentPartPr/>
                <p14:nvPr/>
              </p14:nvContentPartPr>
              <p14:xfrm>
                <a:off x="5811770" y="5853546"/>
                <a:ext cx="360" cy="360"/>
              </p14:xfrm>
            </p:contentPart>
          </mc:Choice>
          <mc:Fallback xmlns=""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88695C3A-F7DE-C026-09E1-0DC9497A291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793770" y="574554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7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D9DC81A2-7B99-9BAB-DF19-D04BA2F14AB0}"/>
                    </a:ext>
                  </a:extLst>
                </p14:cNvPr>
                <p14:cNvContentPartPr/>
                <p14:nvPr/>
              </p14:nvContentPartPr>
              <p14:xfrm>
                <a:off x="5811770" y="5853546"/>
                <a:ext cx="360" cy="360"/>
              </p14:xfrm>
            </p:contentPart>
          </mc:Choice>
          <mc:Fallback xmlns=""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D9DC81A2-7B99-9BAB-DF19-D04BA2F14AB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793770" y="574554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AAC67A23-669E-1C90-17CB-D6E950649D07}"/>
                    </a:ext>
                  </a:extLst>
                </p14:cNvPr>
                <p14:cNvContentPartPr/>
                <p14:nvPr/>
              </p14:nvContentPartPr>
              <p14:xfrm>
                <a:off x="5759570" y="5822226"/>
                <a:ext cx="360" cy="360"/>
              </p14:xfrm>
            </p:contentPart>
          </mc:Choice>
          <mc:Fallback xmlns=""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AAC67A23-669E-1C90-17CB-D6E950649D0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741570" y="571422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0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57D4E5C8-5F68-95B6-1576-4BD30AE3D288}"/>
                    </a:ext>
                  </a:extLst>
                </p14:cNvPr>
                <p14:cNvContentPartPr/>
                <p14:nvPr/>
              </p14:nvContentPartPr>
              <p14:xfrm>
                <a:off x="5759570" y="5822226"/>
                <a:ext cx="360" cy="360"/>
              </p14:xfrm>
            </p:contentPart>
          </mc:Choice>
          <mc:Fallback xmlns=""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57D4E5C8-5F68-95B6-1576-4BD30AE3D2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741570" y="571422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1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22B98472-CE16-47AD-9EA6-C733259D1747}"/>
                    </a:ext>
                  </a:extLst>
                </p14:cNvPr>
                <p14:cNvContentPartPr/>
                <p14:nvPr/>
              </p14:nvContentPartPr>
              <p14:xfrm>
                <a:off x="5854250" y="5780466"/>
                <a:ext cx="360" cy="360"/>
              </p14:xfrm>
            </p:contentPart>
          </mc:Choice>
          <mc:Fallback xmlns=""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22B98472-CE16-47AD-9EA6-C733259D174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836250" y="567246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107" name="组合 21">
            <a:extLst>
              <a:ext uri="{FF2B5EF4-FFF2-40B4-BE49-F238E27FC236}">
                <a16:creationId xmlns:a16="http://schemas.microsoft.com/office/drawing/2014/main" id="{D87618B8-BD61-4454-0CBE-F5476ECBF7AC}"/>
              </a:ext>
            </a:extLst>
          </p:cNvPr>
          <p:cNvGrpSpPr>
            <a:grpSpLocks/>
          </p:cNvGrpSpPr>
          <p:nvPr/>
        </p:nvGrpSpPr>
        <p:grpSpPr bwMode="auto">
          <a:xfrm>
            <a:off x="6159494" y="5779782"/>
            <a:ext cx="9525" cy="0"/>
            <a:chOff x="6158810" y="5780466"/>
            <a:chExt cx="10800" cy="3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3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2265B97B-0847-4141-AE69-F30476177D40}"/>
                    </a:ext>
                  </a:extLst>
                </p14:cNvPr>
                <p14:cNvContentPartPr/>
                <p14:nvPr/>
              </p14:nvContentPartPr>
              <p14:xfrm>
                <a:off x="6158810" y="5780466"/>
                <a:ext cx="360" cy="360"/>
              </p14:xfrm>
            </p:contentPart>
          </mc:Choice>
          <mc:Fallback xmlns=""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2265B97B-0847-4141-AE69-F30476177D4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140810" y="567246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5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A017F50B-4A48-89AB-49FD-1EC9E4D5AB68}"/>
                    </a:ext>
                  </a:extLst>
                </p14:cNvPr>
                <p14:cNvContentPartPr/>
                <p14:nvPr/>
              </p14:nvContentPartPr>
              <p14:xfrm>
                <a:off x="6169250" y="5780466"/>
                <a:ext cx="360" cy="360"/>
              </p14:xfrm>
            </p:contentPart>
          </mc:Choice>
          <mc:Fallback xmlns=""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A017F50B-4A48-89AB-49FD-1EC9E4D5AB6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151250" y="567246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7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9BD2DBDC-46BC-4AB8-C7FE-31B9CD8DF02C}"/>
                    </a:ext>
                  </a:extLst>
                </p14:cNvPr>
                <p14:cNvContentPartPr/>
                <p14:nvPr/>
              </p14:nvContentPartPr>
              <p14:xfrm>
                <a:off x="6169250" y="5780466"/>
                <a:ext cx="360" cy="360"/>
              </p14:xfrm>
            </p:contentPart>
          </mc:Choice>
          <mc:Fallback xmlns=""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9BD2DBDC-46BC-4AB8-C7FE-31B9CD8DF02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151250" y="567246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8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5A614E52-DF78-447C-591F-9F12F9BD463B}"/>
                  </a:ext>
                </a:extLst>
              </p14:cNvPr>
              <p14:cNvContentPartPr/>
              <p14:nvPr/>
            </p14:nvContentPartPr>
            <p14:xfrm>
              <a:off x="7755914" y="5790239"/>
              <a:ext cx="360" cy="360"/>
            </p14:xfrm>
          </p:contentPart>
        </mc:Choice>
        <mc:Fallback xmlns=""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5A614E52-DF78-447C-591F-9F12F9BD463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737914" y="5682239"/>
                <a:ext cx="36000" cy="21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4109" name="组合 27">
            <a:extLst>
              <a:ext uri="{FF2B5EF4-FFF2-40B4-BE49-F238E27FC236}">
                <a16:creationId xmlns:a16="http://schemas.microsoft.com/office/drawing/2014/main" id="{C08890C2-E24D-4201-0C36-C433CB0ABCEE}"/>
              </a:ext>
            </a:extLst>
          </p:cNvPr>
          <p:cNvGrpSpPr>
            <a:grpSpLocks/>
          </p:cNvGrpSpPr>
          <p:nvPr/>
        </p:nvGrpSpPr>
        <p:grpSpPr bwMode="auto">
          <a:xfrm>
            <a:off x="6053144" y="2165516"/>
            <a:ext cx="1587" cy="0"/>
            <a:chOff x="6053690" y="2164626"/>
            <a:chExt cx="360" cy="3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0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8B4DA44D-D7FB-1612-4EAD-961C17D0CA9C}"/>
                    </a:ext>
                  </a:extLst>
                </p14:cNvPr>
                <p14:cNvContentPartPr/>
                <p14:nvPr/>
              </p14:nvContentPartPr>
              <p14:xfrm>
                <a:off x="6053690" y="2164626"/>
                <a:ext cx="360" cy="360"/>
              </p14:xfrm>
            </p:contentPart>
          </mc:Choice>
          <mc:Fallback xmlns=""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8B4DA44D-D7FB-1612-4EAD-961C17D0CA9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035690" y="205662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2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2863BA9D-0429-248B-AFA5-6EF821EFFC28}"/>
                    </a:ext>
                  </a:extLst>
                </p14:cNvPr>
                <p14:cNvContentPartPr/>
                <p14:nvPr/>
              </p14:nvContentPartPr>
              <p14:xfrm>
                <a:off x="6053690" y="2164626"/>
                <a:ext cx="360" cy="360"/>
              </p14:xfrm>
            </p:contentPart>
          </mc:Choice>
          <mc:Fallback xmlns=""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2863BA9D-0429-248B-AFA5-6EF821EFFC2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035690" y="205662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3">
            <p14:nvContentPartPr>
              <p14:cNvPr id="26" name="墨迹 25">
                <a:extLst>
                  <a:ext uri="{FF2B5EF4-FFF2-40B4-BE49-F238E27FC236}">
                    <a16:creationId xmlns:a16="http://schemas.microsoft.com/office/drawing/2014/main" id="{8FD3B9EB-325E-0105-C7B7-B3F88BC385A1}"/>
                  </a:ext>
                </a:extLst>
              </p14:cNvPr>
              <p14:cNvContentPartPr/>
              <p14:nvPr/>
            </p14:nvContentPartPr>
            <p14:xfrm>
              <a:off x="4120028" y="840524"/>
              <a:ext cx="360" cy="360"/>
            </p14:xfrm>
          </p:contentPart>
        </mc:Choice>
        <mc:Fallback xmlns="">
          <p:pic>
            <p:nvPicPr>
              <p:cNvPr id="26" name="墨迹 25">
                <a:extLst>
                  <a:ext uri="{FF2B5EF4-FFF2-40B4-BE49-F238E27FC236}">
                    <a16:creationId xmlns:a16="http://schemas.microsoft.com/office/drawing/2014/main" id="{8FD3B9EB-325E-0105-C7B7-B3F88BC385A1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102028" y="732524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5">
            <p14:nvContentPartPr>
              <p14:cNvPr id="27" name="墨迹 26">
                <a:extLst>
                  <a:ext uri="{FF2B5EF4-FFF2-40B4-BE49-F238E27FC236}">
                    <a16:creationId xmlns:a16="http://schemas.microsoft.com/office/drawing/2014/main" id="{F91F6475-CACD-9BED-DEB2-10EC3D826832}"/>
                  </a:ext>
                </a:extLst>
              </p14:cNvPr>
              <p14:cNvContentPartPr/>
              <p14:nvPr/>
            </p14:nvContentPartPr>
            <p14:xfrm>
              <a:off x="5118538" y="651548"/>
              <a:ext cx="360" cy="360"/>
            </p14:xfrm>
          </p:contentPart>
        </mc:Choice>
        <mc:Fallback xmlns="">
          <p:pic>
            <p:nvPicPr>
              <p:cNvPr id="27" name="墨迹 26">
                <a:extLst>
                  <a:ext uri="{FF2B5EF4-FFF2-40B4-BE49-F238E27FC236}">
                    <a16:creationId xmlns:a16="http://schemas.microsoft.com/office/drawing/2014/main" id="{F91F6475-CACD-9BED-DEB2-10EC3D826832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100538" y="543548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7">
            <p14:nvContentPartPr>
              <p14:cNvPr id="29" name="墨迹 28">
                <a:extLst>
                  <a:ext uri="{FF2B5EF4-FFF2-40B4-BE49-F238E27FC236}">
                    <a16:creationId xmlns:a16="http://schemas.microsoft.com/office/drawing/2014/main" id="{2015ECFB-B060-036E-27DD-A7A01B5A8710}"/>
                  </a:ext>
                </a:extLst>
              </p14:cNvPr>
              <p14:cNvContentPartPr/>
              <p14:nvPr/>
            </p14:nvContentPartPr>
            <p14:xfrm>
              <a:off x="10751084" y="6536782"/>
              <a:ext cx="360" cy="360"/>
            </p14:xfrm>
          </p:contentPart>
        </mc:Choice>
        <mc:Fallback xmlns="">
          <p:pic>
            <p:nvPicPr>
              <p:cNvPr id="29" name="墨迹 28">
                <a:extLst>
                  <a:ext uri="{FF2B5EF4-FFF2-40B4-BE49-F238E27FC236}">
                    <a16:creationId xmlns:a16="http://schemas.microsoft.com/office/drawing/2014/main" id="{2015ECFB-B060-036E-27DD-A7A01B5A8710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0733084" y="6428782"/>
                <a:ext cx="3600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143" name="Text Box 3">
            <a:extLst>
              <a:ext uri="{FF2B5EF4-FFF2-40B4-BE49-F238E27FC236}">
                <a16:creationId xmlns:a16="http://schemas.microsoft.com/office/drawing/2014/main" id="{18A39314-54A8-2C0E-705C-DFA03359DC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7065" y="945965"/>
            <a:ext cx="1150346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投资和贸易的自由化和便利化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EEAA6C7-D14B-19FC-3044-3610BFB08B7F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188681" y="6117335"/>
            <a:ext cx="3856611" cy="456997"/>
          </a:xfrm>
          <a:prstGeom prst="rect">
            <a:avLst/>
          </a:prstGeom>
        </p:spPr>
      </p:pic>
      <p:sp>
        <p:nvSpPr>
          <p:cNvPr id="44084" name="Line 25">
            <a:extLst>
              <a:ext uri="{FF2B5EF4-FFF2-40B4-BE49-F238E27FC236}">
                <a16:creationId xmlns:a16="http://schemas.microsoft.com/office/drawing/2014/main" id="{69625D3F-7EA0-593D-3241-E1E5B68AE6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4590" y="3991355"/>
            <a:ext cx="517457" cy="1098486"/>
          </a:xfrm>
          <a:prstGeom prst="line">
            <a:avLst/>
          </a:prstGeom>
          <a:noFill/>
          <a:ln w="25400">
            <a:solidFill>
              <a:srgbClr val="7A05FB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16" name="Line 30">
            <a:extLst>
              <a:ext uri="{FF2B5EF4-FFF2-40B4-BE49-F238E27FC236}">
                <a16:creationId xmlns:a16="http://schemas.microsoft.com/office/drawing/2014/main" id="{444006F9-F8DB-6452-455F-8F26E3844274}"/>
              </a:ext>
            </a:extLst>
          </p:cNvPr>
          <p:cNvSpPr>
            <a:spLocks noChangeShapeType="1"/>
          </p:cNvSpPr>
          <p:nvPr/>
        </p:nvSpPr>
        <p:spPr bwMode="auto">
          <a:xfrm>
            <a:off x="4622990" y="1952381"/>
            <a:ext cx="1134916" cy="1004518"/>
          </a:xfrm>
          <a:prstGeom prst="line">
            <a:avLst/>
          </a:prstGeom>
          <a:noFill/>
          <a:ln w="25400">
            <a:solidFill>
              <a:srgbClr val="7A05FB"/>
            </a:solidFill>
            <a:round/>
            <a:headEnd/>
            <a:tailEnd type="triangle" w="med" len="med"/>
          </a:ln>
          <a:scene3d>
            <a:camera prst="orthographicFront"/>
            <a:lightRig rig="threePt" dir="t"/>
          </a:scene3d>
          <a:sp3d extrusionH="76200">
            <a:extrusionClr>
              <a:srgbClr val="0000FF"/>
            </a:extrusionClr>
          </a:sp3d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098337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3B4C9D7-C110-C630-34A5-D663471EC51B}"/>
              </a:ext>
            </a:extLst>
          </p:cNvPr>
          <p:cNvSpPr/>
          <p:nvPr/>
        </p:nvSpPr>
        <p:spPr>
          <a:xfrm>
            <a:off x="10190376" y="5184423"/>
            <a:ext cx="132006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B</a:t>
            </a:r>
            <a:endParaRPr lang="zh-CN" alt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CFF279A-854A-A694-64FB-FFAE91D35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75" y="831498"/>
            <a:ext cx="11601450" cy="4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5621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3B4C9D7-C110-C630-34A5-D663471EC51B}"/>
              </a:ext>
            </a:extLst>
          </p:cNvPr>
          <p:cNvSpPr/>
          <p:nvPr/>
        </p:nvSpPr>
        <p:spPr>
          <a:xfrm>
            <a:off x="10190376" y="5184423"/>
            <a:ext cx="132006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C</a:t>
            </a:r>
            <a:endParaRPr lang="zh-CN" alt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7AECC03-C858-CF57-907B-439BDEE9B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11" y="-69574"/>
            <a:ext cx="7269838" cy="6858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C8A6C61-111B-C4FC-3B46-01D3A714F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517" y="1442830"/>
            <a:ext cx="3590925" cy="5334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8D9DDD8-54A9-EB8B-9D4B-0E2F27E874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9517" y="2227194"/>
            <a:ext cx="33528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5878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3B4C9D7-C110-C630-34A5-D663471EC51B}"/>
              </a:ext>
            </a:extLst>
          </p:cNvPr>
          <p:cNvSpPr/>
          <p:nvPr/>
        </p:nvSpPr>
        <p:spPr>
          <a:xfrm>
            <a:off x="10190376" y="5184423"/>
            <a:ext cx="132006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C</a:t>
            </a:r>
            <a:endParaRPr lang="zh-CN" alt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58B868B-DCE5-AA49-441F-245F4DA6F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440" y="-89452"/>
            <a:ext cx="90482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3341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1D4E9A4-344C-AAE4-4DE3-22F20F275BF1}"/>
              </a:ext>
            </a:extLst>
          </p:cNvPr>
          <p:cNvSpPr txBox="1"/>
          <p:nvPr/>
        </p:nvSpPr>
        <p:spPr>
          <a:xfrm>
            <a:off x="1240835" y="884353"/>
            <a:ext cx="648072" cy="10156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社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华文细黑" panose="0201060004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华文细黑" panose="0201060004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B910A91-342E-6CFE-058C-0EC0E23C239D}"/>
              </a:ext>
            </a:extLst>
          </p:cNvPr>
          <p:cNvSpPr txBox="1"/>
          <p:nvPr/>
        </p:nvSpPr>
        <p:spPr>
          <a:xfrm>
            <a:off x="1150233" y="4151708"/>
            <a:ext cx="625922" cy="10156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个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华文细黑" panose="0201060004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华文细黑" panose="0201060004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人</a:t>
            </a:r>
          </a:p>
        </p:txBody>
      </p:sp>
      <p:sp>
        <p:nvSpPr>
          <p:cNvPr id="6" name="左大括号 5">
            <a:extLst>
              <a:ext uri="{FF2B5EF4-FFF2-40B4-BE49-F238E27FC236}">
                <a16:creationId xmlns:a16="http://schemas.microsoft.com/office/drawing/2014/main" id="{45343EC3-FEB8-2C02-DAB1-7EEA557C25F6}"/>
              </a:ext>
            </a:extLst>
          </p:cNvPr>
          <p:cNvSpPr/>
          <p:nvPr/>
        </p:nvSpPr>
        <p:spPr>
          <a:xfrm>
            <a:off x="842653" y="997797"/>
            <a:ext cx="324036" cy="3270352"/>
          </a:xfrm>
          <a:prstGeom prst="lef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2629179-85D1-9C4A-567F-A5236FF95950}"/>
              </a:ext>
            </a:extLst>
          </p:cNvPr>
          <p:cNvSpPr txBox="1"/>
          <p:nvPr/>
        </p:nvSpPr>
        <p:spPr>
          <a:xfrm>
            <a:off x="158577" y="997797"/>
            <a:ext cx="576064" cy="193899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历史唯物主义</a:t>
            </a:r>
          </a:p>
        </p:txBody>
      </p:sp>
      <p:sp>
        <p:nvSpPr>
          <p:cNvPr id="8" name="左大括号 7">
            <a:extLst>
              <a:ext uri="{FF2B5EF4-FFF2-40B4-BE49-F238E27FC236}">
                <a16:creationId xmlns:a16="http://schemas.microsoft.com/office/drawing/2014/main" id="{E6F9E380-13EE-EC2E-84AA-FC2E631EFA5F}"/>
              </a:ext>
            </a:extLst>
          </p:cNvPr>
          <p:cNvSpPr/>
          <p:nvPr/>
        </p:nvSpPr>
        <p:spPr>
          <a:xfrm>
            <a:off x="2012783" y="546631"/>
            <a:ext cx="387856" cy="2425374"/>
          </a:xfrm>
          <a:prstGeom prst="leftBrace">
            <a:avLst>
              <a:gd name="adj1" fmla="val 8333"/>
              <a:gd name="adj2" fmla="val 47595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箭头: 上下 8">
            <a:extLst>
              <a:ext uri="{FF2B5EF4-FFF2-40B4-BE49-F238E27FC236}">
                <a16:creationId xmlns:a16="http://schemas.microsoft.com/office/drawing/2014/main" id="{09D91B18-8843-A1B7-A295-E1F94F6A653D}"/>
              </a:ext>
            </a:extLst>
          </p:cNvPr>
          <p:cNvSpPr/>
          <p:nvPr/>
        </p:nvSpPr>
        <p:spPr>
          <a:xfrm>
            <a:off x="1455623" y="2344503"/>
            <a:ext cx="115785" cy="133095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C4432DD-7B18-1020-2747-D3F6878FFE61}"/>
              </a:ext>
            </a:extLst>
          </p:cNvPr>
          <p:cNvSpPr txBox="1"/>
          <p:nvPr/>
        </p:nvSpPr>
        <p:spPr>
          <a:xfrm>
            <a:off x="1605114" y="2351544"/>
            <a:ext cx="492443" cy="151127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辩证统一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CD99D4E-767C-96BF-B4D6-A3D1A9E84FFC}"/>
              </a:ext>
            </a:extLst>
          </p:cNvPr>
          <p:cNvCxnSpPr>
            <a:cxnSpLocks/>
          </p:cNvCxnSpPr>
          <p:nvPr/>
        </p:nvCxnSpPr>
        <p:spPr>
          <a:xfrm>
            <a:off x="1961409" y="1697870"/>
            <a:ext cx="62498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197A76A1-8F20-0146-5375-541D6240F0C9}"/>
              </a:ext>
            </a:extLst>
          </p:cNvPr>
          <p:cNvSpPr txBox="1"/>
          <p:nvPr/>
        </p:nvSpPr>
        <p:spPr>
          <a:xfrm>
            <a:off x="2422293" y="326125"/>
            <a:ext cx="1213933" cy="4001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社会存在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797A85C-6170-B38A-22D7-B07547313195}"/>
              </a:ext>
            </a:extLst>
          </p:cNvPr>
          <p:cNvSpPr txBox="1"/>
          <p:nvPr/>
        </p:nvSpPr>
        <p:spPr>
          <a:xfrm>
            <a:off x="4951765" y="352211"/>
            <a:ext cx="1246984" cy="4001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社会意识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7F0ADC93-E931-A625-A61E-3A94F8D57F3C}"/>
              </a:ext>
            </a:extLst>
          </p:cNvPr>
          <p:cNvSpPr/>
          <p:nvPr/>
        </p:nvSpPr>
        <p:spPr>
          <a:xfrm>
            <a:off x="3785885" y="381552"/>
            <a:ext cx="1080120" cy="1931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箭头: 左 14">
            <a:extLst>
              <a:ext uri="{FF2B5EF4-FFF2-40B4-BE49-F238E27FC236}">
                <a16:creationId xmlns:a16="http://schemas.microsoft.com/office/drawing/2014/main" id="{786EAB9B-B453-1411-7DED-732A9F310345}"/>
              </a:ext>
            </a:extLst>
          </p:cNvPr>
          <p:cNvSpPr/>
          <p:nvPr/>
        </p:nvSpPr>
        <p:spPr>
          <a:xfrm>
            <a:off x="3735856" y="583931"/>
            <a:ext cx="1082258" cy="17044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EE9E05-67E9-B241-5AFD-FAB4B3DFBE3F}"/>
              </a:ext>
            </a:extLst>
          </p:cNvPr>
          <p:cNvSpPr txBox="1"/>
          <p:nvPr/>
        </p:nvSpPr>
        <p:spPr>
          <a:xfrm>
            <a:off x="3995048" y="0"/>
            <a:ext cx="958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决定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4F463D0-49EC-EF17-72C2-C7895FB3A84D}"/>
              </a:ext>
            </a:extLst>
          </p:cNvPr>
          <p:cNvSpPr txBox="1"/>
          <p:nvPr/>
        </p:nvSpPr>
        <p:spPr>
          <a:xfrm>
            <a:off x="3834170" y="679335"/>
            <a:ext cx="13202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反作用</a:t>
            </a: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1A720889-B4EA-7F29-B568-1FFBACE7A45A}"/>
              </a:ext>
            </a:extLst>
          </p:cNvPr>
          <p:cNvSpPr/>
          <p:nvPr/>
        </p:nvSpPr>
        <p:spPr>
          <a:xfrm>
            <a:off x="6379608" y="527817"/>
            <a:ext cx="1246984" cy="1701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AECFD83-4B7B-9259-B9D2-1FCC69D26E4C}"/>
              </a:ext>
            </a:extLst>
          </p:cNvPr>
          <p:cNvSpPr txBox="1"/>
          <p:nvPr/>
        </p:nvSpPr>
        <p:spPr>
          <a:xfrm>
            <a:off x="6298751" y="152156"/>
            <a:ext cx="20265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相对独立性</a:t>
            </a:r>
          </a:p>
        </p:txBody>
      </p:sp>
      <p:sp>
        <p:nvSpPr>
          <p:cNvPr id="20" name="左中括号 19">
            <a:extLst>
              <a:ext uri="{FF2B5EF4-FFF2-40B4-BE49-F238E27FC236}">
                <a16:creationId xmlns:a16="http://schemas.microsoft.com/office/drawing/2014/main" id="{77D5EC3F-578D-D836-DDE5-50FD580C2BD5}"/>
              </a:ext>
            </a:extLst>
          </p:cNvPr>
          <p:cNvSpPr/>
          <p:nvPr/>
        </p:nvSpPr>
        <p:spPr>
          <a:xfrm>
            <a:off x="7736241" y="301511"/>
            <a:ext cx="298220" cy="525919"/>
          </a:xfrm>
          <a:prstGeom prst="leftBracke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5111B3F-3C65-4D07-A0B4-0A910A65A887}"/>
              </a:ext>
            </a:extLst>
          </p:cNvPr>
          <p:cNvSpPr txBox="1"/>
          <p:nvPr/>
        </p:nvSpPr>
        <p:spPr>
          <a:xfrm>
            <a:off x="7834478" y="171963"/>
            <a:ext cx="32098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反作用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华文细黑" panose="0201060004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dirty="0">
                <a:solidFill>
                  <a:prstClr val="black"/>
                </a:solidFill>
                <a:latin typeface="Arial" panose="020B0604020202020204" pitchFamily="34" charset="0"/>
                <a:ea typeface="华文细黑" panose="02010600040101010101" pitchFamily="2" charset="-122"/>
              </a:rPr>
              <a:t>不同步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华文细黑" panose="02010600040101010101" pitchFamily="2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4687530-CF1B-468E-C801-1F539A4158BF}"/>
              </a:ext>
            </a:extLst>
          </p:cNvPr>
          <p:cNvSpPr txBox="1"/>
          <p:nvPr/>
        </p:nvSpPr>
        <p:spPr>
          <a:xfrm>
            <a:off x="2586391" y="1429712"/>
            <a:ext cx="1118683" cy="10156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社会基本矛盾、规律</a:t>
            </a:r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5F7E98D0-0292-43D2-C891-EBB4D539C4AE}"/>
              </a:ext>
            </a:extLst>
          </p:cNvPr>
          <p:cNvSpPr/>
          <p:nvPr/>
        </p:nvSpPr>
        <p:spPr>
          <a:xfrm>
            <a:off x="3822131" y="1666967"/>
            <a:ext cx="454854" cy="2894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" name="左中括号 23">
            <a:extLst>
              <a:ext uri="{FF2B5EF4-FFF2-40B4-BE49-F238E27FC236}">
                <a16:creationId xmlns:a16="http://schemas.microsoft.com/office/drawing/2014/main" id="{D051DFE1-8369-E8A1-E102-2D4DD613357B}"/>
              </a:ext>
            </a:extLst>
          </p:cNvPr>
          <p:cNvSpPr/>
          <p:nvPr/>
        </p:nvSpPr>
        <p:spPr>
          <a:xfrm>
            <a:off x="4284133" y="1431871"/>
            <a:ext cx="234538" cy="837872"/>
          </a:xfrm>
          <a:prstGeom prst="leftBracke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0C2E231-B8BF-C7BD-220D-64CA276E29B7}"/>
              </a:ext>
            </a:extLst>
          </p:cNvPr>
          <p:cNvSpPr txBox="1"/>
          <p:nvPr/>
        </p:nvSpPr>
        <p:spPr>
          <a:xfrm>
            <a:off x="4498498" y="1188223"/>
            <a:ext cx="1320285" cy="4001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生产力</a:t>
            </a: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F30F8ACA-AD88-2D79-70CA-95E3A63CFBDD}"/>
              </a:ext>
            </a:extLst>
          </p:cNvPr>
          <p:cNvCxnSpPr>
            <a:cxnSpLocks/>
          </p:cNvCxnSpPr>
          <p:nvPr/>
        </p:nvCxnSpPr>
        <p:spPr>
          <a:xfrm>
            <a:off x="5927115" y="1383268"/>
            <a:ext cx="105597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3684371A-B728-CD71-0F10-34890B587020}"/>
              </a:ext>
            </a:extLst>
          </p:cNvPr>
          <p:cNvSpPr txBox="1"/>
          <p:nvPr/>
        </p:nvSpPr>
        <p:spPr>
          <a:xfrm>
            <a:off x="7026548" y="1172048"/>
            <a:ext cx="1223917" cy="4001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生产关系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3B0ADB9-E408-2C0D-63BB-5E7ED439AB90}"/>
              </a:ext>
            </a:extLst>
          </p:cNvPr>
          <p:cNvSpPr txBox="1"/>
          <p:nvPr/>
        </p:nvSpPr>
        <p:spPr>
          <a:xfrm>
            <a:off x="4525819" y="1938319"/>
            <a:ext cx="1292964" cy="4001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经济基础</a:t>
            </a: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856F9FBE-5145-B39D-18F4-EC6D0A6ECFAC}"/>
              </a:ext>
            </a:extLst>
          </p:cNvPr>
          <p:cNvCxnSpPr>
            <a:cxnSpLocks/>
          </p:cNvCxnSpPr>
          <p:nvPr/>
        </p:nvCxnSpPr>
        <p:spPr>
          <a:xfrm>
            <a:off x="5886149" y="2080425"/>
            <a:ext cx="89742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6687A877-D0E2-D0FE-E36F-831D8AEF5E18}"/>
              </a:ext>
            </a:extLst>
          </p:cNvPr>
          <p:cNvSpPr txBox="1"/>
          <p:nvPr/>
        </p:nvSpPr>
        <p:spPr>
          <a:xfrm>
            <a:off x="6989301" y="1906499"/>
            <a:ext cx="1201069" cy="4001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上层建筑</a:t>
            </a: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B2F940AB-8E4B-249D-0501-01EB6BDC6F85}"/>
              </a:ext>
            </a:extLst>
          </p:cNvPr>
          <p:cNvCxnSpPr>
            <a:cxnSpLocks/>
          </p:cNvCxnSpPr>
          <p:nvPr/>
        </p:nvCxnSpPr>
        <p:spPr>
          <a:xfrm flipH="1">
            <a:off x="5947121" y="1461077"/>
            <a:ext cx="1055979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FA64D81E-F3CC-9CF4-1C94-FA55440223AB}"/>
              </a:ext>
            </a:extLst>
          </p:cNvPr>
          <p:cNvCxnSpPr>
            <a:cxnSpLocks/>
          </p:cNvCxnSpPr>
          <p:nvPr/>
        </p:nvCxnSpPr>
        <p:spPr>
          <a:xfrm flipH="1" flipV="1">
            <a:off x="5890949" y="2202301"/>
            <a:ext cx="887822" cy="286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3FC95BBC-DC5F-DD70-750B-E4F2FE907F9A}"/>
              </a:ext>
            </a:extLst>
          </p:cNvPr>
          <p:cNvSpPr txBox="1"/>
          <p:nvPr/>
        </p:nvSpPr>
        <p:spPr>
          <a:xfrm>
            <a:off x="6056470" y="969988"/>
            <a:ext cx="1011355" cy="404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决定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7D6C78E-14C8-5915-10A8-FCB91BF413B8}"/>
              </a:ext>
            </a:extLst>
          </p:cNvPr>
          <p:cNvSpPr txBox="1"/>
          <p:nvPr/>
        </p:nvSpPr>
        <p:spPr>
          <a:xfrm>
            <a:off x="6028165" y="1376012"/>
            <a:ext cx="13202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反作用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F9FD67F-B442-6CF9-D4AB-C6BF0DEACB78}"/>
              </a:ext>
            </a:extLst>
          </p:cNvPr>
          <p:cNvSpPr txBox="1"/>
          <p:nvPr/>
        </p:nvSpPr>
        <p:spPr>
          <a:xfrm>
            <a:off x="6035158" y="1726086"/>
            <a:ext cx="8974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决定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AF04F33-CB94-BEF4-568B-AAB8E620F358}"/>
              </a:ext>
            </a:extLst>
          </p:cNvPr>
          <p:cNvSpPr txBox="1"/>
          <p:nvPr/>
        </p:nvSpPr>
        <p:spPr>
          <a:xfrm>
            <a:off x="5847252" y="2148455"/>
            <a:ext cx="13202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反作用</a:t>
            </a:r>
          </a:p>
        </p:txBody>
      </p:sp>
      <p:sp>
        <p:nvSpPr>
          <p:cNvPr id="37" name="右中括号 36">
            <a:extLst>
              <a:ext uri="{FF2B5EF4-FFF2-40B4-BE49-F238E27FC236}">
                <a16:creationId xmlns:a16="http://schemas.microsoft.com/office/drawing/2014/main" id="{B0018688-DE08-5646-35B1-DBAD0F2246D7}"/>
              </a:ext>
            </a:extLst>
          </p:cNvPr>
          <p:cNvSpPr/>
          <p:nvPr/>
        </p:nvSpPr>
        <p:spPr>
          <a:xfrm>
            <a:off x="8270727" y="1356886"/>
            <a:ext cx="167230" cy="804864"/>
          </a:xfrm>
          <a:prstGeom prst="rightBracke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8" name="箭头: 右 37">
            <a:extLst>
              <a:ext uri="{FF2B5EF4-FFF2-40B4-BE49-F238E27FC236}">
                <a16:creationId xmlns:a16="http://schemas.microsoft.com/office/drawing/2014/main" id="{10A0C2CA-2666-E7AE-1F6E-8CA1919D7D1F}"/>
              </a:ext>
            </a:extLst>
          </p:cNvPr>
          <p:cNvSpPr/>
          <p:nvPr/>
        </p:nvSpPr>
        <p:spPr>
          <a:xfrm>
            <a:off x="8703277" y="3121749"/>
            <a:ext cx="288032" cy="2296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B1B22658-9F43-2D32-65B5-B411D5FE2370}"/>
              </a:ext>
            </a:extLst>
          </p:cNvPr>
          <p:cNvSpPr txBox="1"/>
          <p:nvPr/>
        </p:nvSpPr>
        <p:spPr>
          <a:xfrm>
            <a:off x="8534321" y="924501"/>
            <a:ext cx="913977" cy="16312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社会发展趋势是前进的</a:t>
            </a:r>
          </a:p>
        </p:txBody>
      </p:sp>
      <p:sp>
        <p:nvSpPr>
          <p:cNvPr id="40" name="箭头: 右 39">
            <a:extLst>
              <a:ext uri="{FF2B5EF4-FFF2-40B4-BE49-F238E27FC236}">
                <a16:creationId xmlns:a16="http://schemas.microsoft.com/office/drawing/2014/main" id="{E3A28292-A4C8-A7C7-B202-95D0D9FDD1EA}"/>
              </a:ext>
            </a:extLst>
          </p:cNvPr>
          <p:cNvSpPr/>
          <p:nvPr/>
        </p:nvSpPr>
        <p:spPr>
          <a:xfrm>
            <a:off x="9505318" y="1873397"/>
            <a:ext cx="393111" cy="1786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7C96304B-0748-5D72-36DA-414A80F70B4F}"/>
              </a:ext>
            </a:extLst>
          </p:cNvPr>
          <p:cNvSpPr txBox="1"/>
          <p:nvPr/>
        </p:nvSpPr>
        <p:spPr>
          <a:xfrm>
            <a:off x="9808709" y="1772080"/>
            <a:ext cx="8436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社会主义</a:t>
            </a:r>
          </a:p>
        </p:txBody>
      </p:sp>
      <p:sp>
        <p:nvSpPr>
          <p:cNvPr id="42" name="箭头: 右 41">
            <a:extLst>
              <a:ext uri="{FF2B5EF4-FFF2-40B4-BE49-F238E27FC236}">
                <a16:creationId xmlns:a16="http://schemas.microsoft.com/office/drawing/2014/main" id="{8E27670A-B373-6189-6E79-95A10242F434}"/>
              </a:ext>
            </a:extLst>
          </p:cNvPr>
          <p:cNvSpPr/>
          <p:nvPr/>
        </p:nvSpPr>
        <p:spPr>
          <a:xfrm>
            <a:off x="9467800" y="1335563"/>
            <a:ext cx="359956" cy="1607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CAF22CA-2060-2F00-EA2E-8F5AEFC8EAFC}"/>
              </a:ext>
            </a:extLst>
          </p:cNvPr>
          <p:cNvSpPr txBox="1"/>
          <p:nvPr/>
        </p:nvSpPr>
        <p:spPr>
          <a:xfrm>
            <a:off x="9808797" y="989441"/>
            <a:ext cx="8018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阶级社会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B3A8FF57-3CB5-F61E-F2E9-101F2636683B}"/>
              </a:ext>
            </a:extLst>
          </p:cNvPr>
          <p:cNvSpPr txBox="1"/>
          <p:nvPr/>
        </p:nvSpPr>
        <p:spPr>
          <a:xfrm>
            <a:off x="10439868" y="1049185"/>
            <a:ext cx="699929" cy="7078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阶级斗争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27D28391-EC69-E3E5-A1B3-D17EDBE43A5F}"/>
              </a:ext>
            </a:extLst>
          </p:cNvPr>
          <p:cNvSpPr txBox="1"/>
          <p:nvPr/>
        </p:nvSpPr>
        <p:spPr>
          <a:xfrm>
            <a:off x="10462425" y="1913195"/>
            <a:ext cx="699929" cy="4001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改革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019952A-AC56-5E80-5B63-74BFA3233C2B}"/>
              </a:ext>
            </a:extLst>
          </p:cNvPr>
          <p:cNvSpPr txBox="1"/>
          <p:nvPr/>
        </p:nvSpPr>
        <p:spPr>
          <a:xfrm>
            <a:off x="2501329" y="2732376"/>
            <a:ext cx="1266676" cy="7078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社会历史的主体</a:t>
            </a:r>
          </a:p>
        </p:txBody>
      </p:sp>
      <p:sp>
        <p:nvSpPr>
          <p:cNvPr id="47" name="箭头: 右 46">
            <a:extLst>
              <a:ext uri="{FF2B5EF4-FFF2-40B4-BE49-F238E27FC236}">
                <a16:creationId xmlns:a16="http://schemas.microsoft.com/office/drawing/2014/main" id="{4747D150-8F93-FBD6-AD3C-1FCA1A1C6C04}"/>
              </a:ext>
            </a:extLst>
          </p:cNvPr>
          <p:cNvSpPr/>
          <p:nvPr/>
        </p:nvSpPr>
        <p:spPr>
          <a:xfrm>
            <a:off x="3829279" y="2972005"/>
            <a:ext cx="454854" cy="2894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3CBBA7BB-6B31-AE90-B9DC-05BFC00D35F5}"/>
              </a:ext>
            </a:extLst>
          </p:cNvPr>
          <p:cNvSpPr txBox="1"/>
          <p:nvPr/>
        </p:nvSpPr>
        <p:spPr>
          <a:xfrm>
            <a:off x="4301814" y="2914706"/>
            <a:ext cx="1258059" cy="4001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人民群众</a:t>
            </a:r>
          </a:p>
        </p:txBody>
      </p:sp>
      <p:sp>
        <p:nvSpPr>
          <p:cNvPr id="49" name="左中括号 48">
            <a:extLst>
              <a:ext uri="{FF2B5EF4-FFF2-40B4-BE49-F238E27FC236}">
                <a16:creationId xmlns:a16="http://schemas.microsoft.com/office/drawing/2014/main" id="{26746D2D-60F7-E6B7-6860-55B13B2E8262}"/>
              </a:ext>
            </a:extLst>
          </p:cNvPr>
          <p:cNvSpPr/>
          <p:nvPr/>
        </p:nvSpPr>
        <p:spPr>
          <a:xfrm>
            <a:off x="5655079" y="2671803"/>
            <a:ext cx="225322" cy="1062759"/>
          </a:xfrm>
          <a:prstGeom prst="leftBracke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F77431E-DA53-AC3F-DAAC-47DE6A7205E8}"/>
              </a:ext>
            </a:extLst>
          </p:cNvPr>
          <p:cNvSpPr txBox="1"/>
          <p:nvPr/>
        </p:nvSpPr>
        <p:spPr>
          <a:xfrm>
            <a:off x="5871348" y="2587430"/>
            <a:ext cx="2249206" cy="4001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物质财富创造者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61D901EC-AAFF-0812-8F56-0DCB16C9CB00}"/>
              </a:ext>
            </a:extLst>
          </p:cNvPr>
          <p:cNvSpPr txBox="1"/>
          <p:nvPr/>
        </p:nvSpPr>
        <p:spPr>
          <a:xfrm>
            <a:off x="5865278" y="3019465"/>
            <a:ext cx="2325092" cy="4001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精神财富创造者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16CFA93-3A99-C89A-7AD3-737EAFD5DBBC}"/>
              </a:ext>
            </a:extLst>
          </p:cNvPr>
          <p:cNvSpPr txBox="1"/>
          <p:nvPr/>
        </p:nvSpPr>
        <p:spPr>
          <a:xfrm>
            <a:off x="5894359" y="3437991"/>
            <a:ext cx="2325092" cy="4001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社会变革决定力量</a:t>
            </a:r>
          </a:p>
        </p:txBody>
      </p:sp>
      <p:sp>
        <p:nvSpPr>
          <p:cNvPr id="53" name="右中括号 52">
            <a:extLst>
              <a:ext uri="{FF2B5EF4-FFF2-40B4-BE49-F238E27FC236}">
                <a16:creationId xmlns:a16="http://schemas.microsoft.com/office/drawing/2014/main" id="{36901920-34C3-316A-158A-436CFF6EEB52}"/>
              </a:ext>
            </a:extLst>
          </p:cNvPr>
          <p:cNvSpPr/>
          <p:nvPr/>
        </p:nvSpPr>
        <p:spPr>
          <a:xfrm>
            <a:off x="8441082" y="2729119"/>
            <a:ext cx="234538" cy="915516"/>
          </a:xfrm>
          <a:prstGeom prst="rightBracket">
            <a:avLst>
              <a:gd name="adj" fmla="val 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4" name="箭头: 右 53">
            <a:extLst>
              <a:ext uri="{FF2B5EF4-FFF2-40B4-BE49-F238E27FC236}">
                <a16:creationId xmlns:a16="http://schemas.microsoft.com/office/drawing/2014/main" id="{4AF80707-BF2A-938C-245B-CE7228238544}"/>
              </a:ext>
            </a:extLst>
          </p:cNvPr>
          <p:cNvSpPr/>
          <p:nvPr/>
        </p:nvSpPr>
        <p:spPr>
          <a:xfrm>
            <a:off x="11264465" y="1659989"/>
            <a:ext cx="288032" cy="2296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FA2EED00-AE7F-D966-62BA-4B1228E7B003}"/>
              </a:ext>
            </a:extLst>
          </p:cNvPr>
          <p:cNvSpPr txBox="1"/>
          <p:nvPr/>
        </p:nvSpPr>
        <p:spPr>
          <a:xfrm>
            <a:off x="9151618" y="2728726"/>
            <a:ext cx="1988179" cy="707886"/>
          </a:xfrm>
          <a:prstGeom prst="rect">
            <a:avLst/>
          </a:prstGeom>
          <a:noFill/>
          <a:ln w="38100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坚持群众观点和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Arial" panose="020B0604020202020204" pitchFamily="34" charset="0"/>
              <a:ea typeface="华文细黑" panose="0201060004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群众路线</a:t>
            </a:r>
          </a:p>
        </p:txBody>
      </p:sp>
      <p:sp>
        <p:nvSpPr>
          <p:cNvPr id="56" name="箭头: 右 55">
            <a:extLst>
              <a:ext uri="{FF2B5EF4-FFF2-40B4-BE49-F238E27FC236}">
                <a16:creationId xmlns:a16="http://schemas.microsoft.com/office/drawing/2014/main" id="{0FD239F5-B95F-350F-B1C8-BFA9336D6AE8}"/>
              </a:ext>
            </a:extLst>
          </p:cNvPr>
          <p:cNvSpPr/>
          <p:nvPr/>
        </p:nvSpPr>
        <p:spPr>
          <a:xfrm>
            <a:off x="1761282" y="4475159"/>
            <a:ext cx="322453" cy="2880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CFFA9F56-C8CD-1076-9E4A-585434FDA317}"/>
              </a:ext>
            </a:extLst>
          </p:cNvPr>
          <p:cNvSpPr txBox="1"/>
          <p:nvPr/>
        </p:nvSpPr>
        <p:spPr>
          <a:xfrm>
            <a:off x="2630803" y="4628408"/>
            <a:ext cx="1364245" cy="400110"/>
          </a:xfrm>
          <a:prstGeom prst="rect">
            <a:avLst/>
          </a:prstGeom>
          <a:noFill/>
          <a:ln w="38100">
            <a:solidFill>
              <a:srgbClr val="FF33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价值观</a:t>
            </a:r>
          </a:p>
        </p:txBody>
      </p:sp>
      <p:sp>
        <p:nvSpPr>
          <p:cNvPr id="58" name="箭头: 右 57">
            <a:extLst>
              <a:ext uri="{FF2B5EF4-FFF2-40B4-BE49-F238E27FC236}">
                <a16:creationId xmlns:a16="http://schemas.microsoft.com/office/drawing/2014/main" id="{F8D5E20E-5F1F-076C-6925-E64F87BDD6B5}"/>
              </a:ext>
            </a:extLst>
          </p:cNvPr>
          <p:cNvSpPr/>
          <p:nvPr/>
        </p:nvSpPr>
        <p:spPr>
          <a:xfrm>
            <a:off x="4098540" y="4146712"/>
            <a:ext cx="538487" cy="1782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FFC2FE82-4F68-FAE0-47DB-339078A4E467}"/>
              </a:ext>
            </a:extLst>
          </p:cNvPr>
          <p:cNvSpPr txBox="1"/>
          <p:nvPr/>
        </p:nvSpPr>
        <p:spPr>
          <a:xfrm>
            <a:off x="2586391" y="5160513"/>
            <a:ext cx="1522234" cy="707886"/>
          </a:xfrm>
          <a:prstGeom prst="rect">
            <a:avLst/>
          </a:prstGeom>
          <a:noFill/>
          <a:ln w="38100">
            <a:solidFill>
              <a:srgbClr val="FF33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价值判断与价值选择</a:t>
            </a:r>
          </a:p>
        </p:txBody>
      </p:sp>
      <p:sp>
        <p:nvSpPr>
          <p:cNvPr id="60" name="箭头: 右 59">
            <a:extLst>
              <a:ext uri="{FF2B5EF4-FFF2-40B4-BE49-F238E27FC236}">
                <a16:creationId xmlns:a16="http://schemas.microsoft.com/office/drawing/2014/main" id="{C1A4C835-D8D1-99AB-B516-64238EF52162}"/>
              </a:ext>
            </a:extLst>
          </p:cNvPr>
          <p:cNvSpPr/>
          <p:nvPr/>
        </p:nvSpPr>
        <p:spPr>
          <a:xfrm>
            <a:off x="6499360" y="5645842"/>
            <a:ext cx="372695" cy="2479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1" name="箭头: 右 60">
            <a:extLst>
              <a:ext uri="{FF2B5EF4-FFF2-40B4-BE49-F238E27FC236}">
                <a16:creationId xmlns:a16="http://schemas.microsoft.com/office/drawing/2014/main" id="{4AF68F3F-30FF-B167-1C99-6762C01FFEFC}"/>
              </a:ext>
            </a:extLst>
          </p:cNvPr>
          <p:cNvSpPr/>
          <p:nvPr/>
        </p:nvSpPr>
        <p:spPr>
          <a:xfrm>
            <a:off x="9467800" y="4679090"/>
            <a:ext cx="372695" cy="2479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7EACF684-10CD-D1D6-069C-0944D28F8B93}"/>
              </a:ext>
            </a:extLst>
          </p:cNvPr>
          <p:cNvSpPr txBox="1"/>
          <p:nvPr/>
        </p:nvSpPr>
        <p:spPr>
          <a:xfrm>
            <a:off x="4885448" y="5065024"/>
            <a:ext cx="1480637" cy="4001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社会历史性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8893E618-E18D-3E7C-B7DD-9A44D45E1B46}"/>
              </a:ext>
            </a:extLst>
          </p:cNvPr>
          <p:cNvSpPr txBox="1"/>
          <p:nvPr/>
        </p:nvSpPr>
        <p:spPr>
          <a:xfrm>
            <a:off x="4896892" y="5471820"/>
            <a:ext cx="1405864" cy="4001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因人而异</a:t>
            </a:r>
          </a:p>
        </p:txBody>
      </p:sp>
      <p:sp>
        <p:nvSpPr>
          <p:cNvPr id="64" name="箭头: 右 63">
            <a:extLst>
              <a:ext uri="{FF2B5EF4-FFF2-40B4-BE49-F238E27FC236}">
                <a16:creationId xmlns:a16="http://schemas.microsoft.com/office/drawing/2014/main" id="{58CA2B15-0319-1326-A3EB-829F2AC46B22}"/>
              </a:ext>
            </a:extLst>
          </p:cNvPr>
          <p:cNvSpPr/>
          <p:nvPr/>
        </p:nvSpPr>
        <p:spPr>
          <a:xfrm>
            <a:off x="6533513" y="5207583"/>
            <a:ext cx="282828" cy="2526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09341C7C-57F5-1BD2-4E05-095430261DDB}"/>
              </a:ext>
            </a:extLst>
          </p:cNvPr>
          <p:cNvSpPr txBox="1"/>
          <p:nvPr/>
        </p:nvSpPr>
        <p:spPr>
          <a:xfrm>
            <a:off x="6852578" y="4974261"/>
            <a:ext cx="36460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尊重规律，走历史必由之路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ADA75120-665F-0BAF-826D-FDDF0069AEDB}"/>
              </a:ext>
            </a:extLst>
          </p:cNvPr>
          <p:cNvSpPr txBox="1"/>
          <p:nvPr/>
        </p:nvSpPr>
        <p:spPr>
          <a:xfrm>
            <a:off x="6894980" y="5302769"/>
            <a:ext cx="52970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以人民为中心，自觉站在</a:t>
            </a:r>
            <a:r>
              <a:rPr lang="zh-CN" altLang="en-US" dirty="0">
                <a:solidFill>
                  <a:prstClr val="black"/>
                </a:solidFill>
                <a:latin typeface="Arial" panose="020B0604020202020204" pitchFamily="34" charset="0"/>
                <a:ea typeface="华文细黑" panose="02010600040101010101" pitchFamily="2" charset="-122"/>
              </a:rPr>
              <a:t>最</a:t>
            </a:r>
            <a:endParaRPr lang="en-US" altLang="zh-CN" dirty="0">
              <a:solidFill>
                <a:prstClr val="black"/>
              </a:solidFill>
              <a:latin typeface="Arial" panose="020B0604020202020204" pitchFamily="34" charset="0"/>
              <a:ea typeface="华文细黑" panose="02010600040101010101" pitchFamily="2" charset="-12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dirty="0">
                <a:solidFill>
                  <a:prstClr val="black"/>
                </a:solidFill>
                <a:latin typeface="Arial" panose="020B0604020202020204" pitchFamily="34" charset="0"/>
                <a:ea typeface="华文细黑" panose="02010600040101010101" pitchFamily="2" charset="-122"/>
              </a:rPr>
              <a:t>广大人民立场上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华文细黑" panose="02010600040101010101" pitchFamily="2" charset="-122"/>
              <a:cs typeface="+mn-cs"/>
            </a:endParaRPr>
          </a:p>
        </p:txBody>
      </p:sp>
      <p:sp>
        <p:nvSpPr>
          <p:cNvPr id="67" name="箭头: 右 66">
            <a:extLst>
              <a:ext uri="{FF2B5EF4-FFF2-40B4-BE49-F238E27FC236}">
                <a16:creationId xmlns:a16="http://schemas.microsoft.com/office/drawing/2014/main" id="{05491117-3103-B2A1-3FEA-E60368E4B510}"/>
              </a:ext>
            </a:extLst>
          </p:cNvPr>
          <p:cNvSpPr/>
          <p:nvPr/>
        </p:nvSpPr>
        <p:spPr>
          <a:xfrm>
            <a:off x="4204995" y="5333907"/>
            <a:ext cx="538487" cy="308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46B84EA5-773A-E9E4-3BA6-52B64458F3A8}"/>
              </a:ext>
            </a:extLst>
          </p:cNvPr>
          <p:cNvSpPr txBox="1"/>
          <p:nvPr/>
        </p:nvSpPr>
        <p:spPr>
          <a:xfrm>
            <a:off x="4803563" y="3986992"/>
            <a:ext cx="3230898" cy="400110"/>
          </a:xfrm>
          <a:prstGeom prst="rect">
            <a:avLst/>
          </a:prstGeom>
          <a:noFill/>
          <a:ln w="38100">
            <a:solidFill>
              <a:srgbClr val="FF33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个人对社会的责任和贡献</a:t>
            </a:r>
          </a:p>
        </p:txBody>
      </p:sp>
      <p:sp>
        <p:nvSpPr>
          <p:cNvPr id="69" name="箭头: 右 68">
            <a:extLst>
              <a:ext uri="{FF2B5EF4-FFF2-40B4-BE49-F238E27FC236}">
                <a16:creationId xmlns:a16="http://schemas.microsoft.com/office/drawing/2014/main" id="{814BB3BC-979A-4E10-9B1F-E4F76CEA7B6D}"/>
              </a:ext>
            </a:extLst>
          </p:cNvPr>
          <p:cNvSpPr/>
          <p:nvPr/>
        </p:nvSpPr>
        <p:spPr>
          <a:xfrm>
            <a:off x="4018647" y="6373138"/>
            <a:ext cx="372695" cy="2479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52DAB251-8A39-1E7A-F2FF-2D82B172095E}"/>
              </a:ext>
            </a:extLst>
          </p:cNvPr>
          <p:cNvSpPr txBox="1"/>
          <p:nvPr/>
        </p:nvSpPr>
        <p:spPr>
          <a:xfrm>
            <a:off x="4372419" y="5865307"/>
            <a:ext cx="7819581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劳动奉献（根本途径）</a:t>
            </a:r>
            <a:r>
              <a:rPr lang="zh-CN" altLang="en-US" sz="2000" dirty="0">
                <a:solidFill>
                  <a:prstClr val="black"/>
                </a:solidFill>
                <a:highlight>
                  <a:srgbClr val="FFFF00"/>
                </a:highlight>
                <a:latin typeface="Arial" panose="020B0604020202020204" pitchFamily="34" charset="0"/>
                <a:ea typeface="华文细黑" panose="02010600040101010101" pitchFamily="2" charset="-122"/>
              </a:rPr>
              <a:t>、</a:t>
            </a:r>
            <a:endParaRPr lang="en-US" altLang="zh-CN" sz="2000" dirty="0">
              <a:solidFill>
                <a:prstClr val="black"/>
              </a:solidFill>
              <a:highlight>
                <a:srgbClr val="FFFF00"/>
              </a:highlight>
              <a:latin typeface="Arial" panose="020B0604020202020204" pitchFamily="34" charset="0"/>
              <a:ea typeface="华文细黑" panose="02010600040101010101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dirty="0">
                <a:solidFill>
                  <a:prstClr val="black"/>
                </a:solidFill>
                <a:highlight>
                  <a:srgbClr val="FFFF00"/>
                </a:highlight>
                <a:latin typeface="Arial" panose="020B0604020202020204" pitchFamily="34" charset="0"/>
                <a:ea typeface="华文细黑" panose="02010600040101010101" pitchFamily="2" charset="-122"/>
              </a:rPr>
              <a:t>社会与个人统一中（客观条件）</a:t>
            </a:r>
            <a:endParaRPr lang="en-US" altLang="zh-CN" sz="2000" dirty="0">
              <a:solidFill>
                <a:prstClr val="black"/>
              </a:solidFill>
              <a:highlight>
                <a:srgbClr val="FFFF00"/>
              </a:highlight>
              <a:latin typeface="Arial" panose="020B0604020202020204" pitchFamily="34" charset="0"/>
              <a:ea typeface="华文细黑" panose="02010600040101010101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dirty="0">
                <a:solidFill>
                  <a:prstClr val="black"/>
                </a:solidFill>
                <a:highlight>
                  <a:srgbClr val="FFFF00"/>
                </a:highlight>
                <a:latin typeface="Arial" panose="020B0604020202020204" pitchFamily="34" charset="0"/>
                <a:ea typeface="华文细黑" panose="02010600040101010101" pitchFamily="2" charset="-122"/>
              </a:rPr>
              <a:t>砥砺自我（主观条件：发挥主观能动性、才干、价值观、道德品质）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Arial" panose="020B0604020202020204" pitchFamily="34" charset="0"/>
              <a:ea typeface="华文细黑" panose="02010600040101010101" pitchFamily="2" charset="-122"/>
              <a:cs typeface="+mn-cs"/>
            </a:endParaRPr>
          </a:p>
        </p:txBody>
      </p:sp>
      <p:sp>
        <p:nvSpPr>
          <p:cNvPr id="71" name="箭头: 右 70">
            <a:extLst>
              <a:ext uri="{FF2B5EF4-FFF2-40B4-BE49-F238E27FC236}">
                <a16:creationId xmlns:a16="http://schemas.microsoft.com/office/drawing/2014/main" id="{A1752360-4B12-6BA5-E1AD-3481A8AB78CE}"/>
              </a:ext>
            </a:extLst>
          </p:cNvPr>
          <p:cNvSpPr/>
          <p:nvPr/>
        </p:nvSpPr>
        <p:spPr>
          <a:xfrm>
            <a:off x="8776882" y="554245"/>
            <a:ext cx="969536" cy="1007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C1F4605D-6AF7-3C70-208D-8B629E3D6829}"/>
              </a:ext>
            </a:extLst>
          </p:cNvPr>
          <p:cNvSpPr txBox="1"/>
          <p:nvPr/>
        </p:nvSpPr>
        <p:spPr>
          <a:xfrm>
            <a:off x="8768033" y="217551"/>
            <a:ext cx="873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方法论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E9CF82C6-E7BC-613B-8E9B-ACED204325E2}"/>
              </a:ext>
            </a:extLst>
          </p:cNvPr>
          <p:cNvSpPr txBox="1"/>
          <p:nvPr/>
        </p:nvSpPr>
        <p:spPr>
          <a:xfrm>
            <a:off x="9827755" y="55818"/>
            <a:ext cx="20873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立足社会实际；</a:t>
            </a:r>
            <a:endParaRPr lang="en-US" altLang="zh-CN" dirty="0">
              <a:highlight>
                <a:srgbClr val="FFFF00"/>
              </a:highlight>
            </a:endParaRPr>
          </a:p>
          <a:p>
            <a:r>
              <a:rPr lang="zh-CN" altLang="en-US" dirty="0">
                <a:highlight>
                  <a:srgbClr val="FFFF00"/>
                </a:highlight>
              </a:rPr>
              <a:t>树立正确社会意识、价值观。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6446D3B3-75D1-CD47-1B69-3A406EBF777D}"/>
              </a:ext>
            </a:extLst>
          </p:cNvPr>
          <p:cNvSpPr txBox="1"/>
          <p:nvPr/>
        </p:nvSpPr>
        <p:spPr>
          <a:xfrm>
            <a:off x="11643923" y="1079445"/>
            <a:ext cx="3693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改革创新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577FF50B-6DCF-E681-D0AD-1AA5AD9B2067}"/>
              </a:ext>
            </a:extLst>
          </p:cNvPr>
          <p:cNvSpPr txBox="1"/>
          <p:nvPr/>
        </p:nvSpPr>
        <p:spPr>
          <a:xfrm>
            <a:off x="3954848" y="4472565"/>
            <a:ext cx="1254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导向作用</a:t>
            </a:r>
          </a:p>
        </p:txBody>
      </p:sp>
      <p:sp>
        <p:nvSpPr>
          <p:cNvPr id="76" name="箭头: 右 75">
            <a:extLst>
              <a:ext uri="{FF2B5EF4-FFF2-40B4-BE49-F238E27FC236}">
                <a16:creationId xmlns:a16="http://schemas.microsoft.com/office/drawing/2014/main" id="{4F66D552-4D2C-247A-6E76-3612E6A65E6A}"/>
              </a:ext>
            </a:extLst>
          </p:cNvPr>
          <p:cNvSpPr/>
          <p:nvPr/>
        </p:nvSpPr>
        <p:spPr>
          <a:xfrm>
            <a:off x="4108625" y="4752144"/>
            <a:ext cx="912326" cy="1577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656DC6E8-9E71-88EE-F656-7FE6C1AA8C42}"/>
              </a:ext>
            </a:extLst>
          </p:cNvPr>
          <p:cNvSpPr txBox="1"/>
          <p:nvPr/>
        </p:nvSpPr>
        <p:spPr>
          <a:xfrm>
            <a:off x="2659888" y="4084193"/>
            <a:ext cx="1254442" cy="400110"/>
          </a:xfrm>
          <a:prstGeom prst="rect">
            <a:avLst/>
          </a:prstGeom>
          <a:noFill/>
          <a:ln w="38100">
            <a:solidFill>
              <a:srgbClr val="FF33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如何评价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40710780-7156-5193-DA6E-8143D6482DF1}"/>
              </a:ext>
            </a:extLst>
          </p:cNvPr>
          <p:cNvSpPr txBox="1"/>
          <p:nvPr/>
        </p:nvSpPr>
        <p:spPr>
          <a:xfrm>
            <a:off x="2700406" y="6251704"/>
            <a:ext cx="1254442" cy="400110"/>
          </a:xfrm>
          <a:prstGeom prst="rect">
            <a:avLst/>
          </a:prstGeom>
          <a:noFill/>
          <a:ln w="38100">
            <a:solidFill>
              <a:srgbClr val="FF33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如何实现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9A8EC2C4-47B9-0E7E-A86E-7C94733F904C}"/>
              </a:ext>
            </a:extLst>
          </p:cNvPr>
          <p:cNvSpPr txBox="1"/>
          <p:nvPr/>
        </p:nvSpPr>
        <p:spPr>
          <a:xfrm>
            <a:off x="5104525" y="4549175"/>
            <a:ext cx="4332029" cy="400110"/>
          </a:xfrm>
          <a:prstGeom prst="rect">
            <a:avLst/>
          </a:prstGeom>
          <a:noFill/>
          <a:ln w="38100">
            <a:solidFill>
              <a:srgbClr val="FF33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认识世界、改造世界、人生道路选择</a:t>
            </a: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B282B836-1479-5E61-25F0-68E672F18C37}"/>
              </a:ext>
            </a:extLst>
          </p:cNvPr>
          <p:cNvSpPr txBox="1"/>
          <p:nvPr/>
        </p:nvSpPr>
        <p:spPr>
          <a:xfrm>
            <a:off x="9795742" y="4474852"/>
            <a:ext cx="1988179" cy="400110"/>
          </a:xfrm>
          <a:prstGeom prst="rect">
            <a:avLst/>
          </a:prstGeom>
          <a:noFill/>
          <a:ln w="38100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dirty="0">
                <a:solidFill>
                  <a:prstClr val="black"/>
                </a:solidFill>
                <a:highlight>
                  <a:srgbClr val="FFFF00"/>
                </a:highlight>
                <a:latin typeface="Arial" panose="020B0604020202020204" pitchFamily="34" charset="0"/>
                <a:ea typeface="华文细黑" panose="02010600040101010101" pitchFamily="2" charset="-122"/>
              </a:rPr>
              <a:t>树立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正确价值观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3A6AF370-9EA9-C429-4449-99CB86CEFE68}"/>
              </a:ext>
            </a:extLst>
          </p:cNvPr>
          <p:cNvSpPr txBox="1"/>
          <p:nvPr/>
        </p:nvSpPr>
        <p:spPr>
          <a:xfrm>
            <a:off x="10327575" y="5076277"/>
            <a:ext cx="1988179" cy="707886"/>
          </a:xfrm>
          <a:prstGeom prst="rect">
            <a:avLst/>
          </a:prstGeom>
          <a:noFill/>
          <a:ln w="38100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dirty="0">
                <a:solidFill>
                  <a:prstClr val="black"/>
                </a:solidFill>
                <a:highlight>
                  <a:srgbClr val="FFFF00"/>
                </a:highlight>
                <a:latin typeface="Arial" panose="020B0604020202020204" pitchFamily="34" charset="0"/>
                <a:ea typeface="华文细黑" panose="02010600040101010101" pitchFamily="2" charset="-122"/>
              </a:rPr>
              <a:t>做出正确价值</a:t>
            </a:r>
            <a:endParaRPr lang="en-US" altLang="zh-CN" sz="2000" dirty="0">
              <a:solidFill>
                <a:prstClr val="black"/>
              </a:solidFill>
              <a:highlight>
                <a:srgbClr val="FFFF00"/>
              </a:highlight>
              <a:latin typeface="Arial" panose="020B0604020202020204" pitchFamily="34" charset="0"/>
              <a:ea typeface="华文细黑" panose="020106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dirty="0">
                <a:solidFill>
                  <a:prstClr val="black"/>
                </a:solidFill>
                <a:highlight>
                  <a:srgbClr val="FFFF00"/>
                </a:highlight>
                <a:latin typeface="Arial" panose="020B0604020202020204" pitchFamily="34" charset="0"/>
                <a:ea typeface="华文细黑" panose="02010600040101010101" pitchFamily="2" charset="-122"/>
              </a:rPr>
              <a:t>判断与选择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Arial" panose="020B0604020202020204" pitchFamily="34" charset="0"/>
              <a:ea typeface="华文细黑" panose="02010600040101010101" pitchFamily="2" charset="-122"/>
              <a:cs typeface="+mn-cs"/>
            </a:endParaRPr>
          </a:p>
        </p:txBody>
      </p:sp>
      <p:sp>
        <p:nvSpPr>
          <p:cNvPr id="82" name="箭头: 右 81">
            <a:extLst>
              <a:ext uri="{FF2B5EF4-FFF2-40B4-BE49-F238E27FC236}">
                <a16:creationId xmlns:a16="http://schemas.microsoft.com/office/drawing/2014/main" id="{249FC9D9-A25F-49A0-5FAE-AE5CBEE4CC25}"/>
              </a:ext>
            </a:extLst>
          </p:cNvPr>
          <p:cNvSpPr/>
          <p:nvPr/>
        </p:nvSpPr>
        <p:spPr>
          <a:xfrm>
            <a:off x="10055066" y="5282846"/>
            <a:ext cx="372695" cy="2479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F0910406-696D-434B-4F64-FCC8F864CF9F}"/>
              </a:ext>
            </a:extLst>
          </p:cNvPr>
          <p:cNvSpPr txBox="1"/>
          <p:nvPr/>
        </p:nvSpPr>
        <p:spPr>
          <a:xfrm>
            <a:off x="1950586" y="4146712"/>
            <a:ext cx="2084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人生价值</a:t>
            </a:r>
          </a:p>
        </p:txBody>
      </p:sp>
      <p:sp>
        <p:nvSpPr>
          <p:cNvPr id="84" name="左大括号 83">
            <a:extLst>
              <a:ext uri="{FF2B5EF4-FFF2-40B4-BE49-F238E27FC236}">
                <a16:creationId xmlns:a16="http://schemas.microsoft.com/office/drawing/2014/main" id="{746B8988-A72A-0334-D20E-1DA1E91495C8}"/>
              </a:ext>
            </a:extLst>
          </p:cNvPr>
          <p:cNvSpPr/>
          <p:nvPr/>
        </p:nvSpPr>
        <p:spPr>
          <a:xfrm>
            <a:off x="2240495" y="4159226"/>
            <a:ext cx="387856" cy="2425374"/>
          </a:xfrm>
          <a:prstGeom prst="leftBrace">
            <a:avLst>
              <a:gd name="adj1" fmla="val 8333"/>
              <a:gd name="adj2" fmla="val 47595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6756844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793DF6-5E57-EF11-8BE2-159A32CFA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FA7288E-A956-B9A8-7810-2C5F1E57A9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969" y="1530564"/>
            <a:ext cx="10852150" cy="3438304"/>
          </a:xfrm>
        </p:spPr>
      </p:pic>
    </p:spTree>
    <p:extLst>
      <p:ext uri="{BB962C8B-B14F-4D97-AF65-F5344CB8AC3E}">
        <p14:creationId xmlns:p14="http://schemas.microsoft.com/office/powerpoint/2010/main" val="1850040025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4" name="Line 25"/>
          <p:cNvSpPr>
            <a:spLocks noChangeShapeType="1"/>
          </p:cNvSpPr>
          <p:nvPr/>
        </p:nvSpPr>
        <p:spPr bwMode="auto">
          <a:xfrm flipH="1" flipV="1">
            <a:off x="1553649" y="2731209"/>
            <a:ext cx="11073" cy="234439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87" name="Line 30"/>
          <p:cNvSpPr>
            <a:spLocks noChangeShapeType="1"/>
          </p:cNvSpPr>
          <p:nvPr/>
        </p:nvSpPr>
        <p:spPr bwMode="auto">
          <a:xfrm flipH="1">
            <a:off x="4343678" y="4794910"/>
            <a:ext cx="3426367" cy="12754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38" name="Rectangle 2"/>
          <p:cNvSpPr>
            <a:spLocks noGrp="1"/>
          </p:cNvSpPr>
          <p:nvPr>
            <p:ph type="title" idx="4294967295"/>
          </p:nvPr>
        </p:nvSpPr>
        <p:spPr>
          <a:xfrm>
            <a:off x="328875" y="661670"/>
            <a:ext cx="523495" cy="3813042"/>
          </a:xfrm>
          <a:solidFill>
            <a:srgbClr val="FFFFCC"/>
          </a:solidFill>
          <a:ln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r>
              <a:rPr lang="zh-CN" altLang="en-US" sz="2800" dirty="0">
                <a:ea typeface="黑体" pitchFamily="2" charset="-122"/>
              </a:rPr>
              <a:t>第三单元</a:t>
            </a:r>
            <a:br>
              <a:rPr lang="en-US" altLang="zh-CN" sz="2800" dirty="0">
                <a:ea typeface="黑体" pitchFamily="2" charset="-122"/>
              </a:rPr>
            </a:br>
            <a:r>
              <a:rPr lang="zh-CN" altLang="en-US" sz="2800" dirty="0">
                <a:ea typeface="黑体" pitchFamily="2" charset="-122"/>
              </a:rPr>
              <a:t>  文化框架图</a:t>
            </a:r>
          </a:p>
        </p:txBody>
      </p:sp>
      <p:sp>
        <p:nvSpPr>
          <p:cNvPr id="14339" name="Text Box 6"/>
          <p:cNvSpPr txBox="1">
            <a:spLocks noChangeArrowheads="1"/>
          </p:cNvSpPr>
          <p:nvPr/>
        </p:nvSpPr>
        <p:spPr bwMode="auto">
          <a:xfrm>
            <a:off x="1438780" y="1535335"/>
            <a:ext cx="430887" cy="12552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000000"/>
                </a:solidFill>
                <a:ea typeface="黑体" pitchFamily="2" charset="-122"/>
              </a:rPr>
              <a:t>文 化</a:t>
            </a:r>
            <a:r>
              <a:rPr lang="en-US" altLang="zh-CN" sz="1600" dirty="0">
                <a:solidFill>
                  <a:srgbClr val="000000"/>
                </a:solidFill>
                <a:ea typeface="黑体" pitchFamily="2" charset="-122"/>
              </a:rPr>
              <a:t>—</a:t>
            </a:r>
            <a:r>
              <a:rPr lang="zh-CN" altLang="en-US" sz="1600" dirty="0">
                <a:solidFill>
                  <a:srgbClr val="000000"/>
                </a:solidFill>
                <a:ea typeface="黑体" pitchFamily="2" charset="-122"/>
              </a:rPr>
              <a:t>载体</a:t>
            </a:r>
          </a:p>
        </p:txBody>
      </p:sp>
      <p:sp>
        <p:nvSpPr>
          <p:cNvPr id="14341" name="Text Box 3"/>
          <p:cNvSpPr txBox="1">
            <a:spLocks noChangeArrowheads="1"/>
          </p:cNvSpPr>
          <p:nvPr/>
        </p:nvSpPr>
        <p:spPr bwMode="auto">
          <a:xfrm>
            <a:off x="6444811" y="1053356"/>
            <a:ext cx="1028011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B050"/>
                </a:solidFill>
                <a:latin typeface="黑体" pitchFamily="2" charset="-122"/>
                <a:ea typeface="黑体" pitchFamily="2" charset="-122"/>
              </a:rPr>
              <a:t>创造性转化</a:t>
            </a:r>
            <a:endParaRPr lang="en-US" altLang="zh-CN" sz="1200" dirty="0">
              <a:solidFill>
                <a:srgbClr val="00B05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B050"/>
                </a:solidFill>
                <a:latin typeface="黑体" pitchFamily="2" charset="-122"/>
                <a:ea typeface="黑体" pitchFamily="2" charset="-122"/>
              </a:rPr>
              <a:t>创新性发展</a:t>
            </a:r>
          </a:p>
        </p:txBody>
      </p:sp>
      <p:sp>
        <p:nvSpPr>
          <p:cNvPr id="14342" name="Line 24"/>
          <p:cNvSpPr>
            <a:spLocks noChangeShapeType="1"/>
          </p:cNvSpPr>
          <p:nvPr/>
        </p:nvSpPr>
        <p:spPr bwMode="auto">
          <a:xfrm flipH="1">
            <a:off x="5446713" y="9465557"/>
            <a:ext cx="144462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43" name="Line 25"/>
          <p:cNvSpPr>
            <a:spLocks noChangeShapeType="1"/>
          </p:cNvSpPr>
          <p:nvPr/>
        </p:nvSpPr>
        <p:spPr bwMode="auto">
          <a:xfrm flipV="1">
            <a:off x="4068070" y="3803241"/>
            <a:ext cx="966324" cy="1587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2563043" y="1256735"/>
            <a:ext cx="287338" cy="1655763"/>
            <a:chOff x="3424" y="1570"/>
            <a:chExt cx="182" cy="1089"/>
          </a:xfrm>
        </p:grpSpPr>
        <p:sp>
          <p:nvSpPr>
            <p:cNvPr id="14463" name="Line 27"/>
            <p:cNvSpPr>
              <a:spLocks noChangeShapeType="1"/>
            </p:cNvSpPr>
            <p:nvPr/>
          </p:nvSpPr>
          <p:spPr bwMode="auto">
            <a:xfrm>
              <a:off x="3424" y="1570"/>
              <a:ext cx="1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100">
                <a:solidFill>
                  <a:srgbClr val="000000"/>
                </a:solidFill>
              </a:endParaRPr>
            </a:p>
          </p:txBody>
        </p:sp>
        <p:sp>
          <p:nvSpPr>
            <p:cNvPr id="14464" name="Line 28"/>
            <p:cNvSpPr>
              <a:spLocks noChangeShapeType="1"/>
            </p:cNvSpPr>
            <p:nvPr/>
          </p:nvSpPr>
          <p:spPr bwMode="auto">
            <a:xfrm>
              <a:off x="3424" y="1570"/>
              <a:ext cx="0" cy="108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100">
                <a:solidFill>
                  <a:srgbClr val="000000"/>
                </a:solidFill>
              </a:endParaRPr>
            </a:p>
          </p:txBody>
        </p:sp>
        <p:sp>
          <p:nvSpPr>
            <p:cNvPr id="14465" name="Line 29"/>
            <p:cNvSpPr>
              <a:spLocks noChangeShapeType="1"/>
            </p:cNvSpPr>
            <p:nvPr/>
          </p:nvSpPr>
          <p:spPr bwMode="auto">
            <a:xfrm>
              <a:off x="3424" y="2659"/>
              <a:ext cx="1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100">
                <a:solidFill>
                  <a:srgbClr val="000000"/>
                </a:solidFill>
              </a:endParaRPr>
            </a:p>
          </p:txBody>
        </p:sp>
      </p:grpSp>
      <p:sp>
        <p:nvSpPr>
          <p:cNvPr id="14347" name="Text Box 3"/>
          <p:cNvSpPr txBox="1">
            <a:spLocks noChangeArrowheads="1"/>
          </p:cNvSpPr>
          <p:nvPr/>
        </p:nvSpPr>
        <p:spPr bwMode="auto">
          <a:xfrm>
            <a:off x="1801881" y="3626407"/>
            <a:ext cx="2259338" cy="2769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文化</a:t>
            </a:r>
            <a:r>
              <a:rPr lang="zh-CN" altLang="en-US" sz="1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特点</a:t>
            </a:r>
            <a:r>
              <a:rPr lang="zh-CN" altLang="en-US" sz="12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、</a:t>
            </a:r>
            <a:r>
              <a:rPr lang="zh-CN" altLang="en-US" sz="1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态度</a:t>
            </a:r>
            <a:r>
              <a:rPr lang="zh-CN" altLang="en-US" sz="12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、</a:t>
            </a:r>
            <a:r>
              <a:rPr lang="zh-CN" altLang="en-US" sz="1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规律和意义</a:t>
            </a:r>
          </a:p>
        </p:txBody>
      </p:sp>
      <p:sp>
        <p:nvSpPr>
          <p:cNvPr id="14348" name="Line 25"/>
          <p:cNvSpPr>
            <a:spLocks noChangeShapeType="1"/>
          </p:cNvSpPr>
          <p:nvPr/>
        </p:nvSpPr>
        <p:spPr bwMode="auto">
          <a:xfrm flipV="1">
            <a:off x="4872045" y="1328032"/>
            <a:ext cx="287337" cy="0"/>
          </a:xfrm>
          <a:prstGeom prst="line">
            <a:avLst/>
          </a:prstGeom>
          <a:noFill/>
          <a:ln w="25400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49" name="Line 14"/>
          <p:cNvSpPr>
            <a:spLocks noChangeShapeType="1"/>
          </p:cNvSpPr>
          <p:nvPr/>
        </p:nvSpPr>
        <p:spPr bwMode="auto">
          <a:xfrm rot="10800000" flipH="1" flipV="1">
            <a:off x="4981795" y="2082953"/>
            <a:ext cx="1466647" cy="985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50" name="Line 15"/>
          <p:cNvSpPr>
            <a:spLocks noChangeShapeType="1"/>
          </p:cNvSpPr>
          <p:nvPr/>
        </p:nvSpPr>
        <p:spPr bwMode="auto">
          <a:xfrm>
            <a:off x="8672698" y="3335458"/>
            <a:ext cx="0" cy="144922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51" name="Text Box 3"/>
          <p:cNvSpPr txBox="1">
            <a:spLocks noChangeArrowheads="1"/>
          </p:cNvSpPr>
          <p:nvPr/>
        </p:nvSpPr>
        <p:spPr bwMode="auto">
          <a:xfrm>
            <a:off x="5142594" y="3480379"/>
            <a:ext cx="1439863" cy="52322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中国特色社会主义文化发展道路</a:t>
            </a:r>
          </a:p>
        </p:txBody>
      </p:sp>
      <p:sp>
        <p:nvSpPr>
          <p:cNvPr id="14352" name="Line 30"/>
          <p:cNvSpPr>
            <a:spLocks noChangeShapeType="1"/>
          </p:cNvSpPr>
          <p:nvPr/>
        </p:nvSpPr>
        <p:spPr bwMode="auto">
          <a:xfrm flipH="1">
            <a:off x="9409121" y="3178613"/>
            <a:ext cx="358766" cy="381444"/>
          </a:xfrm>
          <a:prstGeom prst="line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54" name="Line 25"/>
          <p:cNvSpPr>
            <a:spLocks noChangeShapeType="1"/>
          </p:cNvSpPr>
          <p:nvPr/>
        </p:nvSpPr>
        <p:spPr bwMode="auto">
          <a:xfrm>
            <a:off x="6888163" y="1543939"/>
            <a:ext cx="0" cy="28733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55" name="Text Box 3"/>
          <p:cNvSpPr txBox="1">
            <a:spLocks noChangeArrowheads="1"/>
          </p:cNvSpPr>
          <p:nvPr/>
        </p:nvSpPr>
        <p:spPr bwMode="auto">
          <a:xfrm>
            <a:off x="9787669" y="2009062"/>
            <a:ext cx="544929" cy="1169551"/>
          </a:xfrm>
          <a:prstGeom prst="rect">
            <a:avLst/>
          </a:prstGeom>
          <a:solidFill>
            <a:srgbClr val="FDCD5F"/>
          </a:solidFill>
          <a:ln w="9525">
            <a:solidFill>
              <a:srgbClr val="FFC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5DA2"/>
                </a:solidFill>
                <a:latin typeface="黑体" pitchFamily="2" charset="-122"/>
                <a:ea typeface="黑体" pitchFamily="2" charset="-122"/>
              </a:rPr>
              <a:t>社会主义核心价值观</a:t>
            </a:r>
          </a:p>
        </p:txBody>
      </p:sp>
      <p:sp>
        <p:nvSpPr>
          <p:cNvPr id="14356" name="Line 25"/>
          <p:cNvSpPr>
            <a:spLocks noChangeShapeType="1"/>
          </p:cNvSpPr>
          <p:nvPr/>
        </p:nvSpPr>
        <p:spPr bwMode="auto">
          <a:xfrm flipV="1">
            <a:off x="4842447" y="2882196"/>
            <a:ext cx="287338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57" name="Text Box 3"/>
          <p:cNvSpPr txBox="1">
            <a:spLocks noChangeArrowheads="1"/>
          </p:cNvSpPr>
          <p:nvPr/>
        </p:nvSpPr>
        <p:spPr bwMode="auto">
          <a:xfrm>
            <a:off x="5319296" y="2675279"/>
            <a:ext cx="863522" cy="30777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953735"/>
                </a:solidFill>
                <a:latin typeface="黑体" pitchFamily="2" charset="-122"/>
                <a:ea typeface="黑体" pitchFamily="2" charset="-122"/>
              </a:rPr>
              <a:t>交流</a:t>
            </a:r>
          </a:p>
        </p:txBody>
      </p:sp>
      <p:sp>
        <p:nvSpPr>
          <p:cNvPr id="14360" name="Line 25"/>
          <p:cNvSpPr>
            <a:spLocks noChangeShapeType="1"/>
          </p:cNvSpPr>
          <p:nvPr/>
        </p:nvSpPr>
        <p:spPr bwMode="auto">
          <a:xfrm flipV="1">
            <a:off x="6238875" y="2882196"/>
            <a:ext cx="287338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61" name="Text Box 3"/>
          <p:cNvSpPr txBox="1">
            <a:spLocks noChangeArrowheads="1"/>
          </p:cNvSpPr>
          <p:nvPr/>
        </p:nvSpPr>
        <p:spPr bwMode="auto">
          <a:xfrm>
            <a:off x="6511876" y="2684667"/>
            <a:ext cx="863522" cy="30777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953735"/>
                </a:solidFill>
                <a:latin typeface="黑体" pitchFamily="2" charset="-122"/>
                <a:ea typeface="黑体" pitchFamily="2" charset="-122"/>
              </a:rPr>
              <a:t>交融</a:t>
            </a:r>
          </a:p>
        </p:txBody>
      </p:sp>
      <p:sp>
        <p:nvSpPr>
          <p:cNvPr id="14362" name="Line 25"/>
          <p:cNvSpPr>
            <a:spLocks noChangeShapeType="1"/>
          </p:cNvSpPr>
          <p:nvPr/>
        </p:nvSpPr>
        <p:spPr bwMode="auto">
          <a:xfrm flipV="1">
            <a:off x="6910516" y="2272315"/>
            <a:ext cx="0" cy="358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63" name="Text Box 3"/>
          <p:cNvSpPr txBox="1">
            <a:spLocks noChangeArrowheads="1"/>
          </p:cNvSpPr>
          <p:nvPr/>
        </p:nvSpPr>
        <p:spPr bwMode="auto">
          <a:xfrm>
            <a:off x="6441180" y="1840324"/>
            <a:ext cx="1108862" cy="461665"/>
          </a:xfrm>
          <a:prstGeom prst="rect">
            <a:avLst/>
          </a:prstGeom>
          <a:solidFill>
            <a:srgbClr val="00B0F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融通不同资源</a:t>
            </a:r>
            <a:endParaRPr lang="en-US" altLang="zh-CN" sz="1200" dirty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实现综合创新</a:t>
            </a:r>
          </a:p>
        </p:txBody>
      </p:sp>
      <p:sp>
        <p:nvSpPr>
          <p:cNvPr id="14364" name="Line 25"/>
          <p:cNvSpPr>
            <a:spLocks noChangeShapeType="1"/>
          </p:cNvSpPr>
          <p:nvPr/>
        </p:nvSpPr>
        <p:spPr bwMode="auto">
          <a:xfrm flipV="1">
            <a:off x="7462841" y="2882196"/>
            <a:ext cx="287337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65" name="Line 25"/>
          <p:cNvSpPr>
            <a:spLocks noChangeShapeType="1"/>
          </p:cNvSpPr>
          <p:nvPr/>
        </p:nvSpPr>
        <p:spPr bwMode="auto">
          <a:xfrm>
            <a:off x="3935413" y="1543936"/>
            <a:ext cx="0" cy="3603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66" name="Line 25"/>
          <p:cNvSpPr>
            <a:spLocks noChangeShapeType="1"/>
          </p:cNvSpPr>
          <p:nvPr/>
        </p:nvSpPr>
        <p:spPr bwMode="auto">
          <a:xfrm flipV="1">
            <a:off x="3935413" y="2263715"/>
            <a:ext cx="0" cy="3603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67" name="Text Box 3"/>
          <p:cNvSpPr txBox="1">
            <a:spLocks noChangeArrowheads="1"/>
          </p:cNvSpPr>
          <p:nvPr/>
        </p:nvSpPr>
        <p:spPr bwMode="auto">
          <a:xfrm>
            <a:off x="2687635" y="1959688"/>
            <a:ext cx="2279673" cy="307777"/>
          </a:xfrm>
          <a:prstGeom prst="rect">
            <a:avLst/>
          </a:prstGeom>
          <a:solidFill>
            <a:srgbClr val="0099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社会实践：</a:t>
            </a:r>
            <a:r>
              <a:rPr lang="zh-CN" altLang="en-US" sz="1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以人民为中心</a:t>
            </a:r>
          </a:p>
        </p:txBody>
      </p:sp>
      <p:sp>
        <p:nvSpPr>
          <p:cNvPr id="14368" name="Line 25"/>
          <p:cNvSpPr>
            <a:spLocks noChangeShapeType="1"/>
          </p:cNvSpPr>
          <p:nvPr/>
        </p:nvSpPr>
        <p:spPr bwMode="auto">
          <a:xfrm flipV="1">
            <a:off x="7462841" y="1328032"/>
            <a:ext cx="287337" cy="0"/>
          </a:xfrm>
          <a:prstGeom prst="line">
            <a:avLst/>
          </a:prstGeom>
          <a:noFill/>
          <a:ln w="25400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69" name="Text Box 3"/>
          <p:cNvSpPr txBox="1">
            <a:spLocks noChangeArrowheads="1"/>
          </p:cNvSpPr>
          <p:nvPr/>
        </p:nvSpPr>
        <p:spPr bwMode="auto">
          <a:xfrm>
            <a:off x="7725662" y="876396"/>
            <a:ext cx="1223962" cy="738664"/>
          </a:xfrm>
          <a:prstGeom prst="rect">
            <a:avLst/>
          </a:prstGeom>
          <a:solidFill>
            <a:srgbClr val="FF0000"/>
          </a:solidFill>
          <a:ln w="9525">
            <a:solidFill>
              <a:srgbClr val="00B05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革命文化和</a:t>
            </a:r>
            <a:endParaRPr lang="en-US" altLang="zh-CN" sz="1400" dirty="0">
              <a:solidFill>
                <a:srgbClr val="FFFF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社会主义先进文化</a:t>
            </a:r>
          </a:p>
        </p:txBody>
      </p:sp>
      <p:sp>
        <p:nvSpPr>
          <p:cNvPr id="14370" name="Line 25"/>
          <p:cNvSpPr>
            <a:spLocks noChangeShapeType="1"/>
          </p:cNvSpPr>
          <p:nvPr/>
        </p:nvSpPr>
        <p:spPr bwMode="auto">
          <a:xfrm flipV="1">
            <a:off x="8975727" y="1328032"/>
            <a:ext cx="287338" cy="0"/>
          </a:xfrm>
          <a:prstGeom prst="line">
            <a:avLst/>
          </a:prstGeom>
          <a:noFill/>
          <a:ln w="25400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71" name="Text Box 3"/>
          <p:cNvSpPr txBox="1">
            <a:spLocks noChangeArrowheads="1"/>
          </p:cNvSpPr>
          <p:nvPr/>
        </p:nvSpPr>
        <p:spPr bwMode="auto">
          <a:xfrm>
            <a:off x="9359145" y="957411"/>
            <a:ext cx="2386651" cy="692497"/>
          </a:xfrm>
          <a:prstGeom prst="rect">
            <a:avLst/>
          </a:prstGeom>
          <a:solidFill>
            <a:srgbClr val="FF0000"/>
          </a:solidFill>
          <a:ln w="9525">
            <a:solidFill>
              <a:srgbClr val="00B05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中华民族精神</a:t>
            </a:r>
            <a:endParaRPr lang="en-US" altLang="zh-CN" sz="1400" dirty="0">
              <a:solidFill>
                <a:srgbClr val="FFFF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（爱国：</a:t>
            </a:r>
            <a:r>
              <a:rPr lang="zh-CN" altLang="en-US" sz="11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团结统一 爱好和平</a:t>
            </a:r>
            <a:endParaRPr lang="en-US" altLang="zh-CN" sz="1100" dirty="0">
              <a:solidFill>
                <a:srgbClr val="FFFF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1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           </a:t>
            </a:r>
            <a:r>
              <a:rPr lang="zh-CN" altLang="en-US" sz="11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勤劳勇敢  自强不息）</a:t>
            </a:r>
            <a:endParaRPr lang="zh-CN" altLang="en-US" sz="1400" dirty="0">
              <a:solidFill>
                <a:srgbClr val="FFFF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372" name="Line 25"/>
          <p:cNvSpPr>
            <a:spLocks noChangeShapeType="1"/>
          </p:cNvSpPr>
          <p:nvPr/>
        </p:nvSpPr>
        <p:spPr bwMode="auto">
          <a:xfrm>
            <a:off x="9912350" y="1616969"/>
            <a:ext cx="0" cy="285751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73" name="Line 25"/>
          <p:cNvSpPr>
            <a:spLocks noChangeShapeType="1"/>
          </p:cNvSpPr>
          <p:nvPr/>
        </p:nvSpPr>
        <p:spPr bwMode="auto">
          <a:xfrm flipV="1">
            <a:off x="7550042" y="2084616"/>
            <a:ext cx="2873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74" name="Text Box 3"/>
          <p:cNvSpPr txBox="1">
            <a:spLocks noChangeArrowheads="1"/>
          </p:cNvSpPr>
          <p:nvPr/>
        </p:nvSpPr>
        <p:spPr bwMode="auto">
          <a:xfrm>
            <a:off x="7879784" y="1800463"/>
            <a:ext cx="1290806" cy="523220"/>
          </a:xfrm>
          <a:prstGeom prst="rect">
            <a:avLst/>
          </a:prstGeom>
          <a:solidFill>
            <a:srgbClr val="00B0F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latin typeface="黑体" pitchFamily="2" charset="-122"/>
                <a:ea typeface="黑体" pitchFamily="2" charset="-122"/>
              </a:rPr>
              <a:t>弘扬主旋律</a:t>
            </a:r>
            <a:endParaRPr lang="en-US" altLang="zh-CN" sz="1400" dirty="0"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latin typeface="黑体" pitchFamily="2" charset="-122"/>
                <a:ea typeface="黑体" pitchFamily="2" charset="-122"/>
              </a:rPr>
              <a:t>传递正能量</a:t>
            </a:r>
          </a:p>
        </p:txBody>
      </p:sp>
      <p:sp>
        <p:nvSpPr>
          <p:cNvPr id="14375" name="Line 25"/>
          <p:cNvSpPr>
            <a:spLocks noChangeShapeType="1"/>
          </p:cNvSpPr>
          <p:nvPr/>
        </p:nvSpPr>
        <p:spPr bwMode="auto">
          <a:xfrm>
            <a:off x="9166594" y="2120196"/>
            <a:ext cx="624731" cy="706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76" name="Text Box 3"/>
          <p:cNvSpPr txBox="1">
            <a:spLocks noChangeArrowheads="1"/>
          </p:cNvSpPr>
          <p:nvPr/>
        </p:nvSpPr>
        <p:spPr bwMode="auto">
          <a:xfrm>
            <a:off x="7785449" y="2597025"/>
            <a:ext cx="1865139" cy="6463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953735"/>
                </a:solidFill>
                <a:latin typeface="黑体" pitchFamily="2" charset="-122"/>
                <a:ea typeface="黑体" pitchFamily="2" charset="-122"/>
              </a:rPr>
              <a:t>提升软实力，扩大影响力</a:t>
            </a:r>
            <a:endParaRPr lang="en-US" altLang="zh-CN" sz="1200" dirty="0">
              <a:solidFill>
                <a:srgbClr val="953735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953735"/>
                </a:solidFill>
                <a:latin typeface="黑体" pitchFamily="2" charset="-122"/>
                <a:ea typeface="黑体" pitchFamily="2" charset="-122"/>
              </a:rPr>
              <a:t>原则：不忘本来  </a:t>
            </a:r>
            <a:endParaRPr lang="en-US" altLang="zh-CN" sz="1200" dirty="0">
              <a:solidFill>
                <a:srgbClr val="953735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953735"/>
                </a:solidFill>
                <a:latin typeface="黑体" pitchFamily="2" charset="-122"/>
                <a:ea typeface="黑体" pitchFamily="2" charset="-122"/>
              </a:rPr>
              <a:t>吸收外来 面向未来</a:t>
            </a:r>
            <a:endParaRPr lang="zh-CN" altLang="en-US" sz="1050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377" name="Line 25"/>
          <p:cNvSpPr>
            <a:spLocks noChangeShapeType="1"/>
          </p:cNvSpPr>
          <p:nvPr/>
        </p:nvSpPr>
        <p:spPr bwMode="auto">
          <a:xfrm flipH="1">
            <a:off x="2565425" y="3123106"/>
            <a:ext cx="1" cy="446899"/>
          </a:xfrm>
          <a:prstGeom prst="line">
            <a:avLst/>
          </a:prstGeom>
          <a:noFill/>
          <a:ln w="25400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80" name="Text Box 3"/>
          <p:cNvSpPr txBox="1">
            <a:spLocks noChangeArrowheads="1"/>
          </p:cNvSpPr>
          <p:nvPr/>
        </p:nvSpPr>
        <p:spPr bwMode="auto">
          <a:xfrm>
            <a:off x="7881043" y="3539227"/>
            <a:ext cx="1511300" cy="369332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rgbClr val="FFFF00"/>
                </a:solidFill>
                <a:highlight>
                  <a:srgbClr val="00FF00"/>
                </a:highlight>
                <a:latin typeface="黑体" pitchFamily="2" charset="-122"/>
                <a:ea typeface="黑体" pitchFamily="2" charset="-122"/>
              </a:rPr>
              <a:t>※</a:t>
            </a:r>
            <a:r>
              <a:rPr lang="zh-CN" altLang="en-US" b="1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文化自信</a:t>
            </a:r>
          </a:p>
        </p:txBody>
      </p:sp>
      <p:sp>
        <p:nvSpPr>
          <p:cNvPr id="14381" name="Line 30"/>
          <p:cNvSpPr>
            <a:spLocks noChangeShapeType="1"/>
          </p:cNvSpPr>
          <p:nvPr/>
        </p:nvSpPr>
        <p:spPr bwMode="auto">
          <a:xfrm flipH="1">
            <a:off x="6685359" y="3768040"/>
            <a:ext cx="1137852" cy="1338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82" name="Line 25"/>
          <p:cNvSpPr>
            <a:spLocks noChangeShapeType="1"/>
          </p:cNvSpPr>
          <p:nvPr/>
        </p:nvSpPr>
        <p:spPr bwMode="auto">
          <a:xfrm>
            <a:off x="10066642" y="3414076"/>
            <a:ext cx="7936" cy="938286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83" name="Line 30"/>
          <p:cNvSpPr>
            <a:spLocks noChangeShapeType="1"/>
          </p:cNvSpPr>
          <p:nvPr/>
        </p:nvSpPr>
        <p:spPr bwMode="auto">
          <a:xfrm flipH="1" flipV="1">
            <a:off x="9539965" y="4807663"/>
            <a:ext cx="297762" cy="2927"/>
          </a:xfrm>
          <a:prstGeom prst="line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84" name="Text Box 3"/>
          <p:cNvSpPr txBox="1">
            <a:spLocks noChangeArrowheads="1"/>
          </p:cNvSpPr>
          <p:nvPr/>
        </p:nvSpPr>
        <p:spPr bwMode="auto">
          <a:xfrm>
            <a:off x="7796792" y="4583576"/>
            <a:ext cx="1789479" cy="52322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党的领导：革命文化</a:t>
            </a:r>
            <a:endParaRPr lang="en-US" altLang="zh-CN" sz="1400" b="1" dirty="0">
              <a:solidFill>
                <a:srgbClr val="FFFF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社会主义先进文化</a:t>
            </a:r>
          </a:p>
        </p:txBody>
      </p:sp>
      <p:sp>
        <p:nvSpPr>
          <p:cNvPr id="14385" name="Text Box 3"/>
          <p:cNvSpPr txBox="1">
            <a:spLocks noChangeArrowheads="1"/>
          </p:cNvSpPr>
          <p:nvPr/>
        </p:nvSpPr>
        <p:spPr bwMode="auto">
          <a:xfrm>
            <a:off x="7967664" y="6009569"/>
            <a:ext cx="1511299" cy="4001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rgbClr val="C00000"/>
                </a:solidFill>
                <a:highlight>
                  <a:srgbClr val="00FF00"/>
                </a:highlight>
                <a:latin typeface="黑体" pitchFamily="2" charset="-122"/>
                <a:ea typeface="黑体" pitchFamily="2" charset="-122"/>
              </a:rPr>
              <a:t>※</a:t>
            </a:r>
            <a:r>
              <a:rPr lang="zh-CN" altLang="en-US" sz="2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文化强国</a:t>
            </a:r>
            <a:endParaRPr lang="zh-CN" altLang="en-US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388" name="Line 25"/>
          <p:cNvSpPr>
            <a:spLocks noChangeShapeType="1"/>
          </p:cNvSpPr>
          <p:nvPr/>
        </p:nvSpPr>
        <p:spPr bwMode="auto">
          <a:xfrm>
            <a:off x="5868287" y="3000614"/>
            <a:ext cx="7934" cy="484768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 dirty="0">
              <a:solidFill>
                <a:srgbClr val="000000"/>
              </a:solidFill>
            </a:endParaRPr>
          </a:p>
        </p:txBody>
      </p:sp>
      <p:sp>
        <p:nvSpPr>
          <p:cNvPr id="14401" name="Line 15"/>
          <p:cNvSpPr>
            <a:spLocks noChangeShapeType="1"/>
          </p:cNvSpPr>
          <p:nvPr/>
        </p:nvSpPr>
        <p:spPr bwMode="auto">
          <a:xfrm flipV="1">
            <a:off x="8543925" y="3991999"/>
            <a:ext cx="0" cy="36036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03" name="Line 25"/>
          <p:cNvSpPr>
            <a:spLocks noChangeShapeType="1"/>
          </p:cNvSpPr>
          <p:nvPr/>
        </p:nvSpPr>
        <p:spPr bwMode="auto">
          <a:xfrm>
            <a:off x="6591886" y="4001380"/>
            <a:ext cx="599488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04" name="Text Box 3"/>
          <p:cNvSpPr txBox="1">
            <a:spLocks noChangeArrowheads="1"/>
          </p:cNvSpPr>
          <p:nvPr/>
        </p:nvSpPr>
        <p:spPr bwMode="auto">
          <a:xfrm>
            <a:off x="5597902" y="4310178"/>
            <a:ext cx="387311" cy="954107"/>
          </a:xfrm>
          <a:prstGeom prst="rect">
            <a:avLst/>
          </a:prstGeom>
          <a:solidFill>
            <a:srgbClr val="FDCD5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文化事业</a:t>
            </a:r>
          </a:p>
        </p:txBody>
      </p:sp>
      <p:sp>
        <p:nvSpPr>
          <p:cNvPr id="14405" name="Text Box 3"/>
          <p:cNvSpPr txBox="1">
            <a:spLocks noChangeArrowheads="1"/>
          </p:cNvSpPr>
          <p:nvPr/>
        </p:nvSpPr>
        <p:spPr bwMode="auto">
          <a:xfrm>
            <a:off x="1180526" y="3066067"/>
            <a:ext cx="345697" cy="1815882"/>
          </a:xfrm>
          <a:prstGeom prst="rect">
            <a:avLst/>
          </a:prstGeom>
          <a:solidFill>
            <a:schemeClr val="bg1"/>
          </a:solidFill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latin typeface="黑体" pitchFamily="2" charset="-122"/>
                <a:ea typeface="黑体" pitchFamily="2" charset="-122"/>
              </a:rPr>
              <a:t>政治经济决定文化</a:t>
            </a:r>
          </a:p>
        </p:txBody>
      </p:sp>
      <p:sp>
        <p:nvSpPr>
          <p:cNvPr id="14407" name="Line 25"/>
          <p:cNvSpPr>
            <a:spLocks noChangeShapeType="1"/>
          </p:cNvSpPr>
          <p:nvPr/>
        </p:nvSpPr>
        <p:spPr bwMode="auto">
          <a:xfrm flipV="1">
            <a:off x="6022192" y="6221103"/>
            <a:ext cx="215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08" name="Text Box 3"/>
          <p:cNvSpPr txBox="1">
            <a:spLocks noChangeArrowheads="1"/>
          </p:cNvSpPr>
          <p:nvPr/>
        </p:nvSpPr>
        <p:spPr bwMode="auto">
          <a:xfrm>
            <a:off x="6276158" y="4233234"/>
            <a:ext cx="360043" cy="1107996"/>
          </a:xfrm>
          <a:prstGeom prst="rect">
            <a:avLst/>
          </a:prstGeom>
          <a:solidFill>
            <a:srgbClr val="FF0000"/>
          </a:solidFill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>
                <a:latin typeface="黑体" pitchFamily="2" charset="-122"/>
                <a:ea typeface="黑体" pitchFamily="2" charset="-122"/>
              </a:rPr>
              <a:t>公共文化服务</a:t>
            </a:r>
          </a:p>
        </p:txBody>
      </p:sp>
      <p:sp>
        <p:nvSpPr>
          <p:cNvPr id="14410" name="Text Box 3"/>
          <p:cNvSpPr txBox="1">
            <a:spLocks noChangeArrowheads="1"/>
          </p:cNvSpPr>
          <p:nvPr/>
        </p:nvSpPr>
        <p:spPr bwMode="auto">
          <a:xfrm>
            <a:off x="6990741" y="4481891"/>
            <a:ext cx="503238" cy="769441"/>
          </a:xfrm>
          <a:prstGeom prst="rect">
            <a:avLst/>
          </a:prstGeom>
          <a:solidFill>
            <a:schemeClr val="bg2"/>
          </a:solidFill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社会效益放在首位</a:t>
            </a:r>
          </a:p>
        </p:txBody>
      </p:sp>
      <p:sp>
        <p:nvSpPr>
          <p:cNvPr id="14411" name="Line 25"/>
          <p:cNvSpPr>
            <a:spLocks noChangeShapeType="1"/>
          </p:cNvSpPr>
          <p:nvPr/>
        </p:nvSpPr>
        <p:spPr bwMode="auto">
          <a:xfrm flipV="1">
            <a:off x="7751764" y="6225470"/>
            <a:ext cx="215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12" name="Line 25"/>
          <p:cNvSpPr>
            <a:spLocks noChangeShapeType="1"/>
          </p:cNvSpPr>
          <p:nvPr/>
        </p:nvSpPr>
        <p:spPr bwMode="auto">
          <a:xfrm>
            <a:off x="7201424" y="5276239"/>
            <a:ext cx="8489" cy="70614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13" name="Text Box 3"/>
          <p:cNvSpPr txBox="1">
            <a:spLocks noChangeArrowheads="1"/>
          </p:cNvSpPr>
          <p:nvPr/>
        </p:nvSpPr>
        <p:spPr bwMode="auto">
          <a:xfrm>
            <a:off x="6238092" y="6050133"/>
            <a:ext cx="1441450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综合国力</a:t>
            </a:r>
          </a:p>
        </p:txBody>
      </p:sp>
      <p:sp>
        <p:nvSpPr>
          <p:cNvPr id="14415" name="Line 15"/>
          <p:cNvSpPr>
            <a:spLocks noChangeShapeType="1"/>
          </p:cNvSpPr>
          <p:nvPr/>
        </p:nvSpPr>
        <p:spPr bwMode="auto">
          <a:xfrm>
            <a:off x="2658210" y="3128257"/>
            <a:ext cx="0" cy="43180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16" name="Line 15"/>
          <p:cNvSpPr>
            <a:spLocks noChangeShapeType="1"/>
          </p:cNvSpPr>
          <p:nvPr/>
        </p:nvSpPr>
        <p:spPr bwMode="auto">
          <a:xfrm>
            <a:off x="2602171" y="752753"/>
            <a:ext cx="0" cy="433388"/>
          </a:xfrm>
          <a:prstGeom prst="line">
            <a:avLst/>
          </a:prstGeom>
          <a:noFill/>
          <a:ln w="25400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17" name="Text Box 3"/>
          <p:cNvSpPr txBox="1">
            <a:spLocks noChangeArrowheads="1"/>
          </p:cNvSpPr>
          <p:nvPr/>
        </p:nvSpPr>
        <p:spPr bwMode="auto">
          <a:xfrm>
            <a:off x="2323974" y="303842"/>
            <a:ext cx="684818" cy="338554"/>
          </a:xfrm>
          <a:prstGeom prst="rect">
            <a:avLst/>
          </a:prstGeom>
          <a:solidFill>
            <a:schemeClr val="bg1"/>
          </a:solidFill>
          <a:ln w="9525">
            <a:solidFill>
              <a:srgbClr val="00B05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黑体" pitchFamily="2" charset="-122"/>
                <a:ea typeface="黑体" pitchFamily="2" charset="-122"/>
              </a:rPr>
              <a:t>特征</a:t>
            </a:r>
          </a:p>
        </p:txBody>
      </p:sp>
      <p:sp>
        <p:nvSpPr>
          <p:cNvPr id="14419" name="Line 25"/>
          <p:cNvSpPr>
            <a:spLocks noChangeShapeType="1"/>
          </p:cNvSpPr>
          <p:nvPr/>
        </p:nvSpPr>
        <p:spPr bwMode="auto">
          <a:xfrm flipV="1">
            <a:off x="4079875" y="3704520"/>
            <a:ext cx="966325" cy="0"/>
          </a:xfrm>
          <a:prstGeom prst="line">
            <a:avLst/>
          </a:prstGeom>
          <a:noFill/>
          <a:ln w="25400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21" name="Line 15"/>
          <p:cNvSpPr>
            <a:spLocks noChangeShapeType="1"/>
          </p:cNvSpPr>
          <p:nvPr/>
        </p:nvSpPr>
        <p:spPr bwMode="auto">
          <a:xfrm flipH="1" flipV="1">
            <a:off x="4836939" y="5089933"/>
            <a:ext cx="1805" cy="73902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22" name="Line 25"/>
          <p:cNvSpPr>
            <a:spLocks noChangeShapeType="1"/>
          </p:cNvSpPr>
          <p:nvPr/>
        </p:nvSpPr>
        <p:spPr bwMode="auto">
          <a:xfrm flipV="1">
            <a:off x="6635753" y="3655210"/>
            <a:ext cx="122396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23" name="Line 25"/>
          <p:cNvSpPr>
            <a:spLocks noChangeShapeType="1"/>
          </p:cNvSpPr>
          <p:nvPr/>
        </p:nvSpPr>
        <p:spPr bwMode="auto">
          <a:xfrm flipV="1">
            <a:off x="8688388" y="3991999"/>
            <a:ext cx="0" cy="3603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25" name="Text Box 3"/>
          <p:cNvSpPr txBox="1">
            <a:spLocks noChangeArrowheads="1"/>
          </p:cNvSpPr>
          <p:nvPr/>
        </p:nvSpPr>
        <p:spPr bwMode="auto">
          <a:xfrm>
            <a:off x="3053251" y="4487556"/>
            <a:ext cx="1342571" cy="73866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丰富精神世界</a:t>
            </a:r>
            <a:endParaRPr lang="en-US" altLang="zh-CN" sz="1400" dirty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增强精神力量</a:t>
            </a:r>
            <a:endParaRPr lang="en-US" altLang="zh-CN" sz="1400" dirty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促进全面发展</a:t>
            </a:r>
          </a:p>
        </p:txBody>
      </p:sp>
      <p:grpSp>
        <p:nvGrpSpPr>
          <p:cNvPr id="6" name="Group 26"/>
          <p:cNvGrpSpPr>
            <a:grpSpLocks/>
          </p:cNvGrpSpPr>
          <p:nvPr/>
        </p:nvGrpSpPr>
        <p:grpSpPr bwMode="auto">
          <a:xfrm>
            <a:off x="2206672" y="4999920"/>
            <a:ext cx="73025" cy="1511300"/>
            <a:chOff x="3424" y="1570"/>
            <a:chExt cx="182" cy="1089"/>
          </a:xfrm>
        </p:grpSpPr>
        <p:sp>
          <p:nvSpPr>
            <p:cNvPr id="14451" name="Line 27"/>
            <p:cNvSpPr>
              <a:spLocks noChangeShapeType="1"/>
            </p:cNvSpPr>
            <p:nvPr/>
          </p:nvSpPr>
          <p:spPr bwMode="auto">
            <a:xfrm>
              <a:off x="3424" y="1570"/>
              <a:ext cx="1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100">
                <a:solidFill>
                  <a:srgbClr val="000000"/>
                </a:solidFill>
              </a:endParaRPr>
            </a:p>
          </p:txBody>
        </p:sp>
        <p:sp>
          <p:nvSpPr>
            <p:cNvPr id="14452" name="Line 28"/>
            <p:cNvSpPr>
              <a:spLocks noChangeShapeType="1"/>
            </p:cNvSpPr>
            <p:nvPr/>
          </p:nvSpPr>
          <p:spPr bwMode="auto">
            <a:xfrm>
              <a:off x="3424" y="1570"/>
              <a:ext cx="0" cy="108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100">
                <a:solidFill>
                  <a:srgbClr val="000000"/>
                </a:solidFill>
              </a:endParaRPr>
            </a:p>
          </p:txBody>
        </p:sp>
        <p:sp>
          <p:nvSpPr>
            <p:cNvPr id="14453" name="Line 29"/>
            <p:cNvSpPr>
              <a:spLocks noChangeShapeType="1"/>
            </p:cNvSpPr>
            <p:nvPr/>
          </p:nvSpPr>
          <p:spPr bwMode="auto">
            <a:xfrm>
              <a:off x="3424" y="2659"/>
              <a:ext cx="1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100">
                <a:solidFill>
                  <a:srgbClr val="000000"/>
                </a:solidFill>
              </a:endParaRPr>
            </a:p>
          </p:txBody>
        </p:sp>
      </p:grpSp>
      <p:sp>
        <p:nvSpPr>
          <p:cNvPr id="14427" name="Text Box 3"/>
          <p:cNvSpPr txBox="1">
            <a:spLocks noChangeArrowheads="1"/>
          </p:cNvSpPr>
          <p:nvPr/>
        </p:nvSpPr>
        <p:spPr bwMode="auto">
          <a:xfrm>
            <a:off x="2333978" y="4729015"/>
            <a:ext cx="324232" cy="5232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highlight>
                  <a:srgbClr val="00FF00"/>
                </a:highlight>
                <a:latin typeface="黑体" pitchFamily="2" charset="-122"/>
                <a:ea typeface="黑体" pitchFamily="2" charset="-122"/>
              </a:rPr>
              <a:t>个人</a:t>
            </a:r>
          </a:p>
        </p:txBody>
      </p:sp>
      <p:sp>
        <p:nvSpPr>
          <p:cNvPr id="14428" name="Text Box 3"/>
          <p:cNvSpPr txBox="1">
            <a:spLocks noChangeArrowheads="1"/>
          </p:cNvSpPr>
          <p:nvPr/>
        </p:nvSpPr>
        <p:spPr bwMode="auto">
          <a:xfrm>
            <a:off x="2360915" y="6027333"/>
            <a:ext cx="297295" cy="5232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highlight>
                  <a:srgbClr val="00FF00"/>
                </a:highlight>
                <a:latin typeface="黑体" pitchFamily="2" charset="-122"/>
                <a:ea typeface="黑体" pitchFamily="2" charset="-122"/>
              </a:rPr>
              <a:t>社会 </a:t>
            </a:r>
          </a:p>
        </p:txBody>
      </p:sp>
      <p:sp>
        <p:nvSpPr>
          <p:cNvPr id="14429" name="Line 25"/>
          <p:cNvSpPr>
            <a:spLocks noChangeShapeType="1"/>
          </p:cNvSpPr>
          <p:nvPr/>
        </p:nvSpPr>
        <p:spPr bwMode="auto">
          <a:xfrm flipV="1">
            <a:off x="2063823" y="5504745"/>
            <a:ext cx="1444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4269821" y="5936548"/>
            <a:ext cx="73858" cy="763327"/>
            <a:chOff x="3424" y="1570"/>
            <a:chExt cx="182" cy="1089"/>
          </a:xfrm>
        </p:grpSpPr>
        <p:sp>
          <p:nvSpPr>
            <p:cNvPr id="14448" name="Line 27"/>
            <p:cNvSpPr>
              <a:spLocks noChangeShapeType="1"/>
            </p:cNvSpPr>
            <p:nvPr/>
          </p:nvSpPr>
          <p:spPr bwMode="auto">
            <a:xfrm>
              <a:off x="3424" y="1570"/>
              <a:ext cx="1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100">
                <a:solidFill>
                  <a:srgbClr val="000000"/>
                </a:solidFill>
              </a:endParaRPr>
            </a:p>
          </p:txBody>
        </p:sp>
        <p:sp>
          <p:nvSpPr>
            <p:cNvPr id="14449" name="Line 28"/>
            <p:cNvSpPr>
              <a:spLocks noChangeShapeType="1"/>
            </p:cNvSpPr>
            <p:nvPr/>
          </p:nvSpPr>
          <p:spPr bwMode="auto">
            <a:xfrm>
              <a:off x="3424" y="1570"/>
              <a:ext cx="0" cy="108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100">
                <a:solidFill>
                  <a:srgbClr val="000000"/>
                </a:solidFill>
              </a:endParaRPr>
            </a:p>
          </p:txBody>
        </p:sp>
        <p:sp>
          <p:nvSpPr>
            <p:cNvPr id="14450" name="Line 29"/>
            <p:cNvSpPr>
              <a:spLocks noChangeShapeType="1"/>
            </p:cNvSpPr>
            <p:nvPr/>
          </p:nvSpPr>
          <p:spPr bwMode="auto">
            <a:xfrm>
              <a:off x="3424" y="2659"/>
              <a:ext cx="1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100">
                <a:solidFill>
                  <a:srgbClr val="000000"/>
                </a:solidFill>
              </a:endParaRPr>
            </a:p>
          </p:txBody>
        </p:sp>
      </p:grpSp>
      <p:sp>
        <p:nvSpPr>
          <p:cNvPr id="14431" name="Text Box 3"/>
          <p:cNvSpPr txBox="1">
            <a:spLocks noChangeArrowheads="1"/>
          </p:cNvSpPr>
          <p:nvPr/>
        </p:nvSpPr>
        <p:spPr bwMode="auto">
          <a:xfrm>
            <a:off x="4395822" y="6398825"/>
            <a:ext cx="585973" cy="30777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经济</a:t>
            </a:r>
          </a:p>
        </p:txBody>
      </p:sp>
      <p:sp>
        <p:nvSpPr>
          <p:cNvPr id="14432" name="Text Box 3"/>
          <p:cNvSpPr txBox="1">
            <a:spLocks noChangeArrowheads="1"/>
          </p:cNvSpPr>
          <p:nvPr/>
        </p:nvSpPr>
        <p:spPr bwMode="auto">
          <a:xfrm>
            <a:off x="4383370" y="5828967"/>
            <a:ext cx="568901" cy="307777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政治</a:t>
            </a:r>
          </a:p>
        </p:txBody>
      </p:sp>
      <p:sp>
        <p:nvSpPr>
          <p:cNvPr id="14433" name="Line 25"/>
          <p:cNvSpPr>
            <a:spLocks noChangeShapeType="1"/>
          </p:cNvSpPr>
          <p:nvPr/>
        </p:nvSpPr>
        <p:spPr bwMode="auto">
          <a:xfrm flipV="1">
            <a:off x="4136790" y="6318211"/>
            <a:ext cx="1444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34" name="Line 25"/>
          <p:cNvSpPr>
            <a:spLocks noChangeShapeType="1"/>
          </p:cNvSpPr>
          <p:nvPr/>
        </p:nvSpPr>
        <p:spPr bwMode="auto">
          <a:xfrm flipV="1">
            <a:off x="5015713" y="6511220"/>
            <a:ext cx="52682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36" name="Text Box 3"/>
          <p:cNvSpPr txBox="1">
            <a:spLocks noChangeArrowheads="1"/>
          </p:cNvSpPr>
          <p:nvPr/>
        </p:nvSpPr>
        <p:spPr bwMode="auto">
          <a:xfrm>
            <a:off x="4495425" y="4652055"/>
            <a:ext cx="966324" cy="461665"/>
          </a:xfrm>
          <a:prstGeom prst="rect">
            <a:avLst/>
          </a:prstGeom>
          <a:solidFill>
            <a:srgbClr val="FF0000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三</a:t>
            </a:r>
            <a:r>
              <a:rPr lang="zh-CN" altLang="en-US" sz="1200" b="1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观：时代新人</a:t>
            </a:r>
            <a:endParaRPr lang="zh-CN" altLang="en-US" sz="1200" b="1" dirty="0">
              <a:solidFill>
                <a:srgbClr val="FFFF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441" name="Rectangle 28"/>
          <p:cNvSpPr>
            <a:spLocks noChangeArrowheads="1"/>
          </p:cNvSpPr>
          <p:nvPr/>
        </p:nvSpPr>
        <p:spPr bwMode="auto">
          <a:xfrm>
            <a:off x="5132771" y="1176157"/>
            <a:ext cx="1296988" cy="266785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b="1" dirty="0">
                <a:solidFill>
                  <a:srgbClr val="FFFF00"/>
                </a:solidFill>
                <a:latin typeface="黑体" pitchFamily="2" charset="-122"/>
              </a:rPr>
              <a:t>态度：取去推革</a:t>
            </a:r>
          </a:p>
        </p:txBody>
      </p:sp>
      <p:sp>
        <p:nvSpPr>
          <p:cNvPr id="14444" name="Rectangle 28"/>
          <p:cNvSpPr>
            <a:spLocks noChangeArrowheads="1"/>
          </p:cNvSpPr>
          <p:nvPr/>
        </p:nvSpPr>
        <p:spPr bwMode="auto">
          <a:xfrm>
            <a:off x="10228620" y="4013515"/>
            <a:ext cx="647700" cy="419100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b="1" dirty="0">
                <a:solidFill>
                  <a:srgbClr val="FFFF00"/>
                </a:solidFill>
                <a:latin typeface="黑体" pitchFamily="2" charset="-122"/>
              </a:rPr>
              <a:t>实践</a:t>
            </a:r>
          </a:p>
        </p:txBody>
      </p:sp>
      <p:sp>
        <p:nvSpPr>
          <p:cNvPr id="14445" name="Rectangle 28"/>
          <p:cNvSpPr>
            <a:spLocks noChangeArrowheads="1"/>
          </p:cNvSpPr>
          <p:nvPr/>
        </p:nvSpPr>
        <p:spPr bwMode="auto">
          <a:xfrm>
            <a:off x="2279650" y="1183572"/>
            <a:ext cx="647700" cy="419100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b="1" dirty="0">
                <a:solidFill>
                  <a:srgbClr val="FFFF00"/>
                </a:solidFill>
                <a:latin typeface="黑体" pitchFamily="2" charset="-122"/>
              </a:rPr>
              <a:t>时间</a:t>
            </a:r>
          </a:p>
        </p:txBody>
      </p:sp>
      <p:sp>
        <p:nvSpPr>
          <p:cNvPr id="14446" name="Rectangle 28"/>
          <p:cNvSpPr>
            <a:spLocks noChangeArrowheads="1"/>
          </p:cNvSpPr>
          <p:nvPr/>
        </p:nvSpPr>
        <p:spPr bwMode="auto">
          <a:xfrm>
            <a:off x="2279650" y="2696460"/>
            <a:ext cx="647700" cy="419100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b="1" dirty="0">
                <a:solidFill>
                  <a:srgbClr val="FFFF00"/>
                </a:solidFill>
                <a:latin typeface="黑体" pitchFamily="2" charset="-122"/>
              </a:rPr>
              <a:t>空间</a:t>
            </a:r>
          </a:p>
        </p:txBody>
      </p:sp>
      <p:sp>
        <p:nvSpPr>
          <p:cNvPr id="14447" name="Rectangle 28"/>
          <p:cNvSpPr>
            <a:spLocks noChangeArrowheads="1"/>
          </p:cNvSpPr>
          <p:nvPr/>
        </p:nvSpPr>
        <p:spPr bwMode="auto">
          <a:xfrm>
            <a:off x="4286991" y="312498"/>
            <a:ext cx="561810" cy="279158"/>
          </a:xfrm>
          <a:prstGeom prst="rect">
            <a:avLst/>
          </a:prstGeom>
          <a:solidFill>
            <a:schemeClr val="bg1"/>
          </a:solidFill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b="1" dirty="0">
                <a:solidFill>
                  <a:srgbClr val="CC3300"/>
                </a:solidFill>
                <a:latin typeface="黑体" pitchFamily="2" charset="-122"/>
              </a:rPr>
              <a:t>包容性</a:t>
            </a:r>
          </a:p>
        </p:txBody>
      </p:sp>
      <p:sp>
        <p:nvSpPr>
          <p:cNvPr id="130" name="Text Box 3"/>
          <p:cNvSpPr txBox="1">
            <a:spLocks noChangeArrowheads="1"/>
          </p:cNvSpPr>
          <p:nvPr/>
        </p:nvSpPr>
        <p:spPr bwMode="auto">
          <a:xfrm>
            <a:off x="10290861" y="1724117"/>
            <a:ext cx="315300" cy="2246769"/>
          </a:xfrm>
          <a:prstGeom prst="rect">
            <a:avLst/>
          </a:prstGeom>
          <a:solidFill>
            <a:srgbClr val="FFC000"/>
          </a:solidFill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70C0"/>
                </a:solidFill>
                <a:latin typeface="黑体" pitchFamily="2" charset="-122"/>
                <a:ea typeface="黑体" pitchFamily="2" charset="-122"/>
              </a:rPr>
              <a:t>凝魂聚魄的基础性工程</a:t>
            </a:r>
          </a:p>
        </p:txBody>
      </p:sp>
      <p:sp>
        <p:nvSpPr>
          <p:cNvPr id="131" name="Text Box 3">
            <a:extLst>
              <a:ext uri="{FF2B5EF4-FFF2-40B4-BE49-F238E27FC236}">
                <a16:creationId xmlns:a16="http://schemas.microsoft.com/office/drawing/2014/main" id="{9E1EC72C-2537-44AA-B9E1-E07B4585EF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8796" y="25661"/>
            <a:ext cx="1539096" cy="307777"/>
          </a:xfrm>
          <a:prstGeom prst="rect">
            <a:avLst/>
          </a:prstGeom>
          <a:solidFill>
            <a:srgbClr val="00B050"/>
          </a:solidFill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源远流长</a:t>
            </a:r>
            <a:r>
              <a:rPr lang="en-US" altLang="zh-CN" sz="14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-</a:t>
            </a:r>
            <a:r>
              <a:rPr lang="zh-CN" altLang="en-US" sz="14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连续性</a:t>
            </a:r>
          </a:p>
        </p:txBody>
      </p:sp>
      <p:sp>
        <p:nvSpPr>
          <p:cNvPr id="132" name="Text Box 3">
            <a:extLst>
              <a:ext uri="{FF2B5EF4-FFF2-40B4-BE49-F238E27FC236}">
                <a16:creationId xmlns:a16="http://schemas.microsoft.com/office/drawing/2014/main" id="{98DC8F6B-886B-4305-979C-9C35690DE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7201" y="594767"/>
            <a:ext cx="1775712" cy="307777"/>
          </a:xfrm>
          <a:prstGeom prst="rect">
            <a:avLst/>
          </a:prstGeom>
          <a:solidFill>
            <a:srgbClr val="00B050"/>
          </a:solidFill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博大精深</a:t>
            </a:r>
            <a:r>
              <a:rPr lang="en-US" altLang="zh-CN" sz="14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—</a:t>
            </a:r>
            <a:r>
              <a:rPr lang="zh-CN" altLang="en-US" sz="14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凝聚力</a:t>
            </a:r>
          </a:p>
        </p:txBody>
      </p:sp>
      <p:sp>
        <p:nvSpPr>
          <p:cNvPr id="14345" name="Text Box 3"/>
          <p:cNvSpPr txBox="1">
            <a:spLocks noChangeArrowheads="1"/>
          </p:cNvSpPr>
          <p:nvPr/>
        </p:nvSpPr>
        <p:spPr bwMode="auto">
          <a:xfrm>
            <a:off x="2914786" y="1143549"/>
            <a:ext cx="2019847" cy="46166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B050"/>
                </a:solidFill>
                <a:latin typeface="黑体" pitchFamily="2" charset="-122"/>
                <a:ea typeface="黑体" pitchFamily="2" charset="-122"/>
              </a:rPr>
              <a:t>中华传统文化</a:t>
            </a:r>
            <a:endParaRPr lang="en-US" altLang="zh-CN" sz="1400" dirty="0">
              <a:solidFill>
                <a:srgbClr val="00B050"/>
              </a:solidFill>
              <a:latin typeface="黑体" pitchFamily="2" charset="-122"/>
              <a:ea typeface="黑体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>
                <a:solidFill>
                  <a:srgbClr val="00B050"/>
                </a:solidFill>
                <a:latin typeface="黑体" pitchFamily="2" charset="-122"/>
                <a:ea typeface="黑体" pitchFamily="2" charset="-122"/>
              </a:rPr>
              <a:t>核心思想、传统美德、人文精神</a:t>
            </a:r>
          </a:p>
        </p:txBody>
      </p:sp>
      <p:sp>
        <p:nvSpPr>
          <p:cNvPr id="133" name="Text Box 3">
            <a:extLst>
              <a:ext uri="{FF2B5EF4-FFF2-40B4-BE49-F238E27FC236}">
                <a16:creationId xmlns:a16="http://schemas.microsoft.com/office/drawing/2014/main" id="{3D04A008-5426-46AE-A2C9-D8A748B4B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4222" y="661670"/>
            <a:ext cx="2159163" cy="307777"/>
          </a:xfrm>
          <a:prstGeom prst="rect">
            <a:avLst/>
          </a:prstGeom>
          <a:solidFill>
            <a:schemeClr val="bg1"/>
          </a:solidFill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70C0"/>
                </a:solidFill>
                <a:latin typeface="黑体" pitchFamily="2" charset="-122"/>
                <a:ea typeface="黑体" pitchFamily="2" charset="-122"/>
              </a:rPr>
              <a:t>奋斗 创造 梦想 团结</a:t>
            </a:r>
          </a:p>
        </p:txBody>
      </p:sp>
      <p:sp>
        <p:nvSpPr>
          <p:cNvPr id="14346" name="Text Box 3"/>
          <p:cNvSpPr txBox="1">
            <a:spLocks noChangeArrowheads="1"/>
          </p:cNvSpPr>
          <p:nvPr/>
        </p:nvSpPr>
        <p:spPr bwMode="auto">
          <a:xfrm>
            <a:off x="3057551" y="2722340"/>
            <a:ext cx="1789414" cy="33855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C00000"/>
                </a:solidFill>
                <a:highlight>
                  <a:srgbClr val="00FF00"/>
                </a:highlight>
                <a:latin typeface="黑体" pitchFamily="2" charset="-122"/>
                <a:ea typeface="黑体" pitchFamily="2" charset="-122"/>
              </a:rPr>
              <a:t>※</a:t>
            </a:r>
            <a:r>
              <a:rPr lang="zh-CN" altLang="en-US" sz="1600" dirty="0">
                <a:solidFill>
                  <a:srgbClr val="953735"/>
                </a:solidFill>
                <a:latin typeface="黑体" pitchFamily="2" charset="-122"/>
                <a:ea typeface="黑体" pitchFamily="2" charset="-122"/>
              </a:rPr>
              <a:t>民族性和</a:t>
            </a:r>
            <a:r>
              <a:rPr lang="zh-CN" altLang="en-US" sz="1600" dirty="0">
                <a:solidFill>
                  <a:srgbClr val="953735"/>
                </a:solidFill>
                <a:highlight>
                  <a:srgbClr val="FFFF00"/>
                </a:highlight>
                <a:latin typeface="黑体" pitchFamily="2" charset="-122"/>
                <a:ea typeface="黑体" pitchFamily="2" charset="-122"/>
              </a:rPr>
              <a:t>多样性</a:t>
            </a:r>
            <a:endParaRPr lang="en-US" altLang="zh-CN" sz="1400" dirty="0">
              <a:solidFill>
                <a:srgbClr val="953735"/>
              </a:solidFill>
              <a:highlight>
                <a:srgbClr val="FFFF00"/>
              </a:highlight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34" name="Text Box 3">
            <a:extLst>
              <a:ext uri="{FF2B5EF4-FFF2-40B4-BE49-F238E27FC236}">
                <a16:creationId xmlns:a16="http://schemas.microsoft.com/office/drawing/2014/main" id="{AC52110F-E847-4903-957B-3CC48A268E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6105" y="4474712"/>
            <a:ext cx="647698" cy="1815882"/>
          </a:xfrm>
          <a:prstGeom prst="rect">
            <a:avLst/>
          </a:prstGeom>
          <a:solidFill>
            <a:srgbClr val="FFC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70C0"/>
                </a:solidFill>
                <a:latin typeface="黑体" pitchFamily="2" charset="-122"/>
                <a:ea typeface="黑体" pitchFamily="2" charset="-122"/>
              </a:rPr>
              <a:t>坚定理想信念</a:t>
            </a:r>
            <a:endParaRPr lang="en-US" altLang="zh-CN" sz="1400" dirty="0">
              <a:solidFill>
                <a:srgbClr val="0070C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400" dirty="0">
              <a:solidFill>
                <a:srgbClr val="0070C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70C0"/>
                </a:solidFill>
                <a:latin typeface="黑体" pitchFamily="2" charset="-122"/>
                <a:ea typeface="黑体" pitchFamily="2" charset="-122"/>
              </a:rPr>
              <a:t>坚持以人民为中心</a:t>
            </a:r>
          </a:p>
        </p:txBody>
      </p:sp>
      <p:sp>
        <p:nvSpPr>
          <p:cNvPr id="9" name="Line 25">
            <a:extLst>
              <a:ext uri="{FF2B5EF4-FFF2-40B4-BE49-F238E27FC236}">
                <a16:creationId xmlns:a16="http://schemas.microsoft.com/office/drawing/2014/main" id="{66637750-5444-6570-7CA1-D7BF53DBCA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50140" y="4928489"/>
            <a:ext cx="2889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0" name="Line 25">
            <a:extLst>
              <a:ext uri="{FF2B5EF4-FFF2-40B4-BE49-F238E27FC236}">
                <a16:creationId xmlns:a16="http://schemas.microsoft.com/office/drawing/2014/main" id="{510CE18B-1CF2-1F66-8671-4EF6D6E769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91805" y="6392855"/>
            <a:ext cx="2889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1" name="Text Box 3">
            <a:extLst>
              <a:ext uri="{FF2B5EF4-FFF2-40B4-BE49-F238E27FC236}">
                <a16:creationId xmlns:a16="http://schemas.microsoft.com/office/drawing/2014/main" id="{E8AC2FD5-D329-DD71-34F1-E6C4C2E49F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9270" y="5717181"/>
            <a:ext cx="916831" cy="95410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引领风尚</a:t>
            </a:r>
            <a:endParaRPr lang="en-US" altLang="zh-CN" sz="1400" dirty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推动发展</a:t>
            </a:r>
            <a:endParaRPr lang="en-US" altLang="zh-CN" sz="1400" dirty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服务社会</a:t>
            </a:r>
            <a:endParaRPr lang="en-US" altLang="zh-CN" sz="1400" dirty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教育人民</a:t>
            </a:r>
          </a:p>
        </p:txBody>
      </p:sp>
      <p:sp>
        <p:nvSpPr>
          <p:cNvPr id="12" name="Line 15">
            <a:extLst>
              <a:ext uri="{FF2B5EF4-FFF2-40B4-BE49-F238E27FC236}">
                <a16:creationId xmlns:a16="http://schemas.microsoft.com/office/drawing/2014/main" id="{AA792BB7-1E0A-2015-4A0F-7F4553072AA0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18" y="5096233"/>
            <a:ext cx="12897" cy="84031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3" name="Line 25">
            <a:extLst>
              <a:ext uri="{FF2B5EF4-FFF2-40B4-BE49-F238E27FC236}">
                <a16:creationId xmlns:a16="http://schemas.microsoft.com/office/drawing/2014/main" id="{C2F2C2E9-7EBD-FD2F-9599-99AF349671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1820" y="3905467"/>
            <a:ext cx="9126" cy="800167"/>
          </a:xfrm>
          <a:prstGeom prst="line">
            <a:avLst/>
          </a:prstGeom>
          <a:noFill/>
          <a:ln w="25400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1EAA836B-436D-6B52-8835-6CA87118F3A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58178" y="3890481"/>
            <a:ext cx="7248" cy="815154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58A08378-3F60-731C-AB50-210540C6A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9517" y="5522239"/>
            <a:ext cx="943814" cy="26161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文化软实力</a:t>
            </a:r>
          </a:p>
        </p:txBody>
      </p:sp>
      <p:sp>
        <p:nvSpPr>
          <p:cNvPr id="16" name="Line 25">
            <a:extLst>
              <a:ext uri="{FF2B5EF4-FFF2-40B4-BE49-F238E27FC236}">
                <a16:creationId xmlns:a16="http://schemas.microsoft.com/office/drawing/2014/main" id="{F2D522B7-9D82-8EB3-E5F3-9365227369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66151" y="5226220"/>
            <a:ext cx="1802" cy="418269"/>
          </a:xfrm>
          <a:prstGeom prst="line">
            <a:avLst/>
          </a:prstGeom>
          <a:noFill/>
          <a:ln w="25400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7" name="Line 15">
            <a:extLst>
              <a:ext uri="{FF2B5EF4-FFF2-40B4-BE49-F238E27FC236}">
                <a16:creationId xmlns:a16="http://schemas.microsoft.com/office/drawing/2014/main" id="{98A6C208-BCBF-B965-876C-872F250151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55749" y="5211234"/>
            <a:ext cx="6683" cy="433256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8" name="Text Box 3">
            <a:extLst>
              <a:ext uri="{FF2B5EF4-FFF2-40B4-BE49-F238E27FC236}">
                <a16:creationId xmlns:a16="http://schemas.microsoft.com/office/drawing/2014/main" id="{D7EA548E-A485-F5C0-36E9-AC8BB40E22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088" y="5051728"/>
            <a:ext cx="1268277" cy="8309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国家：文化是民族的血脉和灵魂</a:t>
            </a:r>
          </a:p>
        </p:txBody>
      </p:sp>
      <p:sp>
        <p:nvSpPr>
          <p:cNvPr id="19" name="左大括号 18">
            <a:extLst>
              <a:ext uri="{FF2B5EF4-FFF2-40B4-BE49-F238E27FC236}">
                <a16:creationId xmlns:a16="http://schemas.microsoft.com/office/drawing/2014/main" id="{C3D38549-0D4F-F317-976A-5D257F29656E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933105" y="1379464"/>
            <a:ext cx="283107" cy="1533034"/>
          </a:xfrm>
          <a:prstGeom prst="leftBrace">
            <a:avLst>
              <a:gd name="adj1" fmla="val 11011"/>
              <a:gd name="adj2" fmla="val 50000"/>
            </a:avLst>
          </a:prstGeom>
          <a:noFill/>
          <a:ln w="9525" cmpd="sng" algn="ctr">
            <a:solidFill>
              <a:srgbClr val="00206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lIns="86555" tIns="43278" rIns="86555" bIns="43278" anchor="ctr"/>
          <a:lstStyle/>
          <a:p>
            <a:pPr algn="ctr"/>
            <a:endParaRPr lang="zh-CN" altLang="en-US" sz="1200" dirty="0">
              <a:solidFill>
                <a:srgbClr val="00206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4442" name="Rectangle 28"/>
          <p:cNvSpPr>
            <a:spLocks noChangeArrowheads="1"/>
          </p:cNvSpPr>
          <p:nvPr/>
        </p:nvSpPr>
        <p:spPr bwMode="auto">
          <a:xfrm>
            <a:off x="4870065" y="2964498"/>
            <a:ext cx="2658514" cy="270169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b="1" dirty="0">
                <a:solidFill>
                  <a:srgbClr val="FFFF00"/>
                </a:solidFill>
                <a:latin typeface="黑体" pitchFamily="2" charset="-122"/>
              </a:rPr>
              <a:t>尊重文化多样性：面向世界、博采众长</a:t>
            </a:r>
          </a:p>
        </p:txBody>
      </p:sp>
      <p:sp>
        <p:nvSpPr>
          <p:cNvPr id="20" name="Line 25">
            <a:extLst>
              <a:ext uri="{FF2B5EF4-FFF2-40B4-BE49-F238E27FC236}">
                <a16:creationId xmlns:a16="http://schemas.microsoft.com/office/drawing/2014/main" id="{1BAFEB0D-8D8A-5ED8-85AC-89C7A35D1B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428672" y="2345305"/>
            <a:ext cx="341374" cy="24736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21" name="Line 25">
            <a:extLst>
              <a:ext uri="{FF2B5EF4-FFF2-40B4-BE49-F238E27FC236}">
                <a16:creationId xmlns:a16="http://schemas.microsoft.com/office/drawing/2014/main" id="{64225A8C-4257-EE6B-AEC6-424666EE37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491665" y="5623641"/>
            <a:ext cx="297762" cy="44288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3BE36666-31E7-2721-A129-D954E5EFF1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9382" y="1817465"/>
            <a:ext cx="1151963" cy="461665"/>
          </a:xfrm>
          <a:prstGeom prst="rect">
            <a:avLst/>
          </a:prstGeom>
          <a:solidFill>
            <a:srgbClr val="00B0F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立足时代之基</a:t>
            </a:r>
            <a:endParaRPr lang="en-US" altLang="zh-CN" sz="1200" dirty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回答时代问题</a:t>
            </a:r>
          </a:p>
        </p:txBody>
      </p:sp>
      <p:sp>
        <p:nvSpPr>
          <p:cNvPr id="3" name="Line 25">
            <a:extLst>
              <a:ext uri="{FF2B5EF4-FFF2-40B4-BE49-F238E27FC236}">
                <a16:creationId xmlns:a16="http://schemas.microsoft.com/office/drawing/2014/main" id="{CA3731C7-4EED-4173-A098-9AAD1340790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080709" y="6163257"/>
            <a:ext cx="172385" cy="163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5" name="Line 25">
            <a:extLst>
              <a:ext uri="{FF2B5EF4-FFF2-40B4-BE49-F238E27FC236}">
                <a16:creationId xmlns:a16="http://schemas.microsoft.com/office/drawing/2014/main" id="{B6F0632E-0D29-F028-FC4B-D6688968C6B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3083" y="2755406"/>
            <a:ext cx="6314" cy="234082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5" name="Text Box 3">
            <a:extLst>
              <a:ext uri="{FF2B5EF4-FFF2-40B4-BE49-F238E27FC236}">
                <a16:creationId xmlns:a16="http://schemas.microsoft.com/office/drawing/2014/main" id="{6485A01A-1FC1-A3F4-E23E-023612DE8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2188" y="4072776"/>
            <a:ext cx="2148389" cy="307777"/>
          </a:xfrm>
          <a:prstGeom prst="rect">
            <a:avLst/>
          </a:prstGeom>
          <a:solidFill>
            <a:srgbClr val="FDCD5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道德修养和科学文化修养</a:t>
            </a:r>
          </a:p>
        </p:txBody>
      </p:sp>
      <p:sp>
        <p:nvSpPr>
          <p:cNvPr id="22" name="Text Box 3">
            <a:extLst>
              <a:ext uri="{FF2B5EF4-FFF2-40B4-BE49-F238E27FC236}">
                <a16:creationId xmlns:a16="http://schemas.microsoft.com/office/drawing/2014/main" id="{03F5B346-92D4-0FD3-A4A8-F09CF6DC5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7902" y="5717181"/>
            <a:ext cx="387311" cy="954107"/>
          </a:xfrm>
          <a:prstGeom prst="rect">
            <a:avLst/>
          </a:prstGeom>
          <a:solidFill>
            <a:srgbClr val="FDCD5F"/>
          </a:solidFill>
          <a:ln w="9525">
            <a:solidFill>
              <a:srgbClr val="FFC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latin typeface="黑体" pitchFamily="2" charset="-122"/>
                <a:ea typeface="黑体" pitchFamily="2" charset="-122"/>
              </a:rPr>
              <a:t>文化产业</a:t>
            </a:r>
          </a:p>
        </p:txBody>
      </p:sp>
      <p:sp>
        <p:nvSpPr>
          <p:cNvPr id="25" name="Text Box 3">
            <a:extLst>
              <a:ext uri="{FF2B5EF4-FFF2-40B4-BE49-F238E27FC236}">
                <a16:creationId xmlns:a16="http://schemas.microsoft.com/office/drawing/2014/main" id="{84CDFC3C-4354-DAA7-9EC3-86194EFFB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2796" y="2249339"/>
            <a:ext cx="792688" cy="461665"/>
          </a:xfrm>
          <a:prstGeom prst="rect">
            <a:avLst/>
          </a:prstGeom>
          <a:solidFill>
            <a:srgbClr val="00B0F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立足国情</a:t>
            </a:r>
            <a:endParaRPr lang="en-US" altLang="zh-CN" sz="1200" dirty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交流互鉴</a:t>
            </a:r>
          </a:p>
        </p:txBody>
      </p:sp>
      <p:sp>
        <p:nvSpPr>
          <p:cNvPr id="26" name="Text Box 3">
            <a:extLst>
              <a:ext uri="{FF2B5EF4-FFF2-40B4-BE49-F238E27FC236}">
                <a16:creationId xmlns:a16="http://schemas.microsoft.com/office/drawing/2014/main" id="{BD3AD22F-DD8E-CDA8-FE31-0D828D6174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1254" y="71218"/>
            <a:ext cx="4700240" cy="7386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增强民族自信心和自豪感，筑牢中华民族共同体意识</a:t>
            </a:r>
            <a:endParaRPr lang="en-US" altLang="zh-CN" sz="14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解决当代中国是世界问题提供有益的借鉴</a:t>
            </a:r>
            <a:endParaRPr lang="en-US" altLang="zh-CN" sz="14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建立合作共赢的新型国际关系，推动人民命运共同体建设</a:t>
            </a:r>
          </a:p>
        </p:txBody>
      </p:sp>
    </p:spTree>
    <p:extLst>
      <p:ext uri="{BB962C8B-B14F-4D97-AF65-F5344CB8AC3E}">
        <p14:creationId xmlns:p14="http://schemas.microsoft.com/office/powerpoint/2010/main" val="3535640051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7899A6B-2B7E-9F2D-9CE5-4EAE86AC1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9928" y="379414"/>
            <a:ext cx="3440984" cy="3967940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dirty="0"/>
              <a:t>评价类、阐释、理解、</a:t>
            </a:r>
            <a:r>
              <a:rPr lang="zh-CN" altLang="en-US" dirty="0">
                <a:solidFill>
                  <a:srgbClr val="FF0000"/>
                </a:solidFill>
              </a:rPr>
              <a:t>辨析</a:t>
            </a:r>
            <a:r>
              <a:rPr lang="zh-CN" altLang="en-US" dirty="0"/>
              <a:t>、启示、认识：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en-US" altLang="zh-CN" dirty="0"/>
              <a:t>1.</a:t>
            </a:r>
            <a:r>
              <a:rPr lang="zh-CN" altLang="en-US" dirty="0"/>
              <a:t>释义：</a:t>
            </a:r>
            <a:r>
              <a:rPr lang="zh-CN" altLang="en-US" dirty="0">
                <a:solidFill>
                  <a:srgbClr val="FF0000"/>
                </a:solidFill>
              </a:rPr>
              <a:t>观点</a:t>
            </a:r>
            <a:r>
              <a:rPr lang="en-US" altLang="zh-CN" dirty="0"/>
              <a:t>---</a:t>
            </a:r>
            <a:r>
              <a:rPr lang="zh-CN" altLang="en-US" dirty="0"/>
              <a:t>现象</a:t>
            </a:r>
            <a:r>
              <a:rPr lang="en-US" altLang="zh-CN" dirty="0"/>
              <a:t>---</a:t>
            </a:r>
            <a:r>
              <a:rPr lang="zh-CN" altLang="en-US" dirty="0"/>
              <a:t>特征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en-US" altLang="zh-CN" dirty="0"/>
              <a:t>2.</a:t>
            </a:r>
            <a:r>
              <a:rPr lang="zh-CN" altLang="en-US" dirty="0"/>
              <a:t>合理性</a:t>
            </a:r>
            <a:r>
              <a:rPr lang="zh-CN" altLang="en-US" dirty="0">
                <a:sym typeface="Wingdings" panose="05000000000000000000" pitchFamily="2" charset="2"/>
              </a:rPr>
              <a:t>：（</a:t>
            </a:r>
            <a:r>
              <a:rPr lang="en-US" altLang="zh-CN" dirty="0">
                <a:sym typeface="Wingdings" panose="05000000000000000000" pitchFamily="2" charset="2"/>
              </a:rPr>
              <a:t>1</a:t>
            </a:r>
            <a:r>
              <a:rPr lang="zh-CN" altLang="en-US" dirty="0"/>
              <a:t>）理论逻辑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en-US" altLang="zh-CN" dirty="0"/>
              <a:t>                 </a:t>
            </a: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）现实逻辑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en-US" altLang="zh-CN" dirty="0"/>
              <a:t>3.</a:t>
            </a:r>
            <a:r>
              <a:rPr lang="zh-CN" altLang="en-US" dirty="0"/>
              <a:t>价值性：影响、意义、作用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en-US" altLang="zh-CN" dirty="0"/>
              <a:t>4.</a:t>
            </a:r>
            <a:r>
              <a:rPr lang="zh-CN" altLang="en-US" dirty="0"/>
              <a:t>做法（辩证）：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知</a:t>
            </a:r>
            <a:r>
              <a:rPr lang="en-US" altLang="zh-CN" sz="3200" dirty="0">
                <a:solidFill>
                  <a:srgbClr val="FF0000"/>
                </a:solidFill>
              </a:rPr>
              <a:t>+</a:t>
            </a:r>
            <a:r>
              <a:rPr lang="zh-CN" altLang="en-US" sz="3200" dirty="0">
                <a:solidFill>
                  <a:srgbClr val="FF0000"/>
                </a:solidFill>
                <a:highlight>
                  <a:srgbClr val="FFFF00"/>
                </a:highlight>
              </a:rPr>
              <a:t>行：实践</a:t>
            </a:r>
            <a:endParaRPr lang="en-US" altLang="zh-CN" sz="3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5" name="图片 3">
            <a:extLst>
              <a:ext uri="{FF2B5EF4-FFF2-40B4-BE49-F238E27FC236}">
                <a16:creationId xmlns:a16="http://schemas.microsoft.com/office/drawing/2014/main" id="{99820610-A73D-DB50-D778-20FFB6B89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426" y="1312824"/>
            <a:ext cx="2036763" cy="2844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47FE62D1-CE2F-6817-15A4-2C84286E6623}"/>
              </a:ext>
            </a:extLst>
          </p:cNvPr>
          <p:cNvGrpSpPr>
            <a:grpSpLocks/>
          </p:cNvGrpSpPr>
          <p:nvPr>
            <p:custDataLst>
              <p:tags r:id="rId1"/>
            </p:custDataLst>
          </p:nvPr>
        </p:nvGrpSpPr>
        <p:grpSpPr bwMode="auto">
          <a:xfrm>
            <a:off x="1162" y="172528"/>
            <a:ext cx="2351088" cy="580865"/>
            <a:chOff x="-118371" y="251223"/>
            <a:chExt cx="2453869" cy="773956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3DED99F5-0B34-911C-3F46-E9A41B5DF0F7}"/>
                </a:ext>
              </a:extLst>
            </p:cNvPr>
            <p:cNvGrpSpPr>
              <a:grpSpLocks/>
            </p:cNvGrpSpPr>
            <p:nvPr>
              <p:custDataLst>
                <p:tags r:id="rId2"/>
              </p:custDataLst>
            </p:nvPr>
          </p:nvGrpSpPr>
          <p:grpSpPr bwMode="auto">
            <a:xfrm>
              <a:off x="-118371" y="388180"/>
              <a:ext cx="2258114" cy="569433"/>
              <a:chOff x="0" y="194743"/>
              <a:chExt cx="3577612" cy="569433"/>
            </a:xfrm>
          </p:grpSpPr>
          <p:sp>
            <p:nvSpPr>
              <p:cNvPr id="10" name="圆角矩形 6">
                <a:extLst>
                  <a:ext uri="{FF2B5EF4-FFF2-40B4-BE49-F238E27FC236}">
                    <a16:creationId xmlns:a16="http://schemas.microsoft.com/office/drawing/2014/main" id="{E0938BA5-2154-D8B5-3345-332197A3B515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173209" y="194743"/>
                <a:ext cx="3404403" cy="569433"/>
              </a:xfrm>
              <a:prstGeom prst="roundRect">
                <a:avLst>
                  <a:gd name="adj" fmla="val 9976"/>
                </a:avLst>
              </a:prstGeom>
              <a:solidFill>
                <a:srgbClr val="01ACBE"/>
              </a:solidFill>
              <a:ln w="19050">
                <a:gradFill flip="none" rotWithShape="1">
                  <a:gsLst>
                    <a:gs pos="88000">
                      <a:schemeClr val="bg1"/>
                    </a:gs>
                    <a:gs pos="0">
                      <a:schemeClr val="bg1">
                        <a:lumMod val="75000"/>
                      </a:schemeClr>
                    </a:gs>
                    <a:gs pos="71000">
                      <a:schemeClr val="bg1">
                        <a:lumMod val="85000"/>
                      </a:schemeClr>
                    </a:gs>
                    <a:gs pos="55000">
                      <a:schemeClr val="bg1"/>
                    </a:gs>
                    <a:gs pos="37000">
                      <a:schemeClr val="bg1">
                        <a:lumMod val="85000"/>
                      </a:schemeClr>
                    </a:gs>
                    <a:gs pos="2200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200000" scaled="0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3429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25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A4BDD638-225B-41DC-05F7-0FDF1BBEC6F9}"/>
                  </a:ext>
                </a:extLst>
              </p:cNvPr>
              <p:cNvGrpSpPr>
                <a:grpSpLocks/>
              </p:cNvGrpSpPr>
              <p:nvPr>
                <p:custDataLst>
                  <p:tags r:id="rId5"/>
                </p:custDataLst>
              </p:nvPr>
            </p:nvGrpSpPr>
            <p:grpSpPr bwMode="auto">
              <a:xfrm>
                <a:off x="0" y="290669"/>
                <a:ext cx="424561" cy="355906"/>
                <a:chOff x="469900" y="728859"/>
                <a:chExt cx="424561" cy="355906"/>
              </a:xfrm>
            </p:grpSpPr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2C289C6E-29CB-56C3-C344-B134F12EE51D}"/>
                    </a:ext>
                  </a:extLst>
                </p:cNvPr>
                <p:cNvSpPr/>
                <p:nvPr>
                  <p:custDataLst>
                    <p:tags r:id="rId6"/>
                  </p:custDataLst>
                </p:nvPr>
              </p:nvSpPr>
              <p:spPr>
                <a:xfrm rot="16200000">
                  <a:off x="738147" y="926992"/>
                  <a:ext cx="156526" cy="157505"/>
                </a:xfrm>
                <a:prstGeom prst="ellipse">
                  <a:avLst/>
                </a:prstGeom>
                <a:gradFill>
                  <a:gsLst>
                    <a:gs pos="75000">
                      <a:schemeClr val="bg1">
                        <a:lumMod val="95000"/>
                      </a:schemeClr>
                    </a:gs>
                    <a:gs pos="55000">
                      <a:schemeClr val="bg1">
                        <a:lumMod val="65000"/>
                      </a:schemeClr>
                    </a:gs>
                    <a:gs pos="35000">
                      <a:schemeClr val="bg1">
                        <a:lumMod val="95000"/>
                      </a:schemeClr>
                    </a:gs>
                    <a:gs pos="17000">
                      <a:schemeClr val="bg1">
                        <a:lumMod val="65000"/>
                      </a:schemeClr>
                    </a:gs>
                    <a:gs pos="0">
                      <a:schemeClr val="bg1"/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>
                  <a:outerShdw blurRad="12700" dist="127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41B35E39-AD8C-1151-717C-CF8E7E87DD51}"/>
                    </a:ext>
                  </a:extLst>
                </p:cNvPr>
                <p:cNvSpPr/>
                <p:nvPr>
                  <p:custDataLst>
                    <p:tags r:id="rId7"/>
                  </p:custDataLst>
                </p:nvPr>
              </p:nvSpPr>
              <p:spPr>
                <a:xfrm rot="16200000">
                  <a:off x="752463" y="942770"/>
                  <a:ext cx="127798" cy="127797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  <a:effectLst>
                  <a:innerShdw blurRad="12700" dist="127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4" name="椭圆 13">
                  <a:extLst>
                    <a:ext uri="{FF2B5EF4-FFF2-40B4-BE49-F238E27FC236}">
                      <a16:creationId xmlns:a16="http://schemas.microsoft.com/office/drawing/2014/main" id="{0AC979CA-5F36-FCAA-5F11-D8FB4E16DFAE}"/>
                    </a:ext>
                  </a:extLst>
                </p:cNvPr>
                <p:cNvSpPr/>
                <p:nvPr>
                  <p:custDataLst>
                    <p:tags r:id="rId8"/>
                  </p:custDataLst>
                </p:nvPr>
              </p:nvSpPr>
              <p:spPr>
                <a:xfrm rot="16200000">
                  <a:off x="738147" y="728161"/>
                  <a:ext cx="156526" cy="157505"/>
                </a:xfrm>
                <a:prstGeom prst="ellipse">
                  <a:avLst/>
                </a:prstGeom>
                <a:gradFill>
                  <a:gsLst>
                    <a:gs pos="75000">
                      <a:schemeClr val="bg1">
                        <a:lumMod val="95000"/>
                      </a:schemeClr>
                    </a:gs>
                    <a:gs pos="55000">
                      <a:schemeClr val="bg1">
                        <a:lumMod val="65000"/>
                      </a:schemeClr>
                    </a:gs>
                    <a:gs pos="35000">
                      <a:schemeClr val="bg1">
                        <a:lumMod val="95000"/>
                      </a:schemeClr>
                    </a:gs>
                    <a:gs pos="17000">
                      <a:schemeClr val="bg1">
                        <a:lumMod val="65000"/>
                      </a:schemeClr>
                    </a:gs>
                    <a:gs pos="0">
                      <a:schemeClr val="bg1"/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>
                  <a:outerShdw blurRad="12700" dist="127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5" name="椭圆 14">
                  <a:extLst>
                    <a:ext uri="{FF2B5EF4-FFF2-40B4-BE49-F238E27FC236}">
                      <a16:creationId xmlns:a16="http://schemas.microsoft.com/office/drawing/2014/main" id="{BA565DE6-DFA0-8A24-6F17-5D5121E06C61}"/>
                    </a:ext>
                  </a:extLst>
                </p:cNvPr>
                <p:cNvSpPr/>
                <p:nvPr>
                  <p:custDataLst>
                    <p:tags r:id="rId9"/>
                  </p:custDataLst>
                </p:nvPr>
              </p:nvSpPr>
              <p:spPr>
                <a:xfrm rot="16200000">
                  <a:off x="752463" y="743063"/>
                  <a:ext cx="127798" cy="127797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  <a:effectLst>
                  <a:innerShdw blurRad="12700" dist="127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6" name="圆角矩形 12">
                  <a:extLst>
                    <a:ext uri="{FF2B5EF4-FFF2-40B4-BE49-F238E27FC236}">
                      <a16:creationId xmlns:a16="http://schemas.microsoft.com/office/drawing/2014/main" id="{67F9CEA3-D0E2-E853-5033-AB494F507D49}"/>
                    </a:ext>
                  </a:extLst>
                </p:cNvPr>
                <p:cNvSpPr/>
                <p:nvPr>
                  <p:custDataLst>
                    <p:tags r:id="rId10"/>
                  </p:custDataLst>
                </p:nvPr>
              </p:nvSpPr>
              <p:spPr>
                <a:xfrm rot="16200000">
                  <a:off x="636543" y="859458"/>
                  <a:ext cx="18656" cy="351942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74000">
                      <a:schemeClr val="bg1"/>
                    </a:gs>
                    <a:gs pos="52000">
                      <a:schemeClr val="bg1">
                        <a:lumMod val="85000"/>
                      </a:schemeClr>
                    </a:gs>
                    <a:gs pos="23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  <a:ln w="12700">
                  <a:gradFill flip="none" rotWithShape="1">
                    <a:gsLst>
                      <a:gs pos="0">
                        <a:schemeClr val="bg1">
                          <a:lumMod val="65000"/>
                        </a:schemeClr>
                      </a:gs>
                      <a:gs pos="44000">
                        <a:schemeClr val="bg1">
                          <a:lumMod val="75000"/>
                        </a:schemeClr>
                      </a:gs>
                      <a:gs pos="78000">
                        <a:schemeClr val="bg1"/>
                      </a:gs>
                      <a:gs pos="61000">
                        <a:schemeClr val="bg1">
                          <a:lumMod val="100000"/>
                        </a:schemeClr>
                      </a:gs>
                      <a:gs pos="100000">
                        <a:schemeClr val="bg1">
                          <a:lumMod val="65000"/>
                        </a:schemeClr>
                      </a:gs>
                    </a:gsLst>
                    <a:lin ang="5400000" scaled="0"/>
                  </a:gradFill>
                </a:ln>
                <a:effectLst>
                  <a:outerShdw blurRad="254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7" name="圆角矩形 13">
                  <a:extLst>
                    <a:ext uri="{FF2B5EF4-FFF2-40B4-BE49-F238E27FC236}">
                      <a16:creationId xmlns:a16="http://schemas.microsoft.com/office/drawing/2014/main" id="{8D5EABAA-943B-DE50-5360-D984CDFBFCEA}"/>
                    </a:ext>
                  </a:extLst>
                </p:cNvPr>
                <p:cNvSpPr/>
                <p:nvPr>
                  <p:custDataLst>
                    <p:tags r:id="rId11"/>
                  </p:custDataLst>
                </p:nvPr>
              </p:nvSpPr>
              <p:spPr>
                <a:xfrm rot="16200000">
                  <a:off x="636543" y="809416"/>
                  <a:ext cx="18656" cy="351942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74000">
                      <a:schemeClr val="bg1"/>
                    </a:gs>
                    <a:gs pos="52000">
                      <a:schemeClr val="bg1">
                        <a:lumMod val="85000"/>
                      </a:schemeClr>
                    </a:gs>
                    <a:gs pos="23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  <a:ln w="12700">
                  <a:gradFill flip="none" rotWithShape="1">
                    <a:gsLst>
                      <a:gs pos="0">
                        <a:schemeClr val="bg1">
                          <a:lumMod val="65000"/>
                        </a:schemeClr>
                      </a:gs>
                      <a:gs pos="43000">
                        <a:schemeClr val="bg1">
                          <a:lumMod val="75000"/>
                        </a:schemeClr>
                      </a:gs>
                      <a:gs pos="79000">
                        <a:schemeClr val="bg1"/>
                      </a:gs>
                      <a:gs pos="61000">
                        <a:schemeClr val="bg1">
                          <a:lumMod val="100000"/>
                        </a:schemeClr>
                      </a:gs>
                      <a:gs pos="100000">
                        <a:schemeClr val="bg1">
                          <a:lumMod val="65000"/>
                        </a:schemeClr>
                      </a:gs>
                    </a:gsLst>
                    <a:lin ang="5400000" scaled="0"/>
                  </a:gradFill>
                </a:ln>
                <a:effectLst>
                  <a:outerShdw blurRad="254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8" name="圆角矩形 14">
                  <a:extLst>
                    <a:ext uri="{FF2B5EF4-FFF2-40B4-BE49-F238E27FC236}">
                      <a16:creationId xmlns:a16="http://schemas.microsoft.com/office/drawing/2014/main" id="{1851855B-2B96-5884-78F0-27E993DE63DE}"/>
                    </a:ext>
                  </a:extLst>
                </p:cNvPr>
                <p:cNvSpPr/>
                <p:nvPr>
                  <p:custDataLst>
                    <p:tags r:id="rId12"/>
                  </p:custDataLst>
                </p:nvPr>
              </p:nvSpPr>
              <p:spPr>
                <a:xfrm rot="16200000">
                  <a:off x="636543" y="655035"/>
                  <a:ext cx="18656" cy="351942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74000">
                      <a:schemeClr val="bg1"/>
                    </a:gs>
                    <a:gs pos="52000">
                      <a:schemeClr val="bg1">
                        <a:lumMod val="85000"/>
                      </a:schemeClr>
                    </a:gs>
                    <a:gs pos="23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  <a:ln w="12700">
                  <a:gradFill flip="none" rotWithShape="1">
                    <a:gsLst>
                      <a:gs pos="0">
                        <a:schemeClr val="bg1">
                          <a:lumMod val="65000"/>
                        </a:schemeClr>
                      </a:gs>
                      <a:gs pos="44000">
                        <a:schemeClr val="bg1">
                          <a:lumMod val="75000"/>
                        </a:schemeClr>
                      </a:gs>
                      <a:gs pos="78000">
                        <a:schemeClr val="bg1"/>
                      </a:gs>
                      <a:gs pos="61000">
                        <a:schemeClr val="bg1">
                          <a:lumMod val="100000"/>
                        </a:schemeClr>
                      </a:gs>
                      <a:gs pos="100000">
                        <a:schemeClr val="bg1">
                          <a:lumMod val="65000"/>
                        </a:schemeClr>
                      </a:gs>
                    </a:gsLst>
                    <a:lin ang="5400000" scaled="0"/>
                  </a:gradFill>
                </a:ln>
                <a:effectLst>
                  <a:outerShdw blurRad="254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9" name="圆角矩形 15">
                  <a:extLst>
                    <a:ext uri="{FF2B5EF4-FFF2-40B4-BE49-F238E27FC236}">
                      <a16:creationId xmlns:a16="http://schemas.microsoft.com/office/drawing/2014/main" id="{745BF6F7-0B96-0F34-CB44-F52428BED068}"/>
                    </a:ext>
                  </a:extLst>
                </p:cNvPr>
                <p:cNvSpPr/>
                <p:nvPr>
                  <p:custDataLst>
                    <p:tags r:id="rId13"/>
                  </p:custDataLst>
                </p:nvPr>
              </p:nvSpPr>
              <p:spPr>
                <a:xfrm rot="16200000">
                  <a:off x="636543" y="604992"/>
                  <a:ext cx="18656" cy="351942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74000">
                      <a:schemeClr val="bg1"/>
                    </a:gs>
                    <a:gs pos="52000">
                      <a:schemeClr val="bg1">
                        <a:lumMod val="85000"/>
                      </a:schemeClr>
                    </a:gs>
                    <a:gs pos="23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  <a:ln w="12700">
                  <a:gradFill flip="none" rotWithShape="1">
                    <a:gsLst>
                      <a:gs pos="0">
                        <a:schemeClr val="bg1">
                          <a:lumMod val="65000"/>
                        </a:schemeClr>
                      </a:gs>
                      <a:gs pos="43000">
                        <a:schemeClr val="bg1">
                          <a:lumMod val="75000"/>
                        </a:schemeClr>
                      </a:gs>
                      <a:gs pos="79000">
                        <a:schemeClr val="bg1"/>
                      </a:gs>
                      <a:gs pos="61000">
                        <a:schemeClr val="bg1">
                          <a:lumMod val="100000"/>
                        </a:schemeClr>
                      </a:gs>
                      <a:gs pos="100000">
                        <a:schemeClr val="bg1">
                          <a:lumMod val="65000"/>
                        </a:schemeClr>
                      </a:gs>
                    </a:gsLst>
                    <a:lin ang="5400000" scaled="0"/>
                  </a:gradFill>
                </a:ln>
                <a:effectLst>
                  <a:outerShdw blurRad="254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</p:grpSp>
        </p:grpSp>
        <p:sp>
          <p:nvSpPr>
            <p:cNvPr id="9" name="文本框 71">
              <a:extLst>
                <a:ext uri="{FF2B5EF4-FFF2-40B4-BE49-F238E27FC236}">
                  <a16:creationId xmlns:a16="http://schemas.microsoft.com/office/drawing/2014/main" id="{138CF334-493A-404C-2727-213517A80AB5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209695" y="251223"/>
              <a:ext cx="2125803" cy="77395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l" defTabSz="3429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答题思维：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AC874701-0777-DCE3-FE8E-7553B8FCF36D}"/>
              </a:ext>
            </a:extLst>
          </p:cNvPr>
          <p:cNvSpPr txBox="1">
            <a:spLocks/>
          </p:cNvSpPr>
          <p:nvPr/>
        </p:nvSpPr>
        <p:spPr bwMode="auto">
          <a:xfrm>
            <a:off x="172039" y="4617345"/>
            <a:ext cx="11991016" cy="156627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171450" indent="-171450" defTabSz="685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14350" indent="-171450" defTabSz="6858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 defTabSz="6858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 defTabSz="6858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 defTabSz="6858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0002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4574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9146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3718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法律：法条   事实分析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因果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侵权、违约     原则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----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判决    影响（违约、侵权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双方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 五位一体排除）</a:t>
            </a:r>
            <a:endParaRPr kumimoji="0" lang="en-US" altLang="zh-CN" sz="19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Arial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逻辑：核心知识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 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解释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 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材料分析（理例结合）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指向问题的逻辑表达</a:t>
            </a:r>
            <a:endParaRPr kumimoji="0" lang="en-US" altLang="zh-CN" sz="1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Arial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政治与法治：政治主体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 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核心逻辑（党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-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源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-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权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-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规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-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治）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材料分析（理例结合）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总结（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指向问题的逻辑表达）</a:t>
            </a:r>
            <a:endParaRPr kumimoji="0" lang="en-US" altLang="zh-CN" sz="19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Arial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zh-CN" sz="1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Arial"/>
            </a:endParaRPr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45207586-FCD3-90E7-D4AF-02BB5892B0EA}"/>
              </a:ext>
            </a:extLst>
          </p:cNvPr>
          <p:cNvSpPr/>
          <p:nvPr/>
        </p:nvSpPr>
        <p:spPr>
          <a:xfrm flipV="1">
            <a:off x="1636434" y="4775452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C38D636F-5599-8644-4540-FFD3C663CA64}"/>
              </a:ext>
            </a:extLst>
          </p:cNvPr>
          <p:cNvSpPr/>
          <p:nvPr/>
        </p:nvSpPr>
        <p:spPr>
          <a:xfrm flipV="1">
            <a:off x="3327698" y="4775452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25" name="箭头: 右 24">
            <a:extLst>
              <a:ext uri="{FF2B5EF4-FFF2-40B4-BE49-F238E27FC236}">
                <a16:creationId xmlns:a16="http://schemas.microsoft.com/office/drawing/2014/main" id="{7E5FB1E2-10E1-1DEE-1B29-88DC29D06BD6}"/>
              </a:ext>
            </a:extLst>
          </p:cNvPr>
          <p:cNvSpPr/>
          <p:nvPr/>
        </p:nvSpPr>
        <p:spPr>
          <a:xfrm flipV="1">
            <a:off x="4843166" y="4807530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4CA7DBBD-54F3-56AD-DD48-9410F239FB0E}"/>
              </a:ext>
            </a:extLst>
          </p:cNvPr>
          <p:cNvSpPr/>
          <p:nvPr/>
        </p:nvSpPr>
        <p:spPr>
          <a:xfrm flipV="1">
            <a:off x="6437956" y="4807530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27" name="箭头: 右 26">
            <a:extLst>
              <a:ext uri="{FF2B5EF4-FFF2-40B4-BE49-F238E27FC236}">
                <a16:creationId xmlns:a16="http://schemas.microsoft.com/office/drawing/2014/main" id="{85EAAAAB-DC9A-0562-0940-32E629D8BDFC}"/>
              </a:ext>
            </a:extLst>
          </p:cNvPr>
          <p:cNvSpPr/>
          <p:nvPr/>
        </p:nvSpPr>
        <p:spPr>
          <a:xfrm flipV="1">
            <a:off x="9107558" y="4807530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E9E6EDE7-FC57-DD12-9DDF-0FAA42AFCED0}"/>
              </a:ext>
            </a:extLst>
          </p:cNvPr>
          <p:cNvSpPr/>
          <p:nvPr/>
        </p:nvSpPr>
        <p:spPr>
          <a:xfrm flipV="1">
            <a:off x="2151248" y="5323408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29" name="箭头: 右 28">
            <a:extLst>
              <a:ext uri="{FF2B5EF4-FFF2-40B4-BE49-F238E27FC236}">
                <a16:creationId xmlns:a16="http://schemas.microsoft.com/office/drawing/2014/main" id="{5397EB7E-A105-1DC1-761C-FB5AF1722BA0}"/>
              </a:ext>
            </a:extLst>
          </p:cNvPr>
          <p:cNvSpPr/>
          <p:nvPr/>
        </p:nvSpPr>
        <p:spPr>
          <a:xfrm flipV="1">
            <a:off x="2936479" y="5321380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3386F2D8-4C23-8B48-F957-0BA7066EAE59}"/>
              </a:ext>
            </a:extLst>
          </p:cNvPr>
          <p:cNvSpPr/>
          <p:nvPr/>
        </p:nvSpPr>
        <p:spPr>
          <a:xfrm flipV="1">
            <a:off x="5490928" y="5336384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31" name="箭头: 右 30">
            <a:extLst>
              <a:ext uri="{FF2B5EF4-FFF2-40B4-BE49-F238E27FC236}">
                <a16:creationId xmlns:a16="http://schemas.microsoft.com/office/drawing/2014/main" id="{915C7827-0E85-0826-0900-2BB2F3FDBAFC}"/>
              </a:ext>
            </a:extLst>
          </p:cNvPr>
          <p:cNvSpPr/>
          <p:nvPr/>
        </p:nvSpPr>
        <p:spPr>
          <a:xfrm flipV="1">
            <a:off x="2857114" y="5851361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32" name="箭头: 右 31">
            <a:extLst>
              <a:ext uri="{FF2B5EF4-FFF2-40B4-BE49-F238E27FC236}">
                <a16:creationId xmlns:a16="http://schemas.microsoft.com/office/drawing/2014/main" id="{BB2A7F6F-73F7-0B2D-3BEF-39A0CF3CCA77}"/>
              </a:ext>
            </a:extLst>
          </p:cNvPr>
          <p:cNvSpPr/>
          <p:nvPr/>
        </p:nvSpPr>
        <p:spPr>
          <a:xfrm flipV="1">
            <a:off x="6040912" y="5848330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33" name="箭头: 右 32">
            <a:extLst>
              <a:ext uri="{FF2B5EF4-FFF2-40B4-BE49-F238E27FC236}">
                <a16:creationId xmlns:a16="http://schemas.microsoft.com/office/drawing/2014/main" id="{4D001474-5B3C-D206-7D08-76DC6D025407}"/>
              </a:ext>
            </a:extLst>
          </p:cNvPr>
          <p:cNvSpPr/>
          <p:nvPr/>
        </p:nvSpPr>
        <p:spPr>
          <a:xfrm flipV="1">
            <a:off x="8633669" y="5848330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6ED3F89-1538-8D5C-EA9F-53F2313A43B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77870" y="838589"/>
            <a:ext cx="5421492" cy="3049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501584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48F3E463-0106-2898-EAFC-405353DA07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882" y="1098581"/>
            <a:ext cx="10585578" cy="466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258990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C647D4-71BA-2B61-6563-1D084E8A7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08397E8-F3D3-67FB-0D50-A9D0C12652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7660" y="104531"/>
            <a:ext cx="9156680" cy="6753469"/>
          </a:xfrm>
        </p:spPr>
      </p:pic>
    </p:spTree>
    <p:extLst>
      <p:ext uri="{BB962C8B-B14F-4D97-AF65-F5344CB8AC3E}">
        <p14:creationId xmlns:p14="http://schemas.microsoft.com/office/powerpoint/2010/main" val="2110606017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8AA8142-9DF7-6BC4-C8EB-5712F86FF5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707" y="1089627"/>
            <a:ext cx="11924585" cy="4396774"/>
          </a:xfrm>
        </p:spPr>
      </p:pic>
    </p:spTree>
    <p:extLst>
      <p:ext uri="{BB962C8B-B14F-4D97-AF65-F5344CB8AC3E}">
        <p14:creationId xmlns:p14="http://schemas.microsoft.com/office/powerpoint/2010/main" val="2636137319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7899A6B-2B7E-9F2D-9CE5-4EAE86AC1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9928" y="379414"/>
            <a:ext cx="3440984" cy="3967940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dirty="0"/>
              <a:t>评价类、阐释、理解、</a:t>
            </a:r>
            <a:r>
              <a:rPr lang="zh-CN" altLang="en-US" dirty="0">
                <a:solidFill>
                  <a:srgbClr val="FF0000"/>
                </a:solidFill>
              </a:rPr>
              <a:t>辨析</a:t>
            </a:r>
            <a:r>
              <a:rPr lang="zh-CN" altLang="en-US" dirty="0"/>
              <a:t>、启示、认识：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en-US" altLang="zh-CN" dirty="0"/>
              <a:t>1.</a:t>
            </a:r>
            <a:r>
              <a:rPr lang="zh-CN" altLang="en-US" dirty="0"/>
              <a:t>释义：</a:t>
            </a:r>
            <a:r>
              <a:rPr lang="zh-CN" altLang="en-US" dirty="0">
                <a:solidFill>
                  <a:srgbClr val="FF0000"/>
                </a:solidFill>
              </a:rPr>
              <a:t>观点</a:t>
            </a:r>
            <a:r>
              <a:rPr lang="en-US" altLang="zh-CN" dirty="0"/>
              <a:t>---</a:t>
            </a:r>
            <a:r>
              <a:rPr lang="zh-CN" altLang="en-US" dirty="0"/>
              <a:t>现象</a:t>
            </a:r>
            <a:r>
              <a:rPr lang="en-US" altLang="zh-CN" dirty="0"/>
              <a:t>---</a:t>
            </a:r>
            <a:r>
              <a:rPr lang="zh-CN" altLang="en-US" dirty="0"/>
              <a:t>特征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en-US" altLang="zh-CN" dirty="0"/>
              <a:t>2.</a:t>
            </a:r>
            <a:r>
              <a:rPr lang="zh-CN" altLang="en-US" dirty="0"/>
              <a:t>合理性</a:t>
            </a:r>
            <a:r>
              <a:rPr lang="zh-CN" altLang="en-US" dirty="0">
                <a:sym typeface="Wingdings" panose="05000000000000000000" pitchFamily="2" charset="2"/>
              </a:rPr>
              <a:t>：（</a:t>
            </a:r>
            <a:r>
              <a:rPr lang="en-US" altLang="zh-CN" dirty="0">
                <a:sym typeface="Wingdings" panose="05000000000000000000" pitchFamily="2" charset="2"/>
              </a:rPr>
              <a:t>1</a:t>
            </a:r>
            <a:r>
              <a:rPr lang="zh-CN" altLang="en-US" dirty="0"/>
              <a:t>）理论逻辑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en-US" altLang="zh-CN" dirty="0"/>
              <a:t>                 </a:t>
            </a: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）现实逻辑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en-US" altLang="zh-CN" dirty="0"/>
              <a:t>3.</a:t>
            </a:r>
            <a:r>
              <a:rPr lang="zh-CN" altLang="en-US" dirty="0"/>
              <a:t>价值性：影响、意义、作用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en-US" altLang="zh-CN" dirty="0"/>
              <a:t>4.</a:t>
            </a:r>
            <a:r>
              <a:rPr lang="zh-CN" altLang="en-US" dirty="0"/>
              <a:t>做法（辩证）：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知</a:t>
            </a:r>
            <a:r>
              <a:rPr lang="en-US" altLang="zh-CN" sz="3200" dirty="0">
                <a:solidFill>
                  <a:srgbClr val="FF0000"/>
                </a:solidFill>
              </a:rPr>
              <a:t>+</a:t>
            </a:r>
            <a:r>
              <a:rPr lang="zh-CN" altLang="en-US" sz="3200" dirty="0">
                <a:solidFill>
                  <a:srgbClr val="FF0000"/>
                </a:solidFill>
                <a:highlight>
                  <a:srgbClr val="FFFF00"/>
                </a:highlight>
              </a:rPr>
              <a:t>行：实践</a:t>
            </a:r>
            <a:endParaRPr lang="en-US" altLang="zh-CN" sz="3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5" name="图片 3">
            <a:extLst>
              <a:ext uri="{FF2B5EF4-FFF2-40B4-BE49-F238E27FC236}">
                <a16:creationId xmlns:a16="http://schemas.microsoft.com/office/drawing/2014/main" id="{99820610-A73D-DB50-D778-20FFB6B89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426" y="1312824"/>
            <a:ext cx="2036763" cy="2844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47FE62D1-CE2F-6817-15A4-2C84286E6623}"/>
              </a:ext>
            </a:extLst>
          </p:cNvPr>
          <p:cNvGrpSpPr>
            <a:grpSpLocks/>
          </p:cNvGrpSpPr>
          <p:nvPr>
            <p:custDataLst>
              <p:tags r:id="rId1"/>
            </p:custDataLst>
          </p:nvPr>
        </p:nvGrpSpPr>
        <p:grpSpPr bwMode="auto">
          <a:xfrm>
            <a:off x="1162" y="172528"/>
            <a:ext cx="2351088" cy="580865"/>
            <a:chOff x="-118371" y="251223"/>
            <a:chExt cx="2453869" cy="773956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3DED99F5-0B34-911C-3F46-E9A41B5DF0F7}"/>
                </a:ext>
              </a:extLst>
            </p:cNvPr>
            <p:cNvGrpSpPr>
              <a:grpSpLocks/>
            </p:cNvGrpSpPr>
            <p:nvPr>
              <p:custDataLst>
                <p:tags r:id="rId2"/>
              </p:custDataLst>
            </p:nvPr>
          </p:nvGrpSpPr>
          <p:grpSpPr bwMode="auto">
            <a:xfrm>
              <a:off x="-118371" y="388180"/>
              <a:ext cx="2258114" cy="569433"/>
              <a:chOff x="0" y="194743"/>
              <a:chExt cx="3577612" cy="569433"/>
            </a:xfrm>
          </p:grpSpPr>
          <p:sp>
            <p:nvSpPr>
              <p:cNvPr id="10" name="圆角矩形 6">
                <a:extLst>
                  <a:ext uri="{FF2B5EF4-FFF2-40B4-BE49-F238E27FC236}">
                    <a16:creationId xmlns:a16="http://schemas.microsoft.com/office/drawing/2014/main" id="{E0938BA5-2154-D8B5-3345-332197A3B515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173209" y="194743"/>
                <a:ext cx="3404403" cy="569433"/>
              </a:xfrm>
              <a:prstGeom prst="roundRect">
                <a:avLst>
                  <a:gd name="adj" fmla="val 9976"/>
                </a:avLst>
              </a:prstGeom>
              <a:solidFill>
                <a:srgbClr val="01ACBE"/>
              </a:solidFill>
              <a:ln w="19050">
                <a:gradFill flip="none" rotWithShape="1">
                  <a:gsLst>
                    <a:gs pos="88000">
                      <a:schemeClr val="bg1"/>
                    </a:gs>
                    <a:gs pos="0">
                      <a:schemeClr val="bg1">
                        <a:lumMod val="75000"/>
                      </a:schemeClr>
                    </a:gs>
                    <a:gs pos="71000">
                      <a:schemeClr val="bg1">
                        <a:lumMod val="85000"/>
                      </a:schemeClr>
                    </a:gs>
                    <a:gs pos="55000">
                      <a:schemeClr val="bg1"/>
                    </a:gs>
                    <a:gs pos="37000">
                      <a:schemeClr val="bg1">
                        <a:lumMod val="85000"/>
                      </a:schemeClr>
                    </a:gs>
                    <a:gs pos="2200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200000" scaled="0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3429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25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A4BDD638-225B-41DC-05F7-0FDF1BBEC6F9}"/>
                  </a:ext>
                </a:extLst>
              </p:cNvPr>
              <p:cNvGrpSpPr>
                <a:grpSpLocks/>
              </p:cNvGrpSpPr>
              <p:nvPr>
                <p:custDataLst>
                  <p:tags r:id="rId5"/>
                </p:custDataLst>
              </p:nvPr>
            </p:nvGrpSpPr>
            <p:grpSpPr bwMode="auto">
              <a:xfrm>
                <a:off x="0" y="290669"/>
                <a:ext cx="424561" cy="355906"/>
                <a:chOff x="469900" y="728859"/>
                <a:chExt cx="424561" cy="355906"/>
              </a:xfrm>
            </p:grpSpPr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2C289C6E-29CB-56C3-C344-B134F12EE51D}"/>
                    </a:ext>
                  </a:extLst>
                </p:cNvPr>
                <p:cNvSpPr/>
                <p:nvPr>
                  <p:custDataLst>
                    <p:tags r:id="rId6"/>
                  </p:custDataLst>
                </p:nvPr>
              </p:nvSpPr>
              <p:spPr>
                <a:xfrm rot="16200000">
                  <a:off x="738147" y="926992"/>
                  <a:ext cx="156526" cy="157505"/>
                </a:xfrm>
                <a:prstGeom prst="ellipse">
                  <a:avLst/>
                </a:prstGeom>
                <a:gradFill>
                  <a:gsLst>
                    <a:gs pos="75000">
                      <a:schemeClr val="bg1">
                        <a:lumMod val="95000"/>
                      </a:schemeClr>
                    </a:gs>
                    <a:gs pos="55000">
                      <a:schemeClr val="bg1">
                        <a:lumMod val="65000"/>
                      </a:schemeClr>
                    </a:gs>
                    <a:gs pos="35000">
                      <a:schemeClr val="bg1">
                        <a:lumMod val="95000"/>
                      </a:schemeClr>
                    </a:gs>
                    <a:gs pos="17000">
                      <a:schemeClr val="bg1">
                        <a:lumMod val="65000"/>
                      </a:schemeClr>
                    </a:gs>
                    <a:gs pos="0">
                      <a:schemeClr val="bg1"/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>
                  <a:outerShdw blurRad="12700" dist="127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41B35E39-AD8C-1151-717C-CF8E7E87DD51}"/>
                    </a:ext>
                  </a:extLst>
                </p:cNvPr>
                <p:cNvSpPr/>
                <p:nvPr>
                  <p:custDataLst>
                    <p:tags r:id="rId7"/>
                  </p:custDataLst>
                </p:nvPr>
              </p:nvSpPr>
              <p:spPr>
                <a:xfrm rot="16200000">
                  <a:off x="752463" y="942770"/>
                  <a:ext cx="127798" cy="127797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  <a:effectLst>
                  <a:innerShdw blurRad="12700" dist="127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4" name="椭圆 13">
                  <a:extLst>
                    <a:ext uri="{FF2B5EF4-FFF2-40B4-BE49-F238E27FC236}">
                      <a16:creationId xmlns:a16="http://schemas.microsoft.com/office/drawing/2014/main" id="{0AC979CA-5F36-FCAA-5F11-D8FB4E16DFAE}"/>
                    </a:ext>
                  </a:extLst>
                </p:cNvPr>
                <p:cNvSpPr/>
                <p:nvPr>
                  <p:custDataLst>
                    <p:tags r:id="rId8"/>
                  </p:custDataLst>
                </p:nvPr>
              </p:nvSpPr>
              <p:spPr>
                <a:xfrm rot="16200000">
                  <a:off x="738147" y="728161"/>
                  <a:ext cx="156526" cy="157505"/>
                </a:xfrm>
                <a:prstGeom prst="ellipse">
                  <a:avLst/>
                </a:prstGeom>
                <a:gradFill>
                  <a:gsLst>
                    <a:gs pos="75000">
                      <a:schemeClr val="bg1">
                        <a:lumMod val="95000"/>
                      </a:schemeClr>
                    </a:gs>
                    <a:gs pos="55000">
                      <a:schemeClr val="bg1">
                        <a:lumMod val="65000"/>
                      </a:schemeClr>
                    </a:gs>
                    <a:gs pos="35000">
                      <a:schemeClr val="bg1">
                        <a:lumMod val="95000"/>
                      </a:schemeClr>
                    </a:gs>
                    <a:gs pos="17000">
                      <a:schemeClr val="bg1">
                        <a:lumMod val="65000"/>
                      </a:schemeClr>
                    </a:gs>
                    <a:gs pos="0">
                      <a:schemeClr val="bg1"/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>
                  <a:outerShdw blurRad="12700" dist="127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5" name="椭圆 14">
                  <a:extLst>
                    <a:ext uri="{FF2B5EF4-FFF2-40B4-BE49-F238E27FC236}">
                      <a16:creationId xmlns:a16="http://schemas.microsoft.com/office/drawing/2014/main" id="{BA565DE6-DFA0-8A24-6F17-5D5121E06C61}"/>
                    </a:ext>
                  </a:extLst>
                </p:cNvPr>
                <p:cNvSpPr/>
                <p:nvPr>
                  <p:custDataLst>
                    <p:tags r:id="rId9"/>
                  </p:custDataLst>
                </p:nvPr>
              </p:nvSpPr>
              <p:spPr>
                <a:xfrm rot="16200000">
                  <a:off x="752463" y="743063"/>
                  <a:ext cx="127798" cy="127797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  <a:effectLst>
                  <a:innerShdw blurRad="12700" dist="127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6" name="圆角矩形 12">
                  <a:extLst>
                    <a:ext uri="{FF2B5EF4-FFF2-40B4-BE49-F238E27FC236}">
                      <a16:creationId xmlns:a16="http://schemas.microsoft.com/office/drawing/2014/main" id="{67F9CEA3-D0E2-E853-5033-AB494F507D49}"/>
                    </a:ext>
                  </a:extLst>
                </p:cNvPr>
                <p:cNvSpPr/>
                <p:nvPr>
                  <p:custDataLst>
                    <p:tags r:id="rId10"/>
                  </p:custDataLst>
                </p:nvPr>
              </p:nvSpPr>
              <p:spPr>
                <a:xfrm rot="16200000">
                  <a:off x="636543" y="859458"/>
                  <a:ext cx="18656" cy="351942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74000">
                      <a:schemeClr val="bg1"/>
                    </a:gs>
                    <a:gs pos="52000">
                      <a:schemeClr val="bg1">
                        <a:lumMod val="85000"/>
                      </a:schemeClr>
                    </a:gs>
                    <a:gs pos="23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  <a:ln w="12700">
                  <a:gradFill flip="none" rotWithShape="1">
                    <a:gsLst>
                      <a:gs pos="0">
                        <a:schemeClr val="bg1">
                          <a:lumMod val="65000"/>
                        </a:schemeClr>
                      </a:gs>
                      <a:gs pos="44000">
                        <a:schemeClr val="bg1">
                          <a:lumMod val="75000"/>
                        </a:schemeClr>
                      </a:gs>
                      <a:gs pos="78000">
                        <a:schemeClr val="bg1"/>
                      </a:gs>
                      <a:gs pos="61000">
                        <a:schemeClr val="bg1">
                          <a:lumMod val="100000"/>
                        </a:schemeClr>
                      </a:gs>
                      <a:gs pos="100000">
                        <a:schemeClr val="bg1">
                          <a:lumMod val="65000"/>
                        </a:schemeClr>
                      </a:gs>
                    </a:gsLst>
                    <a:lin ang="5400000" scaled="0"/>
                  </a:gradFill>
                </a:ln>
                <a:effectLst>
                  <a:outerShdw blurRad="254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7" name="圆角矩形 13">
                  <a:extLst>
                    <a:ext uri="{FF2B5EF4-FFF2-40B4-BE49-F238E27FC236}">
                      <a16:creationId xmlns:a16="http://schemas.microsoft.com/office/drawing/2014/main" id="{8D5EABAA-943B-DE50-5360-D984CDFBFCEA}"/>
                    </a:ext>
                  </a:extLst>
                </p:cNvPr>
                <p:cNvSpPr/>
                <p:nvPr>
                  <p:custDataLst>
                    <p:tags r:id="rId11"/>
                  </p:custDataLst>
                </p:nvPr>
              </p:nvSpPr>
              <p:spPr>
                <a:xfrm rot="16200000">
                  <a:off x="636543" y="809416"/>
                  <a:ext cx="18656" cy="351942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74000">
                      <a:schemeClr val="bg1"/>
                    </a:gs>
                    <a:gs pos="52000">
                      <a:schemeClr val="bg1">
                        <a:lumMod val="85000"/>
                      </a:schemeClr>
                    </a:gs>
                    <a:gs pos="23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  <a:ln w="12700">
                  <a:gradFill flip="none" rotWithShape="1">
                    <a:gsLst>
                      <a:gs pos="0">
                        <a:schemeClr val="bg1">
                          <a:lumMod val="65000"/>
                        </a:schemeClr>
                      </a:gs>
                      <a:gs pos="43000">
                        <a:schemeClr val="bg1">
                          <a:lumMod val="75000"/>
                        </a:schemeClr>
                      </a:gs>
                      <a:gs pos="79000">
                        <a:schemeClr val="bg1"/>
                      </a:gs>
                      <a:gs pos="61000">
                        <a:schemeClr val="bg1">
                          <a:lumMod val="100000"/>
                        </a:schemeClr>
                      </a:gs>
                      <a:gs pos="100000">
                        <a:schemeClr val="bg1">
                          <a:lumMod val="65000"/>
                        </a:schemeClr>
                      </a:gs>
                    </a:gsLst>
                    <a:lin ang="5400000" scaled="0"/>
                  </a:gradFill>
                </a:ln>
                <a:effectLst>
                  <a:outerShdw blurRad="254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8" name="圆角矩形 14">
                  <a:extLst>
                    <a:ext uri="{FF2B5EF4-FFF2-40B4-BE49-F238E27FC236}">
                      <a16:creationId xmlns:a16="http://schemas.microsoft.com/office/drawing/2014/main" id="{1851855B-2B96-5884-78F0-27E993DE63DE}"/>
                    </a:ext>
                  </a:extLst>
                </p:cNvPr>
                <p:cNvSpPr/>
                <p:nvPr>
                  <p:custDataLst>
                    <p:tags r:id="rId12"/>
                  </p:custDataLst>
                </p:nvPr>
              </p:nvSpPr>
              <p:spPr>
                <a:xfrm rot="16200000">
                  <a:off x="636543" y="655035"/>
                  <a:ext cx="18656" cy="351942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74000">
                      <a:schemeClr val="bg1"/>
                    </a:gs>
                    <a:gs pos="52000">
                      <a:schemeClr val="bg1">
                        <a:lumMod val="85000"/>
                      </a:schemeClr>
                    </a:gs>
                    <a:gs pos="23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  <a:ln w="12700">
                  <a:gradFill flip="none" rotWithShape="1">
                    <a:gsLst>
                      <a:gs pos="0">
                        <a:schemeClr val="bg1">
                          <a:lumMod val="65000"/>
                        </a:schemeClr>
                      </a:gs>
                      <a:gs pos="44000">
                        <a:schemeClr val="bg1">
                          <a:lumMod val="75000"/>
                        </a:schemeClr>
                      </a:gs>
                      <a:gs pos="78000">
                        <a:schemeClr val="bg1"/>
                      </a:gs>
                      <a:gs pos="61000">
                        <a:schemeClr val="bg1">
                          <a:lumMod val="100000"/>
                        </a:schemeClr>
                      </a:gs>
                      <a:gs pos="100000">
                        <a:schemeClr val="bg1">
                          <a:lumMod val="65000"/>
                        </a:schemeClr>
                      </a:gs>
                    </a:gsLst>
                    <a:lin ang="5400000" scaled="0"/>
                  </a:gradFill>
                </a:ln>
                <a:effectLst>
                  <a:outerShdw blurRad="254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9" name="圆角矩形 15">
                  <a:extLst>
                    <a:ext uri="{FF2B5EF4-FFF2-40B4-BE49-F238E27FC236}">
                      <a16:creationId xmlns:a16="http://schemas.microsoft.com/office/drawing/2014/main" id="{745BF6F7-0B96-0F34-CB44-F52428BED068}"/>
                    </a:ext>
                  </a:extLst>
                </p:cNvPr>
                <p:cNvSpPr/>
                <p:nvPr>
                  <p:custDataLst>
                    <p:tags r:id="rId13"/>
                  </p:custDataLst>
                </p:nvPr>
              </p:nvSpPr>
              <p:spPr>
                <a:xfrm rot="16200000">
                  <a:off x="636543" y="604992"/>
                  <a:ext cx="18656" cy="351942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74000">
                      <a:schemeClr val="bg1"/>
                    </a:gs>
                    <a:gs pos="52000">
                      <a:schemeClr val="bg1">
                        <a:lumMod val="85000"/>
                      </a:schemeClr>
                    </a:gs>
                    <a:gs pos="23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  <a:ln w="12700">
                  <a:gradFill flip="none" rotWithShape="1">
                    <a:gsLst>
                      <a:gs pos="0">
                        <a:schemeClr val="bg1">
                          <a:lumMod val="65000"/>
                        </a:schemeClr>
                      </a:gs>
                      <a:gs pos="43000">
                        <a:schemeClr val="bg1">
                          <a:lumMod val="75000"/>
                        </a:schemeClr>
                      </a:gs>
                      <a:gs pos="79000">
                        <a:schemeClr val="bg1"/>
                      </a:gs>
                      <a:gs pos="61000">
                        <a:schemeClr val="bg1">
                          <a:lumMod val="100000"/>
                        </a:schemeClr>
                      </a:gs>
                      <a:gs pos="100000">
                        <a:schemeClr val="bg1">
                          <a:lumMod val="65000"/>
                        </a:schemeClr>
                      </a:gs>
                    </a:gsLst>
                    <a:lin ang="5400000" scaled="0"/>
                  </a:gradFill>
                </a:ln>
                <a:effectLst>
                  <a:outerShdw blurRad="254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</p:grpSp>
        </p:grpSp>
        <p:sp>
          <p:nvSpPr>
            <p:cNvPr id="9" name="文本框 71">
              <a:extLst>
                <a:ext uri="{FF2B5EF4-FFF2-40B4-BE49-F238E27FC236}">
                  <a16:creationId xmlns:a16="http://schemas.microsoft.com/office/drawing/2014/main" id="{138CF334-493A-404C-2727-213517A80AB5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209695" y="251223"/>
              <a:ext cx="2125803" cy="77395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l" defTabSz="3429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答题思维：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AC874701-0777-DCE3-FE8E-7553B8FCF36D}"/>
              </a:ext>
            </a:extLst>
          </p:cNvPr>
          <p:cNvSpPr txBox="1">
            <a:spLocks/>
          </p:cNvSpPr>
          <p:nvPr/>
        </p:nvSpPr>
        <p:spPr bwMode="auto">
          <a:xfrm>
            <a:off x="172039" y="4617345"/>
            <a:ext cx="11991016" cy="156627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171450" indent="-171450" defTabSz="685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14350" indent="-171450" defTabSz="6858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 defTabSz="6858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 defTabSz="6858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 defTabSz="6858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0002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4574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9146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3718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法律：法条   事实分析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因果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侵权、违约     原则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----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判决    影响（违约、侵权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双方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 五位一体排除）</a:t>
            </a:r>
            <a:endParaRPr kumimoji="0" lang="en-US" altLang="zh-CN" sz="19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Arial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逻辑：核心知识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 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解释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 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材料分析（理例结合）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指向问题的逻辑表达</a:t>
            </a:r>
            <a:endParaRPr kumimoji="0" lang="en-US" altLang="zh-CN" sz="1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Arial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政治与法治：政治主体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 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核心逻辑（党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-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源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-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权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-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规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-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治）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材料分析（理例结合）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总结（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指向问题的逻辑表达）</a:t>
            </a:r>
            <a:endParaRPr kumimoji="0" lang="en-US" altLang="zh-CN" sz="19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Arial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zh-CN" sz="1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Arial"/>
            </a:endParaRPr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45207586-FCD3-90E7-D4AF-02BB5892B0EA}"/>
              </a:ext>
            </a:extLst>
          </p:cNvPr>
          <p:cNvSpPr/>
          <p:nvPr/>
        </p:nvSpPr>
        <p:spPr>
          <a:xfrm flipV="1">
            <a:off x="1636434" y="4775452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C38D636F-5599-8644-4540-FFD3C663CA64}"/>
              </a:ext>
            </a:extLst>
          </p:cNvPr>
          <p:cNvSpPr/>
          <p:nvPr/>
        </p:nvSpPr>
        <p:spPr>
          <a:xfrm flipV="1">
            <a:off x="3327698" y="4775452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25" name="箭头: 右 24">
            <a:extLst>
              <a:ext uri="{FF2B5EF4-FFF2-40B4-BE49-F238E27FC236}">
                <a16:creationId xmlns:a16="http://schemas.microsoft.com/office/drawing/2014/main" id="{7E5FB1E2-10E1-1DEE-1B29-88DC29D06BD6}"/>
              </a:ext>
            </a:extLst>
          </p:cNvPr>
          <p:cNvSpPr/>
          <p:nvPr/>
        </p:nvSpPr>
        <p:spPr>
          <a:xfrm flipV="1">
            <a:off x="4843166" y="4807530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4CA7DBBD-54F3-56AD-DD48-9410F239FB0E}"/>
              </a:ext>
            </a:extLst>
          </p:cNvPr>
          <p:cNvSpPr/>
          <p:nvPr/>
        </p:nvSpPr>
        <p:spPr>
          <a:xfrm flipV="1">
            <a:off x="6437956" y="4807530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27" name="箭头: 右 26">
            <a:extLst>
              <a:ext uri="{FF2B5EF4-FFF2-40B4-BE49-F238E27FC236}">
                <a16:creationId xmlns:a16="http://schemas.microsoft.com/office/drawing/2014/main" id="{85EAAAAB-DC9A-0562-0940-32E629D8BDFC}"/>
              </a:ext>
            </a:extLst>
          </p:cNvPr>
          <p:cNvSpPr/>
          <p:nvPr/>
        </p:nvSpPr>
        <p:spPr>
          <a:xfrm flipV="1">
            <a:off x="9107558" y="4807530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E9E6EDE7-FC57-DD12-9DDF-0FAA42AFCED0}"/>
              </a:ext>
            </a:extLst>
          </p:cNvPr>
          <p:cNvSpPr/>
          <p:nvPr/>
        </p:nvSpPr>
        <p:spPr>
          <a:xfrm flipV="1">
            <a:off x="2151248" y="5323408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29" name="箭头: 右 28">
            <a:extLst>
              <a:ext uri="{FF2B5EF4-FFF2-40B4-BE49-F238E27FC236}">
                <a16:creationId xmlns:a16="http://schemas.microsoft.com/office/drawing/2014/main" id="{5397EB7E-A105-1DC1-761C-FB5AF1722BA0}"/>
              </a:ext>
            </a:extLst>
          </p:cNvPr>
          <p:cNvSpPr/>
          <p:nvPr/>
        </p:nvSpPr>
        <p:spPr>
          <a:xfrm flipV="1">
            <a:off x="2936479" y="5321380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3386F2D8-4C23-8B48-F957-0BA7066EAE59}"/>
              </a:ext>
            </a:extLst>
          </p:cNvPr>
          <p:cNvSpPr/>
          <p:nvPr/>
        </p:nvSpPr>
        <p:spPr>
          <a:xfrm flipV="1">
            <a:off x="5490928" y="5336384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31" name="箭头: 右 30">
            <a:extLst>
              <a:ext uri="{FF2B5EF4-FFF2-40B4-BE49-F238E27FC236}">
                <a16:creationId xmlns:a16="http://schemas.microsoft.com/office/drawing/2014/main" id="{915C7827-0E85-0826-0900-2BB2F3FDBAFC}"/>
              </a:ext>
            </a:extLst>
          </p:cNvPr>
          <p:cNvSpPr/>
          <p:nvPr/>
        </p:nvSpPr>
        <p:spPr>
          <a:xfrm flipV="1">
            <a:off x="2857114" y="5851361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32" name="箭头: 右 31">
            <a:extLst>
              <a:ext uri="{FF2B5EF4-FFF2-40B4-BE49-F238E27FC236}">
                <a16:creationId xmlns:a16="http://schemas.microsoft.com/office/drawing/2014/main" id="{BB2A7F6F-73F7-0B2D-3BEF-39A0CF3CCA77}"/>
              </a:ext>
            </a:extLst>
          </p:cNvPr>
          <p:cNvSpPr/>
          <p:nvPr/>
        </p:nvSpPr>
        <p:spPr>
          <a:xfrm flipV="1">
            <a:off x="6040912" y="5848330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33" name="箭头: 右 32">
            <a:extLst>
              <a:ext uri="{FF2B5EF4-FFF2-40B4-BE49-F238E27FC236}">
                <a16:creationId xmlns:a16="http://schemas.microsoft.com/office/drawing/2014/main" id="{4D001474-5B3C-D206-7D08-76DC6D025407}"/>
              </a:ext>
            </a:extLst>
          </p:cNvPr>
          <p:cNvSpPr/>
          <p:nvPr/>
        </p:nvSpPr>
        <p:spPr>
          <a:xfrm flipV="1">
            <a:off x="8633669" y="5848330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6ED3F89-1538-8D5C-EA9F-53F2313A43B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77870" y="838589"/>
            <a:ext cx="5421492" cy="3049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668117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33AE55-19D8-9BC1-CBC1-CECBEEDFA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881" y="734546"/>
            <a:ext cx="10852237" cy="5388907"/>
          </a:xfrm>
        </p:spPr>
        <p:txBody>
          <a:bodyPr/>
          <a:lstStyle/>
          <a:p>
            <a:pPr indent="266700" algn="just">
              <a:lnSpc>
                <a:spcPct val="200000"/>
              </a:lnSpc>
            </a:pPr>
            <a:r>
              <a:rPr lang="zh-CN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甲公司参与比选并向乙公司进行报价，内容具体确定，属于要约。乙公司确认甲公司中标，向其送达了中标通知，属于承诺。中标通知书送达甲公司，故双方合同成立。（</a:t>
            </a:r>
            <a:r>
              <a:rPr lang="en-US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分）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79400" algn="just">
              <a:lnSpc>
                <a:spcPct val="200000"/>
              </a:lnSpc>
            </a:pPr>
            <a:r>
              <a:rPr lang="zh-CN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法院判决引导碳排放配额交易的民事主体遵循诚信原则、公平原则、绿色原则。有利于</a:t>
            </a:r>
            <a:r>
              <a:rPr lang="zh-CN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推动企业转型升级，兼顾经济效益和社会效益</a:t>
            </a:r>
            <a:r>
              <a:rPr lang="zh-CN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；有利于维护我国碳排放权交易市场的正常秩序，推动要素市场化改革</a:t>
            </a:r>
            <a:r>
              <a:rPr lang="zh-CN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落实“碳达峰、碳中和”国家重大决策。（</a:t>
            </a:r>
            <a:r>
              <a:rPr lang="en-US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分）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5498776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66" name="组合 18">
            <a:extLst>
              <a:ext uri="{FF2B5EF4-FFF2-40B4-BE49-F238E27FC236}">
                <a16:creationId xmlns:a16="http://schemas.microsoft.com/office/drawing/2014/main" id="{487B23C3-C0E9-C242-83E6-DBDFCD693694}"/>
              </a:ext>
            </a:extLst>
          </p:cNvPr>
          <p:cNvGrpSpPr>
            <a:grpSpLocks/>
          </p:cNvGrpSpPr>
          <p:nvPr/>
        </p:nvGrpSpPr>
        <p:grpSpPr bwMode="auto">
          <a:xfrm>
            <a:off x="1974458" y="798847"/>
            <a:ext cx="9714437" cy="3589748"/>
            <a:chOff x="7955" y="-1225477"/>
            <a:chExt cx="15530889" cy="4970551"/>
          </a:xfrm>
        </p:grpSpPr>
        <p:grpSp>
          <p:nvGrpSpPr>
            <p:cNvPr id="62471" name="组合 12">
              <a:extLst>
                <a:ext uri="{FF2B5EF4-FFF2-40B4-BE49-F238E27FC236}">
                  <a16:creationId xmlns:a16="http://schemas.microsoft.com/office/drawing/2014/main" id="{16456ADD-D5A5-EB93-AFCB-11E2B7989A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55" y="-1225477"/>
              <a:ext cx="11769672" cy="4970551"/>
              <a:chOff x="-443766" y="-2168628"/>
              <a:chExt cx="12472339" cy="8034034"/>
            </a:xfrm>
          </p:grpSpPr>
          <p:grpSp>
            <p:nvGrpSpPr>
              <p:cNvPr id="62475" name="组合 6">
                <a:extLst>
                  <a:ext uri="{FF2B5EF4-FFF2-40B4-BE49-F238E27FC236}">
                    <a16:creationId xmlns:a16="http://schemas.microsoft.com/office/drawing/2014/main" id="{F1FA397A-0C84-A0B3-8F3E-F2A095989DC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443766" y="-2168628"/>
                <a:ext cx="8550009" cy="8034034"/>
                <a:chOff x="-443766" y="-2168628"/>
                <a:chExt cx="8550009" cy="8034034"/>
              </a:xfrm>
            </p:grpSpPr>
            <p:graphicFrame>
              <p:nvGraphicFramePr>
                <p:cNvPr id="2" name="图示 1">
                  <a:extLst>
                    <a:ext uri="{FF2B5EF4-FFF2-40B4-BE49-F238E27FC236}">
                      <a16:creationId xmlns:a16="http://schemas.microsoft.com/office/drawing/2014/main" id="{EB4A247B-5155-9B74-5CE5-F98D0044FE07}"/>
                    </a:ext>
                  </a:extLst>
                </p:cNvPr>
                <p:cNvGraphicFramePr/>
                <p:nvPr/>
              </p:nvGraphicFramePr>
              <p:xfrm>
                <a:off x="2721809" y="36627"/>
                <a:ext cx="5384434" cy="5179603"/>
              </p:xfrm>
              <a:graphic>
                <a:graphicData uri="http://schemas.openxmlformats.org/drawingml/2006/diagram">
                  <dgm:relIds xmlns:dgm="http://schemas.openxmlformats.org/drawingml/2006/diagram" xmlns:r="http://schemas.openxmlformats.org/officeDocument/2006/relationships" r:dm="rId3" r:lo="rId4" r:qs="rId5" r:cs="rId6"/>
                </a:graphicData>
              </a:graphic>
            </p:graphicFrame>
            <p:graphicFrame>
              <p:nvGraphicFramePr>
                <p:cNvPr id="9" name="图示 8">
                  <a:extLst>
                    <a:ext uri="{FF2B5EF4-FFF2-40B4-BE49-F238E27FC236}">
                      <a16:creationId xmlns:a16="http://schemas.microsoft.com/office/drawing/2014/main" id="{EA214447-49B9-7C85-FEFA-6845A0B8B2BD}"/>
                    </a:ext>
                  </a:extLst>
                </p:cNvPr>
                <p:cNvGraphicFramePr/>
                <p:nvPr/>
              </p:nvGraphicFramePr>
              <p:xfrm>
                <a:off x="-443766" y="-2168628"/>
                <a:ext cx="2044466" cy="8034034"/>
              </p:xfrm>
              <a:graphic>
                <a:graphicData uri="http://schemas.openxmlformats.org/drawingml/2006/diagram">
                  <dgm:relIds xmlns:dgm="http://schemas.openxmlformats.org/drawingml/2006/diagram" xmlns:r="http://schemas.openxmlformats.org/officeDocument/2006/relationships" r:dm="rId8" r:lo="rId9" r:qs="rId10" r:cs="rId11"/>
                </a:graphicData>
              </a:graphic>
            </p:graphicFrame>
            <p:sp>
              <p:nvSpPr>
                <p:cNvPr id="10" name="右箭头 9">
                  <a:extLst>
                    <a:ext uri="{FF2B5EF4-FFF2-40B4-BE49-F238E27FC236}">
                      <a16:creationId xmlns:a16="http://schemas.microsoft.com/office/drawing/2014/main" id="{580EFDCC-319E-795D-BC59-01EF8ECDBF3D}"/>
                    </a:ext>
                  </a:extLst>
                </p:cNvPr>
                <p:cNvSpPr/>
                <p:nvPr/>
              </p:nvSpPr>
              <p:spPr>
                <a:xfrm>
                  <a:off x="2027911" y="1402039"/>
                  <a:ext cx="1737435" cy="621759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200"/>
                </a:p>
              </p:txBody>
            </p:sp>
            <p:sp>
              <p:nvSpPr>
                <p:cNvPr id="11" name="右箭头 10">
                  <a:extLst>
                    <a:ext uri="{FF2B5EF4-FFF2-40B4-BE49-F238E27FC236}">
                      <a16:creationId xmlns:a16="http://schemas.microsoft.com/office/drawing/2014/main" id="{2484DA83-795C-C350-C86B-FD097310856D}"/>
                    </a:ext>
                  </a:extLst>
                </p:cNvPr>
                <p:cNvSpPr/>
                <p:nvPr/>
              </p:nvSpPr>
              <p:spPr>
                <a:xfrm>
                  <a:off x="1734751" y="4187516"/>
                  <a:ext cx="839133" cy="564913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200"/>
                </a:p>
              </p:txBody>
            </p:sp>
            <p:sp>
              <p:nvSpPr>
                <p:cNvPr id="18" name="右箭头 17">
                  <a:extLst>
                    <a:ext uri="{FF2B5EF4-FFF2-40B4-BE49-F238E27FC236}">
                      <a16:creationId xmlns:a16="http://schemas.microsoft.com/office/drawing/2014/main" id="{0046996A-E0B1-F30D-5FF1-A0B26DA44A8E}"/>
                    </a:ext>
                  </a:extLst>
                </p:cNvPr>
                <p:cNvSpPr/>
                <p:nvPr/>
              </p:nvSpPr>
              <p:spPr>
                <a:xfrm>
                  <a:off x="2027911" y="-1728072"/>
                  <a:ext cx="1737435" cy="689263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200"/>
                </a:p>
              </p:txBody>
            </p:sp>
          </p:grpSp>
          <p:grpSp>
            <p:nvGrpSpPr>
              <p:cNvPr id="62476" name="组合 12">
                <a:extLst>
                  <a:ext uri="{FF2B5EF4-FFF2-40B4-BE49-F238E27FC236}">
                    <a16:creationId xmlns:a16="http://schemas.microsoft.com/office/drawing/2014/main" id="{12D87ACD-62F8-1E85-B9F4-81CC6C7F32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27017" y="544207"/>
                <a:ext cx="4301556" cy="4854801"/>
                <a:chOff x="7727017" y="544207"/>
                <a:chExt cx="4301556" cy="4854801"/>
              </a:xfrm>
            </p:grpSpPr>
            <p:graphicFrame>
              <p:nvGraphicFramePr>
                <p:cNvPr id="6" name="图示 5">
                  <a:extLst>
                    <a:ext uri="{FF2B5EF4-FFF2-40B4-BE49-F238E27FC236}">
                      <a16:creationId xmlns:a16="http://schemas.microsoft.com/office/drawing/2014/main" id="{10F1E1FC-53BB-D23D-23C4-CC6DFE6A6454}"/>
                    </a:ext>
                  </a:extLst>
                </p:cNvPr>
                <p:cNvGraphicFramePr/>
                <p:nvPr/>
              </p:nvGraphicFramePr>
              <p:xfrm>
                <a:off x="7799416" y="544207"/>
                <a:ext cx="4229157" cy="4854801"/>
              </p:xfrm>
              <a:graphic>
                <a:graphicData uri="http://schemas.openxmlformats.org/drawingml/2006/diagram">
                  <dgm:relIds xmlns:dgm="http://schemas.openxmlformats.org/drawingml/2006/diagram" xmlns:r="http://schemas.openxmlformats.org/officeDocument/2006/relationships" r:dm="rId13" r:lo="rId14" r:qs="rId15" r:cs="rId16"/>
                </a:graphicData>
              </a:graphic>
            </p:graphicFrame>
            <p:sp>
              <p:nvSpPr>
                <p:cNvPr id="12" name="右箭头 11">
                  <a:extLst>
                    <a:ext uri="{FF2B5EF4-FFF2-40B4-BE49-F238E27FC236}">
                      <a16:creationId xmlns:a16="http://schemas.microsoft.com/office/drawing/2014/main" id="{B4F0E536-A3E7-9330-547C-E5779553BB46}"/>
                    </a:ext>
                  </a:extLst>
                </p:cNvPr>
                <p:cNvSpPr/>
                <p:nvPr/>
              </p:nvSpPr>
              <p:spPr>
                <a:xfrm>
                  <a:off x="7727017" y="2855064"/>
                  <a:ext cx="379224" cy="426348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200" dirty="0"/>
                </a:p>
              </p:txBody>
            </p:sp>
          </p:grpSp>
        </p:grpSp>
        <p:grpSp>
          <p:nvGrpSpPr>
            <p:cNvPr id="62472" name="组合 17">
              <a:extLst>
                <a:ext uri="{FF2B5EF4-FFF2-40B4-BE49-F238E27FC236}">
                  <a16:creationId xmlns:a16="http://schemas.microsoft.com/office/drawing/2014/main" id="{1D8799F2-FAD5-8326-132C-6AC1EB74CF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666398" y="-7052"/>
              <a:ext cx="3872446" cy="3594056"/>
              <a:chOff x="11666398" y="-7052"/>
              <a:chExt cx="3872446" cy="3594056"/>
            </a:xfrm>
          </p:grpSpPr>
          <p:graphicFrame>
            <p:nvGraphicFramePr>
              <p:cNvPr id="16" name="图示 15">
                <a:extLst>
                  <a:ext uri="{FF2B5EF4-FFF2-40B4-BE49-F238E27FC236}">
                    <a16:creationId xmlns:a16="http://schemas.microsoft.com/office/drawing/2014/main" id="{9A417B54-EFA7-6CDC-C013-0FF6D66CDDAB}"/>
                  </a:ext>
                </a:extLst>
              </p:cNvPr>
              <p:cNvGraphicFramePr/>
              <p:nvPr/>
            </p:nvGraphicFramePr>
            <p:xfrm>
              <a:off x="11666398" y="382452"/>
              <a:ext cx="3018052" cy="3204552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8" r:lo="rId19" r:qs="rId20" r:cs="rId21"/>
              </a:graphicData>
            </a:graphic>
          </p:graphicFrame>
          <p:sp>
            <p:nvSpPr>
              <p:cNvPr id="38921" name="TextBox 16">
                <a:extLst>
                  <a:ext uri="{FF2B5EF4-FFF2-40B4-BE49-F238E27FC236}">
                    <a16:creationId xmlns:a16="http://schemas.microsoft.com/office/drawing/2014/main" id="{BF863111-EEE6-81FF-DF5A-5AD7E6DC9C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730085" y="-7052"/>
                <a:ext cx="808759" cy="3537155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zh-CN" altLang="en-US" sz="2000" b="1" dirty="0">
                    <a:solidFill>
                      <a:srgbClr val="FFFFFF"/>
                    </a:solidFill>
                    <a:ea typeface="宋体" panose="02010600030101010101" pitchFamily="2" charset="-122"/>
                  </a:rPr>
                  <a:t>依法治国的总目标</a:t>
                </a:r>
              </a:p>
            </p:txBody>
          </p:sp>
        </p:grpSp>
      </p:grpSp>
      <p:sp>
        <p:nvSpPr>
          <p:cNvPr id="62467" name="TextBox 19">
            <a:extLst>
              <a:ext uri="{FF2B5EF4-FFF2-40B4-BE49-F238E27FC236}">
                <a16:creationId xmlns:a16="http://schemas.microsoft.com/office/drawing/2014/main" id="{20D4F4EE-51B0-1832-C7B5-39850EC1A2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2163" y="740903"/>
            <a:ext cx="5295900" cy="887413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200" b="1" dirty="0">
                <a:ea typeface="SimSun" panose="02010600030101010101" pitchFamily="2" charset="-122"/>
              </a:rPr>
              <a:t>公民公共参与：</a:t>
            </a:r>
            <a:r>
              <a:rPr lang="zh-CN" altLang="en-US" sz="1200" b="1" dirty="0">
                <a:solidFill>
                  <a:srgbClr val="FF0000"/>
                </a:solidFill>
                <a:ea typeface="SimSun" panose="02010600030101010101" pitchFamily="2" charset="-122"/>
              </a:rPr>
              <a:t>民主决策  民主管理  民主监督  民主协商等；</a:t>
            </a:r>
            <a:endParaRPr lang="en-US" altLang="zh-CN" sz="1200" b="1" dirty="0">
              <a:solidFill>
                <a:srgbClr val="FF0000"/>
              </a:solidFill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200" b="1" dirty="0">
                <a:ea typeface="SimSun" panose="02010600030101010101" pitchFamily="2" charset="-122"/>
              </a:rPr>
              <a:t>国家机关：</a:t>
            </a:r>
            <a:r>
              <a:rPr lang="zh-CN" altLang="en-US" sz="1200" dirty="0">
                <a:ea typeface="SimSun" panose="02010600030101010101" pitchFamily="2" charset="-122"/>
              </a:rPr>
              <a:t>决策  执行  公开  管理   服务等；</a:t>
            </a:r>
            <a:endParaRPr lang="en-US" altLang="zh-CN" sz="1200" dirty="0"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200" b="1" dirty="0">
                <a:ea typeface="SimSun" panose="02010600030101010101" pitchFamily="2" charset="-122"/>
              </a:rPr>
              <a:t>社会团体：</a:t>
            </a:r>
            <a:r>
              <a:rPr lang="zh-CN" altLang="en-US" sz="1200" dirty="0">
                <a:ea typeface="SimSun" panose="02010600030101010101" pitchFamily="2" charset="-122"/>
              </a:rPr>
              <a:t>遵循社会规则参与到政府、市场和社会治理过程。</a:t>
            </a:r>
          </a:p>
        </p:txBody>
      </p:sp>
      <p:sp>
        <p:nvSpPr>
          <p:cNvPr id="19" name="Text Box 2">
            <a:extLst>
              <a:ext uri="{FF2B5EF4-FFF2-40B4-BE49-F238E27FC236}">
                <a16:creationId xmlns:a16="http://schemas.microsoft.com/office/drawing/2014/main" id="{4FDCBCA9-A196-1CF7-5139-D947652436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6099" y="782110"/>
            <a:ext cx="1110201" cy="213585"/>
          </a:xfrm>
          <a:prstGeom prst="rect">
            <a:avLst/>
          </a:prstGeom>
          <a:solidFill>
            <a:schemeClr val="bg1"/>
          </a:solidFill>
          <a:ln w="9525" cmpd="sng">
            <a:solidFill>
              <a:srgbClr val="3366FF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788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领导治理体系和机制</a:t>
            </a:r>
          </a:p>
        </p:txBody>
      </p:sp>
      <p:sp>
        <p:nvSpPr>
          <p:cNvPr id="38917" name="TextBox 20">
            <a:extLst>
              <a:ext uri="{FF2B5EF4-FFF2-40B4-BE49-F238E27FC236}">
                <a16:creationId xmlns:a16="http://schemas.microsoft.com/office/drawing/2014/main" id="{FDB9F730-5467-8E76-2D08-0A1F69B146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14" y="411320"/>
            <a:ext cx="1868488" cy="154657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285750" indent="-285750"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1350" dirty="0">
                <a:solidFill>
                  <a:srgbClr val="FF0000"/>
                </a:solidFill>
                <a:latin typeface="黑体" panose="02010609060101010101" pitchFamily="49" charset="-122"/>
              </a:rPr>
              <a:t>中国共产党是我国最高政治领导力量</a:t>
            </a:r>
            <a:endParaRPr lang="en-US" altLang="zh-CN" sz="1350" dirty="0">
              <a:solidFill>
                <a:srgbClr val="FF0000"/>
              </a:solidFill>
              <a:latin typeface="黑体" panose="02010609060101010101" pitchFamily="49" charset="-122"/>
            </a:endParaRPr>
          </a:p>
          <a:p>
            <a:pPr marL="285750" indent="-285750"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1350" dirty="0">
                <a:solidFill>
                  <a:srgbClr val="FF0000"/>
                </a:solidFill>
                <a:latin typeface="黑体" panose="02010609060101010101" pitchFamily="49" charset="-122"/>
              </a:rPr>
              <a:t>中国共产党领导是中国特色社会主义                 最本质的特征</a:t>
            </a:r>
            <a:endParaRPr lang="en-US" altLang="zh-CN" sz="1350" dirty="0">
              <a:solidFill>
                <a:srgbClr val="FF0000"/>
              </a:solidFill>
              <a:latin typeface="黑体" panose="02010609060101010101" pitchFamily="49" charset="-122"/>
            </a:endParaRPr>
          </a:p>
          <a:p>
            <a:pPr marL="285750" indent="-285750"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1350" dirty="0">
                <a:solidFill>
                  <a:srgbClr val="FF0000"/>
                </a:solidFill>
                <a:latin typeface="黑体" panose="02010609060101010101" pitchFamily="49" charset="-122"/>
              </a:rPr>
              <a:t>是中国特色社会主义制度的最大优势。</a:t>
            </a:r>
          </a:p>
        </p:txBody>
      </p:sp>
      <p:sp>
        <p:nvSpPr>
          <p:cNvPr id="62470" name="文本框 3">
            <a:extLst>
              <a:ext uri="{FF2B5EF4-FFF2-40B4-BE49-F238E27FC236}">
                <a16:creationId xmlns:a16="http://schemas.microsoft.com/office/drawing/2014/main" id="{104713C8-2504-ACC7-D386-A0BFFF79F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7424" y="4653060"/>
            <a:ext cx="7836027" cy="170053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ea typeface="SimSun" panose="02010600030101010101" pitchFamily="2" charset="-122"/>
              </a:rPr>
              <a:t>党、源、权、规、治</a:t>
            </a:r>
            <a:endParaRPr lang="en-US" altLang="zh-CN" sz="1800" dirty="0"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ea typeface="SimSun" panose="02010600030101010101" pitchFamily="2" charset="-122"/>
              </a:rPr>
              <a:t>全过程人民民主：国体</a:t>
            </a:r>
            <a:r>
              <a:rPr lang="en-US" altLang="zh-CN" sz="1800" dirty="0">
                <a:ea typeface="SimSun" panose="02010600030101010101" pitchFamily="2" charset="-122"/>
              </a:rPr>
              <a:t>—</a:t>
            </a:r>
            <a:r>
              <a:rPr lang="zh-CN" altLang="en-US" sz="1800" dirty="0">
                <a:ea typeface="SimSun" panose="02010600030101010101" pitchFamily="2" charset="-122"/>
              </a:rPr>
              <a:t>政体</a:t>
            </a:r>
            <a:r>
              <a:rPr lang="en-US" altLang="zh-CN" sz="1800" dirty="0">
                <a:ea typeface="SimSun" panose="02010600030101010101" pitchFamily="2" charset="-122"/>
              </a:rPr>
              <a:t>---</a:t>
            </a:r>
            <a:r>
              <a:rPr lang="zh-CN" altLang="en-US" sz="1800" dirty="0">
                <a:ea typeface="SimSun" panose="02010600030101010101" pitchFamily="2" charset="-122"/>
              </a:rPr>
              <a:t>政治制度</a:t>
            </a:r>
            <a:r>
              <a:rPr lang="en-US" altLang="zh-CN" sz="1800" dirty="0">
                <a:ea typeface="SimSun" panose="02010600030101010101" pitchFamily="2" charset="-122"/>
              </a:rPr>
              <a:t>----</a:t>
            </a:r>
            <a:r>
              <a:rPr lang="zh-CN" altLang="en-US" sz="1800" dirty="0">
                <a:ea typeface="SimSun" panose="02010600030101010101" pitchFamily="2" charset="-122"/>
              </a:rPr>
              <a:t>公民参与具体形式</a:t>
            </a:r>
            <a:r>
              <a:rPr lang="en-US" altLang="zh-CN" sz="1800" dirty="0">
                <a:ea typeface="SimSun" panose="02010600030101010101" pitchFamily="2" charset="-122"/>
              </a:rPr>
              <a:t>4</a:t>
            </a:r>
            <a:r>
              <a:rPr lang="zh-CN" altLang="en-US" sz="1800" dirty="0">
                <a:ea typeface="SimSun" panose="02010600030101010101" pitchFamily="2" charset="-122"/>
              </a:rPr>
              <a:t>种</a:t>
            </a:r>
            <a:endParaRPr lang="en-US" altLang="zh-CN" sz="1800" dirty="0"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ea typeface="SimSun" panose="02010600030101010101" pitchFamily="2" charset="-122"/>
              </a:rPr>
              <a:t>依法治国：人大</a:t>
            </a:r>
            <a:r>
              <a:rPr lang="en-US" altLang="zh-CN" sz="1800" dirty="0">
                <a:ea typeface="SimSun" panose="02010600030101010101" pitchFamily="2" charset="-122"/>
              </a:rPr>
              <a:t>---</a:t>
            </a:r>
            <a:r>
              <a:rPr lang="zh-CN" altLang="en-US" sz="1800" dirty="0">
                <a:ea typeface="SimSun" panose="02010600030101010101" pitchFamily="2" charset="-122"/>
              </a:rPr>
              <a:t>政府</a:t>
            </a:r>
            <a:r>
              <a:rPr lang="en-US" altLang="zh-CN" sz="1800" dirty="0">
                <a:ea typeface="SimSun" panose="02010600030101010101" pitchFamily="2" charset="-122"/>
              </a:rPr>
              <a:t>---</a:t>
            </a:r>
            <a:r>
              <a:rPr lang="zh-CN" altLang="en-US" sz="1800" dirty="0">
                <a:ea typeface="SimSun" panose="02010600030101010101" pitchFamily="2" charset="-122"/>
              </a:rPr>
              <a:t>司法</a:t>
            </a:r>
            <a:r>
              <a:rPr lang="en-US" altLang="zh-CN" sz="1800" dirty="0">
                <a:ea typeface="SimSun" panose="02010600030101010101" pitchFamily="2" charset="-122"/>
              </a:rPr>
              <a:t>---</a:t>
            </a:r>
            <a:r>
              <a:rPr lang="zh-CN" altLang="en-US" sz="1800" dirty="0">
                <a:ea typeface="SimSun" panose="02010600030101010101" pitchFamily="2" charset="-122"/>
              </a:rPr>
              <a:t>全民</a:t>
            </a:r>
            <a:endParaRPr lang="en-US" altLang="zh-CN" sz="1800" dirty="0"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solidFill>
                  <a:srgbClr val="FF0000"/>
                </a:solidFill>
                <a:ea typeface="SimSun" panose="02010600030101010101" pitchFamily="2" charset="-122"/>
              </a:rPr>
              <a:t>党人法：全过程人民民主</a:t>
            </a:r>
            <a:r>
              <a:rPr lang="en-US" altLang="zh-CN" sz="1800" dirty="0">
                <a:solidFill>
                  <a:srgbClr val="FF0000"/>
                </a:solidFill>
                <a:ea typeface="SimSun" panose="02010600030101010101" pitchFamily="2" charset="-122"/>
              </a:rPr>
              <a:t>---</a:t>
            </a:r>
            <a:r>
              <a:rPr lang="zh-CN" altLang="en-US" sz="1800" dirty="0">
                <a:solidFill>
                  <a:srgbClr val="FF0000"/>
                </a:solidFill>
                <a:ea typeface="SimSun" panose="02010600030101010101" pitchFamily="2" charset="-122"/>
              </a:rPr>
              <a:t>多元主体参与治理</a:t>
            </a:r>
            <a:r>
              <a:rPr lang="en-US" altLang="zh-CN" sz="1800" dirty="0">
                <a:solidFill>
                  <a:srgbClr val="FF0000"/>
                </a:solidFill>
                <a:ea typeface="SimSun" panose="02010600030101010101" pitchFamily="2" charset="-122"/>
              </a:rPr>
              <a:t>---</a:t>
            </a:r>
            <a:r>
              <a:rPr lang="zh-CN" altLang="en-US" sz="1800" dirty="0">
                <a:solidFill>
                  <a:srgbClr val="FF0000"/>
                </a:solidFill>
                <a:ea typeface="SimSun" panose="02010600030101010101" pitchFamily="2" charset="-122"/>
              </a:rPr>
              <a:t>治理体系和治理能力现代化</a:t>
            </a:r>
          </a:p>
        </p:txBody>
      </p:sp>
      <p:sp>
        <p:nvSpPr>
          <p:cNvPr id="20" name="文本框 3">
            <a:extLst>
              <a:ext uri="{FF2B5EF4-FFF2-40B4-BE49-F238E27FC236}">
                <a16:creationId xmlns:a16="http://schemas.microsoft.com/office/drawing/2014/main" id="{177D2583-2C6D-4981-4C49-075B624B2B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7424" y="4087302"/>
            <a:ext cx="6348729" cy="33855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 dirty="0">
                <a:ea typeface="SimSun" panose="02010600030101010101" pitchFamily="2" charset="-122"/>
              </a:rPr>
              <a:t>党的领导：科学立法（良法之治）、严格执法、公正司法和全民守法</a:t>
            </a:r>
          </a:p>
        </p:txBody>
      </p:sp>
    </p:spTree>
    <p:extLst>
      <p:ext uri="{BB962C8B-B14F-4D97-AF65-F5344CB8AC3E}">
        <p14:creationId xmlns:p14="http://schemas.microsoft.com/office/powerpoint/2010/main" val="463569423"/>
      </p:ext>
    </p:extLst>
  </p:cSld>
  <p:clrMapOvr>
    <a:masterClrMapping/>
  </p:clrMapOvr>
  <p:transition spd="slow" advClick="0" advTm="0">
    <p:rand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0F31B-782A-696E-3D63-636386A37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6A9EFD-BB0D-EACF-F4B2-9A9FDE4FD7D0}"/>
              </a:ext>
            </a:extLst>
          </p:cNvPr>
          <p:cNvSpPr txBox="1"/>
          <p:nvPr/>
        </p:nvSpPr>
        <p:spPr>
          <a:xfrm>
            <a:off x="4686300" y="1600199"/>
            <a:ext cx="871538" cy="341632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公正司法</a:t>
            </a:r>
          </a:p>
        </p:txBody>
      </p:sp>
      <p:sp>
        <p:nvSpPr>
          <p:cNvPr id="3" name="箭头: 上 2">
            <a:extLst>
              <a:ext uri="{FF2B5EF4-FFF2-40B4-BE49-F238E27FC236}">
                <a16:creationId xmlns:a16="http://schemas.microsoft.com/office/drawing/2014/main" id="{23056AA6-0B27-8996-4B9C-31DCD465D78F}"/>
              </a:ext>
            </a:extLst>
          </p:cNvPr>
          <p:cNvSpPr/>
          <p:nvPr/>
        </p:nvSpPr>
        <p:spPr>
          <a:xfrm>
            <a:off x="4836319" y="1128713"/>
            <a:ext cx="421481" cy="44291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AE594AF-1032-A872-BD99-3AFBB8E701A9}"/>
              </a:ext>
            </a:extLst>
          </p:cNvPr>
          <p:cNvSpPr txBox="1"/>
          <p:nvPr/>
        </p:nvSpPr>
        <p:spPr>
          <a:xfrm>
            <a:off x="585788" y="376326"/>
            <a:ext cx="11044237" cy="707886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在司法活动的过程和结果中坚持和体现公平正义</a:t>
            </a:r>
          </a:p>
        </p:txBody>
      </p:sp>
      <p:sp>
        <p:nvSpPr>
          <p:cNvPr id="5" name="箭头: 下 4">
            <a:extLst>
              <a:ext uri="{FF2B5EF4-FFF2-40B4-BE49-F238E27FC236}">
                <a16:creationId xmlns:a16="http://schemas.microsoft.com/office/drawing/2014/main" id="{62469964-E043-F40C-AA73-9308E93D1F65}"/>
              </a:ext>
            </a:extLst>
          </p:cNvPr>
          <p:cNvSpPr/>
          <p:nvPr/>
        </p:nvSpPr>
        <p:spPr>
          <a:xfrm>
            <a:off x="8387954" y="5150180"/>
            <a:ext cx="407194" cy="39844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A5ABCA1-798C-7B17-FAE5-B965CDCE7C69}"/>
              </a:ext>
            </a:extLst>
          </p:cNvPr>
          <p:cNvSpPr txBox="1"/>
          <p:nvPr/>
        </p:nvSpPr>
        <p:spPr>
          <a:xfrm>
            <a:off x="1138239" y="5665768"/>
            <a:ext cx="10163170" cy="95410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保障当事人的知情权、陈述权、辩护辩论权，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落实罪刑法定、疑罪从无、非法证据排除等法律原则的法律制度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26B1CED8-5AC7-77A8-875A-F5DE92FC7B24}"/>
              </a:ext>
            </a:extLst>
          </p:cNvPr>
          <p:cNvSpPr/>
          <p:nvPr/>
        </p:nvSpPr>
        <p:spPr>
          <a:xfrm>
            <a:off x="5572125" y="2928938"/>
            <a:ext cx="814388" cy="7786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箭头: 左 7">
            <a:extLst>
              <a:ext uri="{FF2B5EF4-FFF2-40B4-BE49-F238E27FC236}">
                <a16:creationId xmlns:a16="http://schemas.microsoft.com/office/drawing/2014/main" id="{1FEF9E75-E8DC-37BE-B7CC-04B536F0995E}"/>
              </a:ext>
            </a:extLst>
          </p:cNvPr>
          <p:cNvSpPr/>
          <p:nvPr/>
        </p:nvSpPr>
        <p:spPr>
          <a:xfrm>
            <a:off x="3800475" y="2999720"/>
            <a:ext cx="871538" cy="58644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5433352-1509-39B5-B0ED-F1E8FA1E7F1E}"/>
              </a:ext>
            </a:extLst>
          </p:cNvPr>
          <p:cNvSpPr txBox="1"/>
          <p:nvPr/>
        </p:nvSpPr>
        <p:spPr>
          <a:xfrm>
            <a:off x="213122" y="2758023"/>
            <a:ext cx="3512344" cy="1200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司法程序公正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司法结果要公正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3792960-E8AE-1AA3-6EEF-2ADC504F61F4}"/>
              </a:ext>
            </a:extLst>
          </p:cNvPr>
          <p:cNvSpPr txBox="1"/>
          <p:nvPr/>
        </p:nvSpPr>
        <p:spPr>
          <a:xfrm>
            <a:off x="3955256" y="1851720"/>
            <a:ext cx="7143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内涵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71CE74E-510E-0667-B214-35C788069DD1}"/>
              </a:ext>
            </a:extLst>
          </p:cNvPr>
          <p:cNvSpPr txBox="1"/>
          <p:nvPr/>
        </p:nvSpPr>
        <p:spPr>
          <a:xfrm>
            <a:off x="6915153" y="1557338"/>
            <a:ext cx="4933950" cy="3539430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1.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确保审判权和检察权依法独立行使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2.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以事实为根据、以法律为准绳，事实认定符合客观真相、办案结果公正，办案程序公正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3.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坚持司法为民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4.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加强人权司法保障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4C5CBD1-E009-E1CF-563D-98E15CD99747}"/>
              </a:ext>
            </a:extLst>
          </p:cNvPr>
          <p:cNvSpPr txBox="1"/>
          <p:nvPr/>
        </p:nvSpPr>
        <p:spPr>
          <a:xfrm>
            <a:off x="5738813" y="1642051"/>
            <a:ext cx="48101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具体要求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589736B2-D2AE-B46D-2E73-F24F651ED0E7}"/>
              </a:ext>
            </a:extLst>
          </p:cNvPr>
          <p:cNvCxnSpPr/>
          <p:nvPr/>
        </p:nvCxnSpPr>
        <p:spPr>
          <a:xfrm>
            <a:off x="6450806" y="1642051"/>
            <a:ext cx="58341" cy="3229987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D52CDFC-2BCD-6691-3FCF-8C9961669F21}"/>
              </a:ext>
            </a:extLst>
          </p:cNvPr>
          <p:cNvCxnSpPr/>
          <p:nvPr/>
        </p:nvCxnSpPr>
        <p:spPr>
          <a:xfrm>
            <a:off x="6512718" y="1843564"/>
            <a:ext cx="347665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1877BAF0-16D5-7CBB-3AAA-C1C892A5A989}"/>
              </a:ext>
            </a:extLst>
          </p:cNvPr>
          <p:cNvCxnSpPr/>
          <p:nvPr/>
        </p:nvCxnSpPr>
        <p:spPr>
          <a:xfrm>
            <a:off x="6460330" y="2631758"/>
            <a:ext cx="347665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BF94B0EB-3E35-956A-882B-34CC0E23E670}"/>
              </a:ext>
            </a:extLst>
          </p:cNvPr>
          <p:cNvCxnSpPr/>
          <p:nvPr/>
        </p:nvCxnSpPr>
        <p:spPr>
          <a:xfrm>
            <a:off x="6509147" y="4065508"/>
            <a:ext cx="347665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2281FC2B-5D2C-91EF-0B8A-03E68561421B}"/>
              </a:ext>
            </a:extLst>
          </p:cNvPr>
          <p:cNvCxnSpPr/>
          <p:nvPr/>
        </p:nvCxnSpPr>
        <p:spPr>
          <a:xfrm>
            <a:off x="6634162" y="4801392"/>
            <a:ext cx="347665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0724620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B051C6-EAFF-0DC2-EEC4-183169C70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CA29F17-F011-9F08-EC25-CB6C318A86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4380" y="232542"/>
            <a:ext cx="9499262" cy="6625458"/>
          </a:xfrm>
        </p:spPr>
      </p:pic>
    </p:spTree>
    <p:extLst>
      <p:ext uri="{BB962C8B-B14F-4D97-AF65-F5344CB8AC3E}">
        <p14:creationId xmlns:p14="http://schemas.microsoft.com/office/powerpoint/2010/main" val="1845775096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7899A6B-2B7E-9F2D-9CE5-4EAE86AC1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9928" y="379414"/>
            <a:ext cx="3440984" cy="3967940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dirty="0"/>
              <a:t>评价类、阐释、理解、</a:t>
            </a:r>
            <a:r>
              <a:rPr lang="zh-CN" altLang="en-US" dirty="0">
                <a:solidFill>
                  <a:srgbClr val="FF0000"/>
                </a:solidFill>
              </a:rPr>
              <a:t>辨析</a:t>
            </a:r>
            <a:r>
              <a:rPr lang="zh-CN" altLang="en-US" dirty="0"/>
              <a:t>、启示、认识：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en-US" altLang="zh-CN" dirty="0"/>
              <a:t>1.</a:t>
            </a:r>
            <a:r>
              <a:rPr lang="zh-CN" altLang="en-US" dirty="0"/>
              <a:t>释义：</a:t>
            </a:r>
            <a:r>
              <a:rPr lang="zh-CN" altLang="en-US" dirty="0">
                <a:solidFill>
                  <a:srgbClr val="FF0000"/>
                </a:solidFill>
              </a:rPr>
              <a:t>观点</a:t>
            </a:r>
            <a:r>
              <a:rPr lang="en-US" altLang="zh-CN" dirty="0"/>
              <a:t>---</a:t>
            </a:r>
            <a:r>
              <a:rPr lang="zh-CN" altLang="en-US" dirty="0"/>
              <a:t>现象</a:t>
            </a:r>
            <a:r>
              <a:rPr lang="en-US" altLang="zh-CN" dirty="0"/>
              <a:t>---</a:t>
            </a:r>
            <a:r>
              <a:rPr lang="zh-CN" altLang="en-US" dirty="0"/>
              <a:t>特征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en-US" altLang="zh-CN" dirty="0"/>
              <a:t>2.</a:t>
            </a:r>
            <a:r>
              <a:rPr lang="zh-CN" altLang="en-US" dirty="0"/>
              <a:t>合理性</a:t>
            </a:r>
            <a:r>
              <a:rPr lang="zh-CN" altLang="en-US" dirty="0">
                <a:sym typeface="Wingdings" panose="05000000000000000000" pitchFamily="2" charset="2"/>
              </a:rPr>
              <a:t>：（</a:t>
            </a:r>
            <a:r>
              <a:rPr lang="en-US" altLang="zh-CN" dirty="0">
                <a:sym typeface="Wingdings" panose="05000000000000000000" pitchFamily="2" charset="2"/>
              </a:rPr>
              <a:t>1</a:t>
            </a:r>
            <a:r>
              <a:rPr lang="zh-CN" altLang="en-US" dirty="0"/>
              <a:t>）理论逻辑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en-US" altLang="zh-CN" dirty="0"/>
              <a:t>                 </a:t>
            </a: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）现实逻辑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en-US" altLang="zh-CN" dirty="0"/>
              <a:t>3.</a:t>
            </a:r>
            <a:r>
              <a:rPr lang="zh-CN" altLang="en-US" dirty="0"/>
              <a:t>价值性：影响、意义、作用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en-US" altLang="zh-CN" dirty="0"/>
              <a:t>4.</a:t>
            </a:r>
            <a:r>
              <a:rPr lang="zh-CN" altLang="en-US" dirty="0"/>
              <a:t>做法（辩证）：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知</a:t>
            </a:r>
            <a:r>
              <a:rPr lang="en-US" altLang="zh-CN" sz="3200" dirty="0">
                <a:solidFill>
                  <a:srgbClr val="FF0000"/>
                </a:solidFill>
              </a:rPr>
              <a:t>+</a:t>
            </a:r>
            <a:r>
              <a:rPr lang="zh-CN" altLang="en-US" sz="3200" dirty="0">
                <a:solidFill>
                  <a:srgbClr val="FF0000"/>
                </a:solidFill>
                <a:highlight>
                  <a:srgbClr val="FFFF00"/>
                </a:highlight>
              </a:rPr>
              <a:t>行：实践</a:t>
            </a:r>
            <a:endParaRPr lang="en-US" altLang="zh-CN" sz="3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5" name="图片 3">
            <a:extLst>
              <a:ext uri="{FF2B5EF4-FFF2-40B4-BE49-F238E27FC236}">
                <a16:creationId xmlns:a16="http://schemas.microsoft.com/office/drawing/2014/main" id="{99820610-A73D-DB50-D778-20FFB6B89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426" y="1312824"/>
            <a:ext cx="2036763" cy="2844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47FE62D1-CE2F-6817-15A4-2C84286E6623}"/>
              </a:ext>
            </a:extLst>
          </p:cNvPr>
          <p:cNvGrpSpPr>
            <a:grpSpLocks/>
          </p:cNvGrpSpPr>
          <p:nvPr>
            <p:custDataLst>
              <p:tags r:id="rId1"/>
            </p:custDataLst>
          </p:nvPr>
        </p:nvGrpSpPr>
        <p:grpSpPr bwMode="auto">
          <a:xfrm>
            <a:off x="1162" y="172528"/>
            <a:ext cx="2351088" cy="580865"/>
            <a:chOff x="-118371" y="251223"/>
            <a:chExt cx="2453869" cy="773956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3DED99F5-0B34-911C-3F46-E9A41B5DF0F7}"/>
                </a:ext>
              </a:extLst>
            </p:cNvPr>
            <p:cNvGrpSpPr>
              <a:grpSpLocks/>
            </p:cNvGrpSpPr>
            <p:nvPr>
              <p:custDataLst>
                <p:tags r:id="rId2"/>
              </p:custDataLst>
            </p:nvPr>
          </p:nvGrpSpPr>
          <p:grpSpPr bwMode="auto">
            <a:xfrm>
              <a:off x="-118371" y="388180"/>
              <a:ext cx="2258114" cy="569433"/>
              <a:chOff x="0" y="194743"/>
              <a:chExt cx="3577612" cy="569433"/>
            </a:xfrm>
          </p:grpSpPr>
          <p:sp>
            <p:nvSpPr>
              <p:cNvPr id="10" name="圆角矩形 6">
                <a:extLst>
                  <a:ext uri="{FF2B5EF4-FFF2-40B4-BE49-F238E27FC236}">
                    <a16:creationId xmlns:a16="http://schemas.microsoft.com/office/drawing/2014/main" id="{E0938BA5-2154-D8B5-3345-332197A3B515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173209" y="194743"/>
                <a:ext cx="3404403" cy="569433"/>
              </a:xfrm>
              <a:prstGeom prst="roundRect">
                <a:avLst>
                  <a:gd name="adj" fmla="val 9976"/>
                </a:avLst>
              </a:prstGeom>
              <a:solidFill>
                <a:srgbClr val="01ACBE"/>
              </a:solidFill>
              <a:ln w="19050">
                <a:gradFill flip="none" rotWithShape="1">
                  <a:gsLst>
                    <a:gs pos="88000">
                      <a:schemeClr val="bg1"/>
                    </a:gs>
                    <a:gs pos="0">
                      <a:schemeClr val="bg1">
                        <a:lumMod val="75000"/>
                      </a:schemeClr>
                    </a:gs>
                    <a:gs pos="71000">
                      <a:schemeClr val="bg1">
                        <a:lumMod val="85000"/>
                      </a:schemeClr>
                    </a:gs>
                    <a:gs pos="55000">
                      <a:schemeClr val="bg1"/>
                    </a:gs>
                    <a:gs pos="37000">
                      <a:schemeClr val="bg1">
                        <a:lumMod val="85000"/>
                      </a:schemeClr>
                    </a:gs>
                    <a:gs pos="2200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200000" scaled="0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3429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25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A4BDD638-225B-41DC-05F7-0FDF1BBEC6F9}"/>
                  </a:ext>
                </a:extLst>
              </p:cNvPr>
              <p:cNvGrpSpPr>
                <a:grpSpLocks/>
              </p:cNvGrpSpPr>
              <p:nvPr>
                <p:custDataLst>
                  <p:tags r:id="rId5"/>
                </p:custDataLst>
              </p:nvPr>
            </p:nvGrpSpPr>
            <p:grpSpPr bwMode="auto">
              <a:xfrm>
                <a:off x="0" y="290669"/>
                <a:ext cx="424561" cy="355906"/>
                <a:chOff x="469900" y="728859"/>
                <a:chExt cx="424561" cy="355906"/>
              </a:xfrm>
            </p:grpSpPr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2C289C6E-29CB-56C3-C344-B134F12EE51D}"/>
                    </a:ext>
                  </a:extLst>
                </p:cNvPr>
                <p:cNvSpPr/>
                <p:nvPr>
                  <p:custDataLst>
                    <p:tags r:id="rId6"/>
                  </p:custDataLst>
                </p:nvPr>
              </p:nvSpPr>
              <p:spPr>
                <a:xfrm rot="16200000">
                  <a:off x="738147" y="926992"/>
                  <a:ext cx="156526" cy="157505"/>
                </a:xfrm>
                <a:prstGeom prst="ellipse">
                  <a:avLst/>
                </a:prstGeom>
                <a:gradFill>
                  <a:gsLst>
                    <a:gs pos="75000">
                      <a:schemeClr val="bg1">
                        <a:lumMod val="95000"/>
                      </a:schemeClr>
                    </a:gs>
                    <a:gs pos="55000">
                      <a:schemeClr val="bg1">
                        <a:lumMod val="65000"/>
                      </a:schemeClr>
                    </a:gs>
                    <a:gs pos="35000">
                      <a:schemeClr val="bg1">
                        <a:lumMod val="95000"/>
                      </a:schemeClr>
                    </a:gs>
                    <a:gs pos="17000">
                      <a:schemeClr val="bg1">
                        <a:lumMod val="65000"/>
                      </a:schemeClr>
                    </a:gs>
                    <a:gs pos="0">
                      <a:schemeClr val="bg1"/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>
                  <a:outerShdw blurRad="12700" dist="127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41B35E39-AD8C-1151-717C-CF8E7E87DD51}"/>
                    </a:ext>
                  </a:extLst>
                </p:cNvPr>
                <p:cNvSpPr/>
                <p:nvPr>
                  <p:custDataLst>
                    <p:tags r:id="rId7"/>
                  </p:custDataLst>
                </p:nvPr>
              </p:nvSpPr>
              <p:spPr>
                <a:xfrm rot="16200000">
                  <a:off x="752463" y="942770"/>
                  <a:ext cx="127798" cy="127797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  <a:effectLst>
                  <a:innerShdw blurRad="12700" dist="127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4" name="椭圆 13">
                  <a:extLst>
                    <a:ext uri="{FF2B5EF4-FFF2-40B4-BE49-F238E27FC236}">
                      <a16:creationId xmlns:a16="http://schemas.microsoft.com/office/drawing/2014/main" id="{0AC979CA-5F36-FCAA-5F11-D8FB4E16DFAE}"/>
                    </a:ext>
                  </a:extLst>
                </p:cNvPr>
                <p:cNvSpPr/>
                <p:nvPr>
                  <p:custDataLst>
                    <p:tags r:id="rId8"/>
                  </p:custDataLst>
                </p:nvPr>
              </p:nvSpPr>
              <p:spPr>
                <a:xfrm rot="16200000">
                  <a:off x="738147" y="728161"/>
                  <a:ext cx="156526" cy="157505"/>
                </a:xfrm>
                <a:prstGeom prst="ellipse">
                  <a:avLst/>
                </a:prstGeom>
                <a:gradFill>
                  <a:gsLst>
                    <a:gs pos="75000">
                      <a:schemeClr val="bg1">
                        <a:lumMod val="95000"/>
                      </a:schemeClr>
                    </a:gs>
                    <a:gs pos="55000">
                      <a:schemeClr val="bg1">
                        <a:lumMod val="65000"/>
                      </a:schemeClr>
                    </a:gs>
                    <a:gs pos="35000">
                      <a:schemeClr val="bg1">
                        <a:lumMod val="95000"/>
                      </a:schemeClr>
                    </a:gs>
                    <a:gs pos="17000">
                      <a:schemeClr val="bg1">
                        <a:lumMod val="65000"/>
                      </a:schemeClr>
                    </a:gs>
                    <a:gs pos="0">
                      <a:schemeClr val="bg1"/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>
                  <a:outerShdw blurRad="12700" dist="127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5" name="椭圆 14">
                  <a:extLst>
                    <a:ext uri="{FF2B5EF4-FFF2-40B4-BE49-F238E27FC236}">
                      <a16:creationId xmlns:a16="http://schemas.microsoft.com/office/drawing/2014/main" id="{BA565DE6-DFA0-8A24-6F17-5D5121E06C61}"/>
                    </a:ext>
                  </a:extLst>
                </p:cNvPr>
                <p:cNvSpPr/>
                <p:nvPr>
                  <p:custDataLst>
                    <p:tags r:id="rId9"/>
                  </p:custDataLst>
                </p:nvPr>
              </p:nvSpPr>
              <p:spPr>
                <a:xfrm rot="16200000">
                  <a:off x="752463" y="743063"/>
                  <a:ext cx="127798" cy="127797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  <a:effectLst>
                  <a:innerShdw blurRad="12700" dist="127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6" name="圆角矩形 12">
                  <a:extLst>
                    <a:ext uri="{FF2B5EF4-FFF2-40B4-BE49-F238E27FC236}">
                      <a16:creationId xmlns:a16="http://schemas.microsoft.com/office/drawing/2014/main" id="{67F9CEA3-D0E2-E853-5033-AB494F507D49}"/>
                    </a:ext>
                  </a:extLst>
                </p:cNvPr>
                <p:cNvSpPr/>
                <p:nvPr>
                  <p:custDataLst>
                    <p:tags r:id="rId10"/>
                  </p:custDataLst>
                </p:nvPr>
              </p:nvSpPr>
              <p:spPr>
                <a:xfrm rot="16200000">
                  <a:off x="636543" y="859458"/>
                  <a:ext cx="18656" cy="351942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74000">
                      <a:schemeClr val="bg1"/>
                    </a:gs>
                    <a:gs pos="52000">
                      <a:schemeClr val="bg1">
                        <a:lumMod val="85000"/>
                      </a:schemeClr>
                    </a:gs>
                    <a:gs pos="23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  <a:ln w="12700">
                  <a:gradFill flip="none" rotWithShape="1">
                    <a:gsLst>
                      <a:gs pos="0">
                        <a:schemeClr val="bg1">
                          <a:lumMod val="65000"/>
                        </a:schemeClr>
                      </a:gs>
                      <a:gs pos="44000">
                        <a:schemeClr val="bg1">
                          <a:lumMod val="75000"/>
                        </a:schemeClr>
                      </a:gs>
                      <a:gs pos="78000">
                        <a:schemeClr val="bg1"/>
                      </a:gs>
                      <a:gs pos="61000">
                        <a:schemeClr val="bg1">
                          <a:lumMod val="100000"/>
                        </a:schemeClr>
                      </a:gs>
                      <a:gs pos="100000">
                        <a:schemeClr val="bg1">
                          <a:lumMod val="65000"/>
                        </a:schemeClr>
                      </a:gs>
                    </a:gsLst>
                    <a:lin ang="5400000" scaled="0"/>
                  </a:gradFill>
                </a:ln>
                <a:effectLst>
                  <a:outerShdw blurRad="254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7" name="圆角矩形 13">
                  <a:extLst>
                    <a:ext uri="{FF2B5EF4-FFF2-40B4-BE49-F238E27FC236}">
                      <a16:creationId xmlns:a16="http://schemas.microsoft.com/office/drawing/2014/main" id="{8D5EABAA-943B-DE50-5360-D984CDFBFCEA}"/>
                    </a:ext>
                  </a:extLst>
                </p:cNvPr>
                <p:cNvSpPr/>
                <p:nvPr>
                  <p:custDataLst>
                    <p:tags r:id="rId11"/>
                  </p:custDataLst>
                </p:nvPr>
              </p:nvSpPr>
              <p:spPr>
                <a:xfrm rot="16200000">
                  <a:off x="636543" y="809416"/>
                  <a:ext cx="18656" cy="351942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74000">
                      <a:schemeClr val="bg1"/>
                    </a:gs>
                    <a:gs pos="52000">
                      <a:schemeClr val="bg1">
                        <a:lumMod val="85000"/>
                      </a:schemeClr>
                    </a:gs>
                    <a:gs pos="23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  <a:ln w="12700">
                  <a:gradFill flip="none" rotWithShape="1">
                    <a:gsLst>
                      <a:gs pos="0">
                        <a:schemeClr val="bg1">
                          <a:lumMod val="65000"/>
                        </a:schemeClr>
                      </a:gs>
                      <a:gs pos="43000">
                        <a:schemeClr val="bg1">
                          <a:lumMod val="75000"/>
                        </a:schemeClr>
                      </a:gs>
                      <a:gs pos="79000">
                        <a:schemeClr val="bg1"/>
                      </a:gs>
                      <a:gs pos="61000">
                        <a:schemeClr val="bg1">
                          <a:lumMod val="100000"/>
                        </a:schemeClr>
                      </a:gs>
                      <a:gs pos="100000">
                        <a:schemeClr val="bg1">
                          <a:lumMod val="65000"/>
                        </a:schemeClr>
                      </a:gs>
                    </a:gsLst>
                    <a:lin ang="5400000" scaled="0"/>
                  </a:gradFill>
                </a:ln>
                <a:effectLst>
                  <a:outerShdw blurRad="254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8" name="圆角矩形 14">
                  <a:extLst>
                    <a:ext uri="{FF2B5EF4-FFF2-40B4-BE49-F238E27FC236}">
                      <a16:creationId xmlns:a16="http://schemas.microsoft.com/office/drawing/2014/main" id="{1851855B-2B96-5884-78F0-27E993DE63DE}"/>
                    </a:ext>
                  </a:extLst>
                </p:cNvPr>
                <p:cNvSpPr/>
                <p:nvPr>
                  <p:custDataLst>
                    <p:tags r:id="rId12"/>
                  </p:custDataLst>
                </p:nvPr>
              </p:nvSpPr>
              <p:spPr>
                <a:xfrm rot="16200000">
                  <a:off x="636543" y="655035"/>
                  <a:ext cx="18656" cy="351942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74000">
                      <a:schemeClr val="bg1"/>
                    </a:gs>
                    <a:gs pos="52000">
                      <a:schemeClr val="bg1">
                        <a:lumMod val="85000"/>
                      </a:schemeClr>
                    </a:gs>
                    <a:gs pos="23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  <a:ln w="12700">
                  <a:gradFill flip="none" rotWithShape="1">
                    <a:gsLst>
                      <a:gs pos="0">
                        <a:schemeClr val="bg1">
                          <a:lumMod val="65000"/>
                        </a:schemeClr>
                      </a:gs>
                      <a:gs pos="44000">
                        <a:schemeClr val="bg1">
                          <a:lumMod val="75000"/>
                        </a:schemeClr>
                      </a:gs>
                      <a:gs pos="78000">
                        <a:schemeClr val="bg1"/>
                      </a:gs>
                      <a:gs pos="61000">
                        <a:schemeClr val="bg1">
                          <a:lumMod val="100000"/>
                        </a:schemeClr>
                      </a:gs>
                      <a:gs pos="100000">
                        <a:schemeClr val="bg1">
                          <a:lumMod val="65000"/>
                        </a:schemeClr>
                      </a:gs>
                    </a:gsLst>
                    <a:lin ang="5400000" scaled="0"/>
                  </a:gradFill>
                </a:ln>
                <a:effectLst>
                  <a:outerShdw blurRad="254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9" name="圆角矩形 15">
                  <a:extLst>
                    <a:ext uri="{FF2B5EF4-FFF2-40B4-BE49-F238E27FC236}">
                      <a16:creationId xmlns:a16="http://schemas.microsoft.com/office/drawing/2014/main" id="{745BF6F7-0B96-0F34-CB44-F52428BED068}"/>
                    </a:ext>
                  </a:extLst>
                </p:cNvPr>
                <p:cNvSpPr/>
                <p:nvPr>
                  <p:custDataLst>
                    <p:tags r:id="rId13"/>
                  </p:custDataLst>
                </p:nvPr>
              </p:nvSpPr>
              <p:spPr>
                <a:xfrm rot="16200000">
                  <a:off x="636543" y="604992"/>
                  <a:ext cx="18656" cy="351942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74000">
                      <a:schemeClr val="bg1"/>
                    </a:gs>
                    <a:gs pos="52000">
                      <a:schemeClr val="bg1">
                        <a:lumMod val="85000"/>
                      </a:schemeClr>
                    </a:gs>
                    <a:gs pos="23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  <a:ln w="12700">
                  <a:gradFill flip="none" rotWithShape="1">
                    <a:gsLst>
                      <a:gs pos="0">
                        <a:schemeClr val="bg1">
                          <a:lumMod val="65000"/>
                        </a:schemeClr>
                      </a:gs>
                      <a:gs pos="43000">
                        <a:schemeClr val="bg1">
                          <a:lumMod val="75000"/>
                        </a:schemeClr>
                      </a:gs>
                      <a:gs pos="79000">
                        <a:schemeClr val="bg1"/>
                      </a:gs>
                      <a:gs pos="61000">
                        <a:schemeClr val="bg1">
                          <a:lumMod val="100000"/>
                        </a:schemeClr>
                      </a:gs>
                      <a:gs pos="100000">
                        <a:schemeClr val="bg1">
                          <a:lumMod val="65000"/>
                        </a:schemeClr>
                      </a:gs>
                    </a:gsLst>
                    <a:lin ang="5400000" scaled="0"/>
                  </a:gradFill>
                </a:ln>
                <a:effectLst>
                  <a:outerShdw blurRad="254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</p:grpSp>
        </p:grpSp>
        <p:sp>
          <p:nvSpPr>
            <p:cNvPr id="9" name="文本框 71">
              <a:extLst>
                <a:ext uri="{FF2B5EF4-FFF2-40B4-BE49-F238E27FC236}">
                  <a16:creationId xmlns:a16="http://schemas.microsoft.com/office/drawing/2014/main" id="{138CF334-493A-404C-2727-213517A80AB5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209695" y="251223"/>
              <a:ext cx="2125803" cy="77395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l" defTabSz="3429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答题思维：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AC874701-0777-DCE3-FE8E-7553B8FCF36D}"/>
              </a:ext>
            </a:extLst>
          </p:cNvPr>
          <p:cNvSpPr txBox="1">
            <a:spLocks/>
          </p:cNvSpPr>
          <p:nvPr/>
        </p:nvSpPr>
        <p:spPr bwMode="auto">
          <a:xfrm>
            <a:off x="172039" y="4617345"/>
            <a:ext cx="11991016" cy="156627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171450" indent="-171450" defTabSz="685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14350" indent="-171450" defTabSz="6858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 defTabSz="6858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 defTabSz="6858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 defTabSz="6858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0002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4574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9146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3718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法律：法条   事实分析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因果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侵权、违约     原则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----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判决    影响（违约、侵权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双方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 五位一体排除）</a:t>
            </a:r>
            <a:endParaRPr kumimoji="0" lang="en-US" altLang="zh-CN" sz="19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Arial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逻辑：核心知识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 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解释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 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材料分析（理例结合）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指向问题的逻辑表达</a:t>
            </a:r>
            <a:endParaRPr kumimoji="0" lang="en-US" altLang="zh-CN" sz="1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Arial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政治与法治：政治主体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 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核心逻辑（党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-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源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-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权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-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规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-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治）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材料分析（理例结合）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总结（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指向问题的逻辑表达）</a:t>
            </a:r>
            <a:endParaRPr kumimoji="0" lang="en-US" altLang="zh-CN" sz="19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Arial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zh-CN" sz="1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Arial"/>
            </a:endParaRPr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45207586-FCD3-90E7-D4AF-02BB5892B0EA}"/>
              </a:ext>
            </a:extLst>
          </p:cNvPr>
          <p:cNvSpPr/>
          <p:nvPr/>
        </p:nvSpPr>
        <p:spPr>
          <a:xfrm flipV="1">
            <a:off x="1636434" y="4775452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C38D636F-5599-8644-4540-FFD3C663CA64}"/>
              </a:ext>
            </a:extLst>
          </p:cNvPr>
          <p:cNvSpPr/>
          <p:nvPr/>
        </p:nvSpPr>
        <p:spPr>
          <a:xfrm flipV="1">
            <a:off x="3327698" y="4775452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25" name="箭头: 右 24">
            <a:extLst>
              <a:ext uri="{FF2B5EF4-FFF2-40B4-BE49-F238E27FC236}">
                <a16:creationId xmlns:a16="http://schemas.microsoft.com/office/drawing/2014/main" id="{7E5FB1E2-10E1-1DEE-1B29-88DC29D06BD6}"/>
              </a:ext>
            </a:extLst>
          </p:cNvPr>
          <p:cNvSpPr/>
          <p:nvPr/>
        </p:nvSpPr>
        <p:spPr>
          <a:xfrm flipV="1">
            <a:off x="4843166" y="4807530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4CA7DBBD-54F3-56AD-DD48-9410F239FB0E}"/>
              </a:ext>
            </a:extLst>
          </p:cNvPr>
          <p:cNvSpPr/>
          <p:nvPr/>
        </p:nvSpPr>
        <p:spPr>
          <a:xfrm flipV="1">
            <a:off x="6437956" y="4807530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27" name="箭头: 右 26">
            <a:extLst>
              <a:ext uri="{FF2B5EF4-FFF2-40B4-BE49-F238E27FC236}">
                <a16:creationId xmlns:a16="http://schemas.microsoft.com/office/drawing/2014/main" id="{85EAAAAB-DC9A-0562-0940-32E629D8BDFC}"/>
              </a:ext>
            </a:extLst>
          </p:cNvPr>
          <p:cNvSpPr/>
          <p:nvPr/>
        </p:nvSpPr>
        <p:spPr>
          <a:xfrm flipV="1">
            <a:off x="9107558" y="4807530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E9E6EDE7-FC57-DD12-9DDF-0FAA42AFCED0}"/>
              </a:ext>
            </a:extLst>
          </p:cNvPr>
          <p:cNvSpPr/>
          <p:nvPr/>
        </p:nvSpPr>
        <p:spPr>
          <a:xfrm flipV="1">
            <a:off x="2151248" y="5323408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29" name="箭头: 右 28">
            <a:extLst>
              <a:ext uri="{FF2B5EF4-FFF2-40B4-BE49-F238E27FC236}">
                <a16:creationId xmlns:a16="http://schemas.microsoft.com/office/drawing/2014/main" id="{5397EB7E-A105-1DC1-761C-FB5AF1722BA0}"/>
              </a:ext>
            </a:extLst>
          </p:cNvPr>
          <p:cNvSpPr/>
          <p:nvPr/>
        </p:nvSpPr>
        <p:spPr>
          <a:xfrm flipV="1">
            <a:off x="2936479" y="5321380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3386F2D8-4C23-8B48-F957-0BA7066EAE59}"/>
              </a:ext>
            </a:extLst>
          </p:cNvPr>
          <p:cNvSpPr/>
          <p:nvPr/>
        </p:nvSpPr>
        <p:spPr>
          <a:xfrm flipV="1">
            <a:off x="5490928" y="5336384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31" name="箭头: 右 30">
            <a:extLst>
              <a:ext uri="{FF2B5EF4-FFF2-40B4-BE49-F238E27FC236}">
                <a16:creationId xmlns:a16="http://schemas.microsoft.com/office/drawing/2014/main" id="{915C7827-0E85-0826-0900-2BB2F3FDBAFC}"/>
              </a:ext>
            </a:extLst>
          </p:cNvPr>
          <p:cNvSpPr/>
          <p:nvPr/>
        </p:nvSpPr>
        <p:spPr>
          <a:xfrm flipV="1">
            <a:off x="2857114" y="5851361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32" name="箭头: 右 31">
            <a:extLst>
              <a:ext uri="{FF2B5EF4-FFF2-40B4-BE49-F238E27FC236}">
                <a16:creationId xmlns:a16="http://schemas.microsoft.com/office/drawing/2014/main" id="{BB2A7F6F-73F7-0B2D-3BEF-39A0CF3CCA77}"/>
              </a:ext>
            </a:extLst>
          </p:cNvPr>
          <p:cNvSpPr/>
          <p:nvPr/>
        </p:nvSpPr>
        <p:spPr>
          <a:xfrm flipV="1">
            <a:off x="6040912" y="5848330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33" name="箭头: 右 32">
            <a:extLst>
              <a:ext uri="{FF2B5EF4-FFF2-40B4-BE49-F238E27FC236}">
                <a16:creationId xmlns:a16="http://schemas.microsoft.com/office/drawing/2014/main" id="{4D001474-5B3C-D206-7D08-76DC6D025407}"/>
              </a:ext>
            </a:extLst>
          </p:cNvPr>
          <p:cNvSpPr/>
          <p:nvPr/>
        </p:nvSpPr>
        <p:spPr>
          <a:xfrm flipV="1">
            <a:off x="8633669" y="5848330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6ED3F89-1538-8D5C-EA9F-53F2313A43B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77870" y="838589"/>
            <a:ext cx="5421492" cy="3049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520453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ECFFC0-D83B-2EB8-7FD5-9A7D24F14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8D9CF7-BEB8-BC22-788F-4C40F3D5A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266700" algn="just">
              <a:lnSpc>
                <a:spcPct val="200000"/>
              </a:lnSpc>
            </a:pPr>
            <a:r>
              <a:rPr lang="zh-CN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）（</a:t>
            </a:r>
            <a:r>
              <a:rPr lang="en-US" altLang="zh-CN" sz="2400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lang="zh-CN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分）发挥党组织在基层治理中的领导核心作用，通过党建法治共建机制为维护社会和谐提供坚强的政治保证；充分发扬人民民主，三条</a:t>
            </a:r>
            <a:r>
              <a:rPr lang="en-US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枫</a:t>
            </a:r>
            <a:r>
              <a:rPr lang="en-US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景线聚焦“依靠基层治理主体把问题化解在基层”，真正实现了人民当家作主；坚持依法治国，强调运用法治思维和法治方式开展工作，保证了基层治理的公平公正。 “一米法庭”将党的领导、人民当家作主、依法治国三者有机统一，充分发挥制度优势，把纠纷化解落在实处，使人民群众真正获益。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9149434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F0C52BE-5D9F-017C-8640-BB688E3C05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9030" y="443234"/>
            <a:ext cx="9787836" cy="5637144"/>
          </a:xfrm>
        </p:spPr>
      </p:pic>
    </p:spTree>
    <p:extLst>
      <p:ext uri="{BB962C8B-B14F-4D97-AF65-F5344CB8AC3E}">
        <p14:creationId xmlns:p14="http://schemas.microsoft.com/office/powerpoint/2010/main" val="195213708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AA0899-A357-C24E-926F-C8D17C212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881" y="323964"/>
            <a:ext cx="10852237" cy="5388907"/>
          </a:xfrm>
        </p:spPr>
        <p:txBody>
          <a:bodyPr/>
          <a:lstStyle/>
          <a:p>
            <a:pPr indent="266700" algn="l">
              <a:lnSpc>
                <a:spcPct val="200000"/>
              </a:lnSpc>
            </a:pPr>
            <a:r>
              <a:rPr lang="zh-CN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）（</a:t>
            </a:r>
            <a:r>
              <a:rPr lang="en-US" altLang="zh-CN" sz="2400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zh-CN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分）“天灾”不等于不可抗力，物业公司“天灾可以免责”的说法不成立。不可抗力指的是不能预见、不能避免且不能克服的现象。本案中，暴雨前气象部门早有预警，物业公司理应预见并提前采取相应措施，避免或减少业主损失的发生，因此不能免责。业主与物业公司双方存在物业服务合同关系，物业公司未全面履行服务义务，属于违约行为，应承担赔偿损失等违约责任。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l">
              <a:lnSpc>
                <a:spcPct val="200000"/>
              </a:lnSpc>
            </a:pPr>
            <a:r>
              <a:rPr lang="zh-CN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我国正不断完善有机衔接、相互协调的多元纠纷解决机制，在诉讼前可优先通过非诉讼方式解决纠纷。经人民调解委员会调解达成的协议，双方可以申请司法确认，经过人民法院依法确认有效的调解协议，具有强制执行效力。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8875914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793DF6-5E57-EF11-8BE2-159A32CFA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8363458-C4B9-DB57-4150-DB9EBF0A4C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925" y="885198"/>
            <a:ext cx="10852150" cy="4888839"/>
          </a:xfrm>
        </p:spPr>
      </p:pic>
    </p:spTree>
    <p:extLst>
      <p:ext uri="{BB962C8B-B14F-4D97-AF65-F5344CB8AC3E}">
        <p14:creationId xmlns:p14="http://schemas.microsoft.com/office/powerpoint/2010/main" val="417320631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Line 15">
            <a:extLst>
              <a:ext uri="{FF2B5EF4-FFF2-40B4-BE49-F238E27FC236}">
                <a16:creationId xmlns:a16="http://schemas.microsoft.com/office/drawing/2014/main" id="{0C1AEEDC-098A-3267-81E5-0756C00BF5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29343" y="2097262"/>
            <a:ext cx="0" cy="37777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27D1457-E4A5-FBF1-6303-DD7168C534A3}"/>
              </a:ext>
            </a:extLst>
          </p:cNvPr>
          <p:cNvGrpSpPr/>
          <p:nvPr/>
        </p:nvGrpSpPr>
        <p:grpSpPr>
          <a:xfrm>
            <a:off x="264532" y="1061970"/>
            <a:ext cx="3138626" cy="1982267"/>
            <a:chOff x="-2709721" y="746266"/>
            <a:chExt cx="4185377" cy="2643366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156675" name="Text Box 3">
              <a:extLst>
                <a:ext uri="{FF2B5EF4-FFF2-40B4-BE49-F238E27FC236}">
                  <a16:creationId xmlns:a16="http://schemas.microsoft.com/office/drawing/2014/main" id="{1D4B2D1D-5CE6-7B61-3F0C-C3389A23B3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948039" y="2391860"/>
              <a:ext cx="3343137" cy="369380"/>
            </a:xfrm>
            <a:prstGeom prst="rect">
              <a:avLst/>
            </a:prstGeom>
            <a:grp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货币政策：资本（融资成本和渠道）</a:t>
              </a:r>
            </a:p>
          </p:txBody>
        </p:sp>
        <p:sp>
          <p:nvSpPr>
            <p:cNvPr id="156676" name="Text Box 3">
              <a:extLst>
                <a:ext uri="{FF2B5EF4-FFF2-40B4-BE49-F238E27FC236}">
                  <a16:creationId xmlns:a16="http://schemas.microsoft.com/office/drawing/2014/main" id="{302A3104-03A7-565D-6E4C-CBF8B8AB29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09721" y="3020252"/>
              <a:ext cx="4068589" cy="369380"/>
            </a:xfrm>
            <a:prstGeom prst="rect">
              <a:avLst/>
            </a:prstGeom>
            <a:grp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绿色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  <a:sym typeface="Wingdings" panose="05000000000000000000" pitchFamily="2" charset="2"/>
                </a:rPr>
                <a:t>：（土地、能源、矿产）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资源利用率</a:t>
              </a:r>
            </a:p>
          </p:txBody>
        </p:sp>
        <p:grpSp>
          <p:nvGrpSpPr>
            <p:cNvPr id="2" name="Group 26">
              <a:extLst>
                <a:ext uri="{FF2B5EF4-FFF2-40B4-BE49-F238E27FC236}">
                  <a16:creationId xmlns:a16="http://schemas.microsoft.com/office/drawing/2014/main" id="{A3E62131-B246-F379-98C3-173F7D73C5CE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346399" y="904876"/>
              <a:ext cx="129257" cy="2380596"/>
              <a:chOff x="3424" y="1570"/>
              <a:chExt cx="182" cy="1089"/>
            </a:xfrm>
            <a:grpFill/>
          </p:grpSpPr>
          <p:sp>
            <p:nvSpPr>
              <p:cNvPr id="3128" name="Line 27">
                <a:extLst>
                  <a:ext uri="{FF2B5EF4-FFF2-40B4-BE49-F238E27FC236}">
                    <a16:creationId xmlns:a16="http://schemas.microsoft.com/office/drawing/2014/main" id="{43DE2EB7-F632-9F6E-52C4-7BB2BCEB19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1570"/>
                <a:ext cx="182" cy="0"/>
              </a:xfrm>
              <a:prstGeom prst="line">
                <a:avLst/>
              </a:prstGeom>
              <a:grp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  <p:sp>
            <p:nvSpPr>
              <p:cNvPr id="3129" name="Line 28">
                <a:extLst>
                  <a:ext uri="{FF2B5EF4-FFF2-40B4-BE49-F238E27FC236}">
                    <a16:creationId xmlns:a16="http://schemas.microsoft.com/office/drawing/2014/main" id="{8056808D-823D-1AA4-7CED-2F3E6FFA47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1570"/>
                <a:ext cx="0" cy="1089"/>
              </a:xfrm>
              <a:prstGeom prst="line">
                <a:avLst/>
              </a:prstGeom>
              <a:grp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  <p:sp>
            <p:nvSpPr>
              <p:cNvPr id="3130" name="Line 29">
                <a:extLst>
                  <a:ext uri="{FF2B5EF4-FFF2-40B4-BE49-F238E27FC236}">
                    <a16:creationId xmlns:a16="http://schemas.microsoft.com/office/drawing/2014/main" id="{19CDE4F9-9583-7339-5E7B-D4C8B3C708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2659"/>
                <a:ext cx="182" cy="0"/>
              </a:xfrm>
              <a:prstGeom prst="line">
                <a:avLst/>
              </a:prstGeom>
              <a:grp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</p:grpSp>
        <p:sp>
          <p:nvSpPr>
            <p:cNvPr id="156678" name="Text Box 3">
              <a:extLst>
                <a:ext uri="{FF2B5EF4-FFF2-40B4-BE49-F238E27FC236}">
                  <a16:creationId xmlns:a16="http://schemas.microsoft.com/office/drawing/2014/main" id="{F5C92F25-7598-3E4D-0D0D-1E1F9C9F23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079497" y="746266"/>
              <a:ext cx="2508226" cy="348859"/>
            </a:xfrm>
            <a:prstGeom prst="rect">
              <a:avLst/>
            </a:prstGeom>
            <a:grp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劳动力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黑体" pitchFamily="49" charset="-122"/>
                  <a:ea typeface="黑体" pitchFamily="49" charset="-122"/>
                  <a:cs typeface="Arial"/>
                  <a:sym typeface="Wingdings" panose="05000000000000000000" pitchFamily="2" charset="2"/>
                </a:rPr>
                <a:t>：（素质技能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）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就业</a:t>
              </a:r>
            </a:p>
          </p:txBody>
        </p:sp>
        <p:sp>
          <p:nvSpPr>
            <p:cNvPr id="156679" name="Text Box 3">
              <a:extLst>
                <a:ext uri="{FF2B5EF4-FFF2-40B4-BE49-F238E27FC236}">
                  <a16:creationId xmlns:a16="http://schemas.microsoft.com/office/drawing/2014/main" id="{6F7EEBAE-239A-3000-49C7-4F38710F40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166280" y="1217899"/>
              <a:ext cx="2564765" cy="369380"/>
            </a:xfrm>
            <a:prstGeom prst="rect">
              <a:avLst/>
            </a:prstGeom>
            <a:grp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创新：技术、知识、数据</a:t>
              </a:r>
            </a:p>
          </p:txBody>
        </p:sp>
      </p:grpSp>
      <p:sp>
        <p:nvSpPr>
          <p:cNvPr id="156680" name="Text Box 3">
            <a:extLst>
              <a:ext uri="{FF2B5EF4-FFF2-40B4-BE49-F238E27FC236}">
                <a16:creationId xmlns:a16="http://schemas.microsoft.com/office/drawing/2014/main" id="{9CF37BAB-BA4D-FBA6-E5B2-F041F9D486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19" y="1886938"/>
            <a:ext cx="2662969" cy="27699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管理：规模经济、物流库存交易成本</a:t>
            </a:r>
          </a:p>
        </p:txBody>
      </p:sp>
      <p:sp>
        <p:nvSpPr>
          <p:cNvPr id="44037" name="Line 25">
            <a:extLst>
              <a:ext uri="{FF2B5EF4-FFF2-40B4-BE49-F238E27FC236}">
                <a16:creationId xmlns:a16="http://schemas.microsoft.com/office/drawing/2014/main" id="{E9FAE957-4714-8E99-ABE5-E031BD3B2D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49984" y="1814723"/>
            <a:ext cx="16190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grpSp>
        <p:nvGrpSpPr>
          <p:cNvPr id="44038" name="Group 21">
            <a:extLst>
              <a:ext uri="{FF2B5EF4-FFF2-40B4-BE49-F238E27FC236}">
                <a16:creationId xmlns:a16="http://schemas.microsoft.com/office/drawing/2014/main" id="{75DA474F-6FCB-ADC0-7450-CCACD7E0345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622992" y="1724247"/>
            <a:ext cx="152380" cy="2826970"/>
            <a:chOff x="3424" y="1570"/>
            <a:chExt cx="182" cy="1089"/>
          </a:xfrm>
        </p:grpSpPr>
        <p:sp>
          <p:nvSpPr>
            <p:cNvPr id="44163" name="Line 22">
              <a:extLst>
                <a:ext uri="{FF2B5EF4-FFF2-40B4-BE49-F238E27FC236}">
                  <a16:creationId xmlns:a16="http://schemas.microsoft.com/office/drawing/2014/main" id="{25A1F3FC-A4AA-CED0-4EB9-6F55889E65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1570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64" name="Line 23">
              <a:extLst>
                <a:ext uri="{FF2B5EF4-FFF2-40B4-BE49-F238E27FC236}">
                  <a16:creationId xmlns:a16="http://schemas.microsoft.com/office/drawing/2014/main" id="{881D1F55-73B9-DD11-BA13-709B7C223D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1570"/>
              <a:ext cx="0" cy="108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65" name="Line 24">
              <a:extLst>
                <a:ext uri="{FF2B5EF4-FFF2-40B4-BE49-F238E27FC236}">
                  <a16:creationId xmlns:a16="http://schemas.microsoft.com/office/drawing/2014/main" id="{24DEECC5-BD6F-7AC8-6D96-EB4C931D9A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2659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44039" name="Line 25">
            <a:extLst>
              <a:ext uri="{FF2B5EF4-FFF2-40B4-BE49-F238E27FC236}">
                <a16:creationId xmlns:a16="http://schemas.microsoft.com/office/drawing/2014/main" id="{4DB9CAA0-DD8A-D409-3DA7-2445982822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30930" y="3344875"/>
            <a:ext cx="16190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40" name="Text Box 6">
            <a:extLst>
              <a:ext uri="{FF2B5EF4-FFF2-40B4-BE49-F238E27FC236}">
                <a16:creationId xmlns:a16="http://schemas.microsoft.com/office/drawing/2014/main" id="{CEC5BCD3-2E90-A6E9-8EFB-A5A30D26AE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9882" y="2967099"/>
            <a:ext cx="430887" cy="909519"/>
          </a:xfrm>
          <a:prstGeom prst="rect">
            <a:avLst/>
          </a:prstGeom>
          <a:solidFill>
            <a:srgbClr val="0099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Arial"/>
              </a:rPr>
              <a:t>供给侧</a:t>
            </a:r>
          </a:p>
        </p:txBody>
      </p:sp>
      <p:sp>
        <p:nvSpPr>
          <p:cNvPr id="44041" name="Text Box 6">
            <a:extLst>
              <a:ext uri="{FF2B5EF4-FFF2-40B4-BE49-F238E27FC236}">
                <a16:creationId xmlns:a16="http://schemas.microsoft.com/office/drawing/2014/main" id="{F3001918-FF74-4E66-0D01-FC7CE38C31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4317" y="2949639"/>
            <a:ext cx="430887" cy="911107"/>
          </a:xfrm>
          <a:prstGeom prst="rect">
            <a:avLst/>
          </a:prstGeom>
          <a:solidFill>
            <a:srgbClr val="92D05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Arial"/>
              </a:rPr>
              <a:t>需求侧</a:t>
            </a:r>
          </a:p>
        </p:txBody>
      </p:sp>
      <p:sp>
        <p:nvSpPr>
          <p:cNvPr id="44042" name="Line 25">
            <a:extLst>
              <a:ext uri="{FF2B5EF4-FFF2-40B4-BE49-F238E27FC236}">
                <a16:creationId xmlns:a16="http://schemas.microsoft.com/office/drawing/2014/main" id="{512DE623-FE69-DF58-EB26-E8B414732EA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6800" y="2773450"/>
            <a:ext cx="376189" cy="204761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82" name="Text Box 3">
            <a:extLst>
              <a:ext uri="{FF2B5EF4-FFF2-40B4-BE49-F238E27FC236}">
                <a16:creationId xmlns:a16="http://schemas.microsoft.com/office/drawing/2014/main" id="{7E801CF2-2166-6434-21F6-5F7772A5C8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0289" y="2467101"/>
            <a:ext cx="922218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国内市场</a:t>
            </a:r>
          </a:p>
        </p:txBody>
      </p:sp>
      <p:sp>
        <p:nvSpPr>
          <p:cNvPr id="44044" name="Line 15">
            <a:extLst>
              <a:ext uri="{FF2B5EF4-FFF2-40B4-BE49-F238E27FC236}">
                <a16:creationId xmlns:a16="http://schemas.microsoft.com/office/drawing/2014/main" id="{C3D46304-9DA9-8C40-C11D-0CB7571294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27748" y="4630584"/>
            <a:ext cx="0" cy="376189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grpSp>
        <p:nvGrpSpPr>
          <p:cNvPr id="44045" name="Group 2">
            <a:extLst>
              <a:ext uri="{FF2B5EF4-FFF2-40B4-BE49-F238E27FC236}">
                <a16:creationId xmlns:a16="http://schemas.microsoft.com/office/drawing/2014/main" id="{E2DFB756-0079-BDD9-9728-131CB811036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039451" y="3127550"/>
            <a:ext cx="77963" cy="1855412"/>
            <a:chOff x="0" y="0"/>
            <a:chExt cx="182" cy="1089"/>
          </a:xfrm>
        </p:grpSpPr>
        <p:sp>
          <p:nvSpPr>
            <p:cNvPr id="44160" name="Line 27">
              <a:extLst>
                <a:ext uri="{FF2B5EF4-FFF2-40B4-BE49-F238E27FC236}">
                  <a16:creationId xmlns:a16="http://schemas.microsoft.com/office/drawing/2014/main" id="{785C0897-598E-95D1-EA6F-AC2534B4D9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61" name="Line 28">
              <a:extLst>
                <a:ext uri="{FF2B5EF4-FFF2-40B4-BE49-F238E27FC236}">
                  <a16:creationId xmlns:a16="http://schemas.microsoft.com/office/drawing/2014/main" id="{D70B2EF0-82D6-8133-6EDB-6C27EFA5F8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108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62" name="Line 29">
              <a:extLst>
                <a:ext uri="{FF2B5EF4-FFF2-40B4-BE49-F238E27FC236}">
                  <a16:creationId xmlns:a16="http://schemas.microsoft.com/office/drawing/2014/main" id="{E3C1C3F1-BC94-4C9B-916A-8521A9738D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089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156703" name="Text Box 3">
            <a:extLst>
              <a:ext uri="{FF2B5EF4-FFF2-40B4-BE49-F238E27FC236}">
                <a16:creationId xmlns:a16="http://schemas.microsoft.com/office/drawing/2014/main" id="{C6B1C6E8-7CBD-C5E3-E44F-019503DC54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3930" y="1208422"/>
            <a:ext cx="1028566" cy="17543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走：开放包容普惠平衡共赢的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…</a:t>
            </a:r>
          </a:p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依托我国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00FF00"/>
                </a:highlight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超大规模市场优势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，促进国际合作，实现互利共赢</a:t>
            </a:r>
          </a:p>
        </p:txBody>
      </p:sp>
      <p:sp>
        <p:nvSpPr>
          <p:cNvPr id="44047" name="Text Box 3">
            <a:extLst>
              <a:ext uri="{FF2B5EF4-FFF2-40B4-BE49-F238E27FC236}">
                <a16:creationId xmlns:a16="http://schemas.microsoft.com/office/drawing/2014/main" id="{A671722C-C036-8AE5-E662-290760C48B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3999" y="5095354"/>
            <a:ext cx="642854" cy="276999"/>
          </a:xfrm>
          <a:prstGeom prst="rect">
            <a:avLst/>
          </a:prstGeom>
          <a:solidFill>
            <a:srgbClr val="FFC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投资</a:t>
            </a:r>
          </a:p>
        </p:txBody>
      </p:sp>
      <p:sp>
        <p:nvSpPr>
          <p:cNvPr id="44048" name="Text Box 3">
            <a:extLst>
              <a:ext uri="{FF2B5EF4-FFF2-40B4-BE49-F238E27FC236}">
                <a16:creationId xmlns:a16="http://schemas.microsoft.com/office/drawing/2014/main" id="{B091C88D-3CD5-B124-CC86-98D524038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5970" y="3209120"/>
            <a:ext cx="642854" cy="276999"/>
          </a:xfrm>
          <a:prstGeom prst="rect">
            <a:avLst/>
          </a:prstGeom>
          <a:solidFill>
            <a:srgbClr val="FFC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消费</a:t>
            </a:r>
          </a:p>
        </p:txBody>
      </p:sp>
      <p:grpSp>
        <p:nvGrpSpPr>
          <p:cNvPr id="44049" name="Group 18">
            <a:extLst>
              <a:ext uri="{FF2B5EF4-FFF2-40B4-BE49-F238E27FC236}">
                <a16:creationId xmlns:a16="http://schemas.microsoft.com/office/drawing/2014/main" id="{B682AE8C-30FB-2E94-B034-6906F668B83A}"/>
              </a:ext>
            </a:extLst>
          </p:cNvPr>
          <p:cNvGrpSpPr>
            <a:grpSpLocks/>
          </p:cNvGrpSpPr>
          <p:nvPr/>
        </p:nvGrpSpPr>
        <p:grpSpPr bwMode="auto">
          <a:xfrm>
            <a:off x="7418216" y="1724248"/>
            <a:ext cx="126984" cy="3820615"/>
            <a:chOff x="0" y="0"/>
            <a:chExt cx="182" cy="1089"/>
          </a:xfrm>
        </p:grpSpPr>
        <p:sp>
          <p:nvSpPr>
            <p:cNvPr id="44157" name="Line 27">
              <a:extLst>
                <a:ext uri="{FF2B5EF4-FFF2-40B4-BE49-F238E27FC236}">
                  <a16:creationId xmlns:a16="http://schemas.microsoft.com/office/drawing/2014/main" id="{662E5D55-C207-A5B4-87FA-523549A512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58" name="Line 28">
              <a:extLst>
                <a:ext uri="{FF2B5EF4-FFF2-40B4-BE49-F238E27FC236}">
                  <a16:creationId xmlns:a16="http://schemas.microsoft.com/office/drawing/2014/main" id="{01CD8CE6-0DD4-80E0-BF41-449EBB42E8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108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59" name="Line 29">
              <a:extLst>
                <a:ext uri="{FF2B5EF4-FFF2-40B4-BE49-F238E27FC236}">
                  <a16:creationId xmlns:a16="http://schemas.microsoft.com/office/drawing/2014/main" id="{6E28A80B-64D2-A7A1-02C6-311286423C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089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44050" name="Line 25">
            <a:extLst>
              <a:ext uri="{FF2B5EF4-FFF2-40B4-BE49-F238E27FC236}">
                <a16:creationId xmlns:a16="http://schemas.microsoft.com/office/drawing/2014/main" id="{B0366A4C-02DC-68DB-87AE-63BB9EE4E615}"/>
              </a:ext>
            </a:extLst>
          </p:cNvPr>
          <p:cNvSpPr>
            <a:spLocks noChangeShapeType="1"/>
          </p:cNvSpPr>
          <p:nvPr/>
        </p:nvSpPr>
        <p:spPr bwMode="auto">
          <a:xfrm>
            <a:off x="9821379" y="3600428"/>
            <a:ext cx="23809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51" name="Text Box 3">
            <a:extLst>
              <a:ext uri="{FF2B5EF4-FFF2-40B4-BE49-F238E27FC236}">
                <a16:creationId xmlns:a16="http://schemas.microsoft.com/office/drawing/2014/main" id="{72D8715F-0603-F3AE-089C-79352F958D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2810" y="4397249"/>
            <a:ext cx="299999" cy="1015663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国内大循环</a:t>
            </a:r>
          </a:p>
        </p:txBody>
      </p:sp>
      <p:grpSp>
        <p:nvGrpSpPr>
          <p:cNvPr id="44052" name="Group 57">
            <a:extLst>
              <a:ext uri="{FF2B5EF4-FFF2-40B4-BE49-F238E27FC236}">
                <a16:creationId xmlns:a16="http://schemas.microsoft.com/office/drawing/2014/main" id="{1C1D835E-FE64-66E8-33FF-453CFAA2A314}"/>
              </a:ext>
            </a:extLst>
          </p:cNvPr>
          <p:cNvGrpSpPr>
            <a:grpSpLocks/>
          </p:cNvGrpSpPr>
          <p:nvPr/>
        </p:nvGrpSpPr>
        <p:grpSpPr bwMode="auto">
          <a:xfrm>
            <a:off x="8581702" y="1053047"/>
            <a:ext cx="45713" cy="1133896"/>
            <a:chOff x="0" y="0"/>
            <a:chExt cx="182" cy="1089"/>
          </a:xfrm>
        </p:grpSpPr>
        <p:sp>
          <p:nvSpPr>
            <p:cNvPr id="44154" name="Line 27">
              <a:extLst>
                <a:ext uri="{FF2B5EF4-FFF2-40B4-BE49-F238E27FC236}">
                  <a16:creationId xmlns:a16="http://schemas.microsoft.com/office/drawing/2014/main" id="{1C1D3155-C0B6-A88D-DE03-16765EA182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55" name="Line 28">
              <a:extLst>
                <a:ext uri="{FF2B5EF4-FFF2-40B4-BE49-F238E27FC236}">
                  <a16:creationId xmlns:a16="http://schemas.microsoft.com/office/drawing/2014/main" id="{2B683948-3CBF-53D7-2FB0-EE84276B21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108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56" name="Line 29">
              <a:extLst>
                <a:ext uri="{FF2B5EF4-FFF2-40B4-BE49-F238E27FC236}">
                  <a16:creationId xmlns:a16="http://schemas.microsoft.com/office/drawing/2014/main" id="{E6FB8B3B-74DE-9873-AE81-F4C4DF8BFB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089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44053" name="Line 25">
            <a:extLst>
              <a:ext uri="{FF2B5EF4-FFF2-40B4-BE49-F238E27FC236}">
                <a16:creationId xmlns:a16="http://schemas.microsoft.com/office/drawing/2014/main" id="{CA2971AD-9A48-6F7C-7A4A-9C056F028F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64242" y="1906786"/>
            <a:ext cx="120634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156712" name="Text Box 3">
            <a:extLst>
              <a:ext uri="{FF2B5EF4-FFF2-40B4-BE49-F238E27FC236}">
                <a16:creationId xmlns:a16="http://schemas.microsoft.com/office/drawing/2014/main" id="{4C5C7FB7-DFF0-72F0-E401-209014CE64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4560" y="1322664"/>
            <a:ext cx="576188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质量技术品牌服务</a:t>
            </a:r>
          </a:p>
        </p:txBody>
      </p:sp>
      <p:sp>
        <p:nvSpPr>
          <p:cNvPr id="156713" name="Text Box 3">
            <a:extLst>
              <a:ext uri="{FF2B5EF4-FFF2-40B4-BE49-F238E27FC236}">
                <a16:creationId xmlns:a16="http://schemas.microsoft.com/office/drawing/2014/main" id="{DECF3775-FAC7-D982-7A1B-E9412DB492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4560" y="1951230"/>
            <a:ext cx="634918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对外经济发展方式</a:t>
            </a:r>
          </a:p>
        </p:txBody>
      </p:sp>
      <p:sp>
        <p:nvSpPr>
          <p:cNvPr id="44056" name="Text Box 3">
            <a:extLst>
              <a:ext uri="{FF2B5EF4-FFF2-40B4-BE49-F238E27FC236}">
                <a16:creationId xmlns:a16="http://schemas.microsoft.com/office/drawing/2014/main" id="{65B0748E-ED15-5D6D-AE57-3CA5BB247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6641" y="5067087"/>
            <a:ext cx="1753959" cy="461665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党和政府：经济职能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完善公共服务、设施</a:t>
            </a:r>
          </a:p>
        </p:txBody>
      </p:sp>
      <p:sp>
        <p:nvSpPr>
          <p:cNvPr id="44057" name="Line 25">
            <a:extLst>
              <a:ext uri="{FF2B5EF4-FFF2-40B4-BE49-F238E27FC236}">
                <a16:creationId xmlns:a16="http://schemas.microsoft.com/office/drawing/2014/main" id="{0AE6E9EC-50B5-7514-4FF8-2B0890D34F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86476" y="3981379"/>
            <a:ext cx="282539" cy="100158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58" name="Line 30">
            <a:extLst>
              <a:ext uri="{FF2B5EF4-FFF2-40B4-BE49-F238E27FC236}">
                <a16:creationId xmlns:a16="http://schemas.microsoft.com/office/drawing/2014/main" id="{CDBD6AB5-0BDA-B5B7-C7E4-E730CF3EC53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084895" y="3981378"/>
            <a:ext cx="431744" cy="107459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156721" name="Text Box 3">
            <a:extLst>
              <a:ext uri="{FF2B5EF4-FFF2-40B4-BE49-F238E27FC236}">
                <a16:creationId xmlns:a16="http://schemas.microsoft.com/office/drawing/2014/main" id="{A9332BD9-88C1-7E9A-3A24-1815242951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7385" y="1059342"/>
            <a:ext cx="2468242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开放理念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：两种资源和两个市场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/>
            </a:endParaRPr>
          </a:p>
          <a:p>
            <a:pPr marL="0" marR="0" lvl="0" indent="0" algn="ctr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引进来和走出去</a:t>
            </a:r>
          </a:p>
        </p:txBody>
      </p:sp>
      <p:sp>
        <p:nvSpPr>
          <p:cNvPr id="44060" name="Text Box 3">
            <a:extLst>
              <a:ext uri="{FF2B5EF4-FFF2-40B4-BE49-F238E27FC236}">
                <a16:creationId xmlns:a16="http://schemas.microsoft.com/office/drawing/2014/main" id="{50F1315D-E48A-564D-8A3C-A2E5859E1B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0781" y="3209120"/>
            <a:ext cx="1939673" cy="446276"/>
          </a:xfrm>
          <a:prstGeom prst="rect">
            <a:avLst/>
          </a:prstGeom>
          <a:solidFill>
            <a:srgbClr val="0099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企业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A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（商品）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所有：公有（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国有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）和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非公</a:t>
            </a:r>
          </a:p>
        </p:txBody>
      </p:sp>
      <p:sp>
        <p:nvSpPr>
          <p:cNvPr id="44061" name="Text Box 3">
            <a:extLst>
              <a:ext uri="{FF2B5EF4-FFF2-40B4-BE49-F238E27FC236}">
                <a16:creationId xmlns:a16="http://schemas.microsoft.com/office/drawing/2014/main" id="{65F50442-23AD-5C51-7B9C-2EB670E45C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2468" y="4374224"/>
            <a:ext cx="1265763" cy="461665"/>
          </a:xfrm>
          <a:prstGeom prst="rect">
            <a:avLst/>
          </a:prstGeom>
          <a:solidFill>
            <a:srgbClr val="0099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现代化经济体系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高质量发展</a:t>
            </a:r>
          </a:p>
        </p:txBody>
      </p:sp>
      <p:grpSp>
        <p:nvGrpSpPr>
          <p:cNvPr id="44062" name="组合 71">
            <a:extLst>
              <a:ext uri="{FF2B5EF4-FFF2-40B4-BE49-F238E27FC236}">
                <a16:creationId xmlns:a16="http://schemas.microsoft.com/office/drawing/2014/main" id="{16DCEF5F-AAE9-9497-26F6-AA951CF25DDD}"/>
              </a:ext>
            </a:extLst>
          </p:cNvPr>
          <p:cNvGrpSpPr>
            <a:grpSpLocks/>
          </p:cNvGrpSpPr>
          <p:nvPr/>
        </p:nvGrpSpPr>
        <p:grpSpPr bwMode="auto">
          <a:xfrm>
            <a:off x="1209540" y="3761453"/>
            <a:ext cx="3592807" cy="1856307"/>
            <a:chOff x="-1384084" y="683460"/>
            <a:chExt cx="4327147" cy="2969404"/>
          </a:xfrm>
        </p:grpSpPr>
        <p:grpSp>
          <p:nvGrpSpPr>
            <p:cNvPr id="75" name="Group 26">
              <a:extLst>
                <a:ext uri="{FF2B5EF4-FFF2-40B4-BE49-F238E27FC236}">
                  <a16:creationId xmlns:a16="http://schemas.microsoft.com/office/drawing/2014/main" id="{FA7EFC29-28DB-D614-37DE-812326867A27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063028" y="887386"/>
              <a:ext cx="412628" cy="2424316"/>
              <a:chOff x="3424" y="1562"/>
              <a:chExt cx="581" cy="1109"/>
            </a:xfrm>
            <a:solidFill>
              <a:srgbClr val="92D050"/>
            </a:solidFill>
          </p:grpSpPr>
          <p:sp>
            <p:nvSpPr>
              <p:cNvPr id="78" name="Line 27">
                <a:extLst>
                  <a:ext uri="{FF2B5EF4-FFF2-40B4-BE49-F238E27FC236}">
                    <a16:creationId xmlns:a16="http://schemas.microsoft.com/office/drawing/2014/main" id="{260790FA-F95C-C2EF-1ACE-E0278ADF2E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06" y="1562"/>
                <a:ext cx="399" cy="8"/>
              </a:xfrm>
              <a:prstGeom prst="line">
                <a:avLst/>
              </a:prstGeom>
              <a:grp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  <p:sp>
            <p:nvSpPr>
              <p:cNvPr id="79" name="Line 28">
                <a:extLst>
                  <a:ext uri="{FF2B5EF4-FFF2-40B4-BE49-F238E27FC236}">
                    <a16:creationId xmlns:a16="http://schemas.microsoft.com/office/drawing/2014/main" id="{F52153DD-C393-DFF6-8F38-B7BA55753F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79" y="1582"/>
                <a:ext cx="0" cy="1089"/>
              </a:xfrm>
              <a:prstGeom prst="line">
                <a:avLst/>
              </a:prstGeom>
              <a:grp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  <p:sp>
            <p:nvSpPr>
              <p:cNvPr id="80" name="Line 29">
                <a:extLst>
                  <a:ext uri="{FF2B5EF4-FFF2-40B4-BE49-F238E27FC236}">
                    <a16:creationId xmlns:a16="http://schemas.microsoft.com/office/drawing/2014/main" id="{CA492FAC-E40C-A73C-1BBA-45F5C7658E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2659"/>
                <a:ext cx="182" cy="0"/>
              </a:xfrm>
              <a:prstGeom prst="line">
                <a:avLst/>
              </a:prstGeom>
              <a:grp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  <p:sp>
            <p:nvSpPr>
              <p:cNvPr id="8" name="Line 27">
                <a:extLst>
                  <a:ext uri="{FF2B5EF4-FFF2-40B4-BE49-F238E27FC236}">
                    <a16:creationId xmlns:a16="http://schemas.microsoft.com/office/drawing/2014/main" id="{FCC8D144-E4F5-0291-BA5D-A7C6EA0560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47" y="2651"/>
                <a:ext cx="328" cy="8"/>
              </a:xfrm>
              <a:prstGeom prst="line">
                <a:avLst/>
              </a:prstGeom>
              <a:grp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</p:grpSp>
        <p:sp>
          <p:nvSpPr>
            <p:cNvPr id="76" name="Text Box 3">
              <a:extLst>
                <a:ext uri="{FF2B5EF4-FFF2-40B4-BE49-F238E27FC236}">
                  <a16:creationId xmlns:a16="http://schemas.microsoft.com/office/drawing/2014/main" id="{DA7240B7-A932-9662-C691-DC3C55C728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384084" y="683460"/>
              <a:ext cx="2530102" cy="118158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协调：产业结构优化；新型工业化、农业现代化、信息化和城镇化</a:t>
              </a:r>
            </a:p>
          </p:txBody>
        </p:sp>
        <p:sp>
          <p:nvSpPr>
            <p:cNvPr id="77" name="Text Box 3">
              <a:extLst>
                <a:ext uri="{FF2B5EF4-FFF2-40B4-BE49-F238E27FC236}">
                  <a16:creationId xmlns:a16="http://schemas.microsoft.com/office/drawing/2014/main" id="{857FDD87-BCD7-847E-45BC-308A660AC3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7187" y="2725475"/>
              <a:ext cx="1605876" cy="73849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协调：城乡区域协调发展战略</a:t>
              </a:r>
            </a:p>
          </p:txBody>
        </p:sp>
        <p:sp>
          <p:nvSpPr>
            <p:cNvPr id="129" name="Text Box 3">
              <a:extLst>
                <a:ext uri="{FF2B5EF4-FFF2-40B4-BE49-F238E27FC236}">
                  <a16:creationId xmlns:a16="http://schemas.microsoft.com/office/drawing/2014/main" id="{E9801E20-E5CB-7208-4456-758311D3C8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263921" y="2618974"/>
              <a:ext cx="2442163" cy="103389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协调：虚拟经济和实体经济</a:t>
              </a:r>
              <a:endPara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endParaRPr>
            </a:p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大数据、人工智能、人力资源、现代金融</a:t>
              </a:r>
            </a:p>
          </p:txBody>
        </p:sp>
      </p:grpSp>
      <p:grpSp>
        <p:nvGrpSpPr>
          <p:cNvPr id="44063" name="组合 80">
            <a:extLst>
              <a:ext uri="{FF2B5EF4-FFF2-40B4-BE49-F238E27FC236}">
                <a16:creationId xmlns:a16="http://schemas.microsoft.com/office/drawing/2014/main" id="{F2915649-B8BA-0E7A-C3DF-F24FB3314DA1}"/>
              </a:ext>
            </a:extLst>
          </p:cNvPr>
          <p:cNvGrpSpPr>
            <a:grpSpLocks/>
          </p:cNvGrpSpPr>
          <p:nvPr/>
        </p:nvGrpSpPr>
        <p:grpSpPr bwMode="auto">
          <a:xfrm>
            <a:off x="5503941" y="3503605"/>
            <a:ext cx="1020630" cy="276999"/>
            <a:chOff x="4605340" y="3929070"/>
            <a:chExt cx="1360487" cy="368298"/>
          </a:xfrm>
        </p:grpSpPr>
        <p:sp>
          <p:nvSpPr>
            <p:cNvPr id="44146" name="Line 25">
              <a:extLst>
                <a:ext uri="{FF2B5EF4-FFF2-40B4-BE49-F238E27FC236}">
                  <a16:creationId xmlns:a16="http://schemas.microsoft.com/office/drawing/2014/main" id="{9BCE1644-51A6-2DBD-9FEC-7333C0E1AC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5340" y="4214813"/>
              <a:ext cx="2159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47" name="Line 25">
              <a:extLst>
                <a:ext uri="{FF2B5EF4-FFF2-40B4-BE49-F238E27FC236}">
                  <a16:creationId xmlns:a16="http://schemas.microsoft.com/office/drawing/2014/main" id="{C4B74982-DA3C-1189-BC01-8142F20C00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49927" y="4214813"/>
              <a:ext cx="2159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stealth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48" name="Text Box 3">
              <a:extLst>
                <a:ext uri="{FF2B5EF4-FFF2-40B4-BE49-F238E27FC236}">
                  <a16:creationId xmlns:a16="http://schemas.microsoft.com/office/drawing/2014/main" id="{FA918B59-37FA-01E8-6B4E-844957E1F8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4265" y="3929070"/>
              <a:ext cx="695328" cy="368298"/>
            </a:xfrm>
            <a:prstGeom prst="rect">
              <a:avLst/>
            </a:prstGeom>
            <a:solidFill>
              <a:srgbClr val="00CC66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Arial"/>
                </a:rPr>
                <a:t>价格</a:t>
              </a:r>
            </a:p>
          </p:txBody>
        </p:sp>
      </p:grpSp>
      <p:grpSp>
        <p:nvGrpSpPr>
          <p:cNvPr id="44064" name="组合 87">
            <a:extLst>
              <a:ext uri="{FF2B5EF4-FFF2-40B4-BE49-F238E27FC236}">
                <a16:creationId xmlns:a16="http://schemas.microsoft.com/office/drawing/2014/main" id="{8DBDE92A-2FF4-8975-E970-94B6F02C66DF}"/>
              </a:ext>
            </a:extLst>
          </p:cNvPr>
          <p:cNvGrpSpPr>
            <a:grpSpLocks/>
          </p:cNvGrpSpPr>
          <p:nvPr/>
        </p:nvGrpSpPr>
        <p:grpSpPr bwMode="auto">
          <a:xfrm>
            <a:off x="5503941" y="2913137"/>
            <a:ext cx="1020630" cy="461665"/>
            <a:chOff x="4605340" y="3929070"/>
            <a:chExt cx="1360487" cy="615235"/>
          </a:xfrm>
        </p:grpSpPr>
        <p:sp>
          <p:nvSpPr>
            <p:cNvPr id="44143" name="Line 25">
              <a:extLst>
                <a:ext uri="{FF2B5EF4-FFF2-40B4-BE49-F238E27FC236}">
                  <a16:creationId xmlns:a16="http://schemas.microsoft.com/office/drawing/2014/main" id="{FF31EEF0-6943-9EBB-F140-38D328E292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5340" y="4214813"/>
              <a:ext cx="2159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44" name="Line 25">
              <a:extLst>
                <a:ext uri="{FF2B5EF4-FFF2-40B4-BE49-F238E27FC236}">
                  <a16:creationId xmlns:a16="http://schemas.microsoft.com/office/drawing/2014/main" id="{0BC3184A-5349-131B-0FB3-85F2DFEEF1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49927" y="4214813"/>
              <a:ext cx="2159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stealth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45" name="Text Box 3">
              <a:extLst>
                <a:ext uri="{FF2B5EF4-FFF2-40B4-BE49-F238E27FC236}">
                  <a16:creationId xmlns:a16="http://schemas.microsoft.com/office/drawing/2014/main" id="{248D4E2A-E978-5C46-5885-F63C57B3DF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4265" y="3929070"/>
              <a:ext cx="695328" cy="615235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Arial"/>
                </a:rPr>
                <a:t>市场机制</a:t>
              </a:r>
            </a:p>
          </p:txBody>
        </p:sp>
      </p:grpSp>
      <p:sp>
        <p:nvSpPr>
          <p:cNvPr id="44065" name="Line 15">
            <a:extLst>
              <a:ext uri="{FF2B5EF4-FFF2-40B4-BE49-F238E27FC236}">
                <a16:creationId xmlns:a16="http://schemas.microsoft.com/office/drawing/2014/main" id="{05BF62C0-CF23-8BCA-06BF-F794AA9E20A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16635" y="3878205"/>
            <a:ext cx="0" cy="37777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66" name="Line 25">
            <a:extLst>
              <a:ext uri="{FF2B5EF4-FFF2-40B4-BE49-F238E27FC236}">
                <a16:creationId xmlns:a16="http://schemas.microsoft.com/office/drawing/2014/main" id="{20027AC3-0080-2330-F79C-0ED0CD2F5C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45202" y="3446461"/>
            <a:ext cx="16190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grpSp>
        <p:nvGrpSpPr>
          <p:cNvPr id="44067" name="组合 98">
            <a:extLst>
              <a:ext uri="{FF2B5EF4-FFF2-40B4-BE49-F238E27FC236}">
                <a16:creationId xmlns:a16="http://schemas.microsoft.com/office/drawing/2014/main" id="{61A7EC6F-1C0A-5DF5-78D6-E8B358E04C65}"/>
              </a:ext>
            </a:extLst>
          </p:cNvPr>
          <p:cNvGrpSpPr>
            <a:grpSpLocks/>
          </p:cNvGrpSpPr>
          <p:nvPr/>
        </p:nvGrpSpPr>
        <p:grpSpPr bwMode="auto">
          <a:xfrm>
            <a:off x="3680142" y="5520132"/>
            <a:ext cx="4844417" cy="952269"/>
            <a:chOff x="2055695" y="6001358"/>
            <a:chExt cx="6458177" cy="1272202"/>
          </a:xfrm>
        </p:grpSpPr>
        <p:sp>
          <p:nvSpPr>
            <p:cNvPr id="44135" name="Text Box 3">
              <a:extLst>
                <a:ext uri="{FF2B5EF4-FFF2-40B4-BE49-F238E27FC236}">
                  <a16:creationId xmlns:a16="http://schemas.microsoft.com/office/drawing/2014/main" id="{2EC51F4F-AF11-AE62-29DA-7EB9743745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5695" y="6269249"/>
              <a:ext cx="1533117" cy="411181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99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Arial"/>
                </a:rPr>
                <a:t>新发展理念</a:t>
              </a:r>
            </a:p>
          </p:txBody>
        </p:sp>
        <p:sp>
          <p:nvSpPr>
            <p:cNvPr id="44136" name="Text Box 3">
              <a:extLst>
                <a:ext uri="{FF2B5EF4-FFF2-40B4-BE49-F238E27FC236}">
                  <a16:creationId xmlns:a16="http://schemas.microsoft.com/office/drawing/2014/main" id="{DD3AA6B5-FE30-A499-6207-462BA0E7DC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7295" y="6286728"/>
              <a:ext cx="2148791" cy="986832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Arial"/>
                </a:rPr>
                <a:t>宏调：</a:t>
              </a: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Arial"/>
                </a:rPr>
                <a:t>经济增长、就业、物价稳定、国际收支平衡</a:t>
              </a:r>
              <a:endPara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endParaRPr>
            </a:p>
          </p:txBody>
        </p:sp>
        <p:sp>
          <p:nvSpPr>
            <p:cNvPr id="44137" name="Text Box 3">
              <a:extLst>
                <a:ext uri="{FF2B5EF4-FFF2-40B4-BE49-F238E27FC236}">
                  <a16:creationId xmlns:a16="http://schemas.microsoft.com/office/drawing/2014/main" id="{BBE339AE-B81B-9FFE-A983-5B3BAFA835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96924" y="6269267"/>
              <a:ext cx="1916948" cy="411181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Arial"/>
                </a:rPr>
                <a:t>财政和货币政策</a:t>
              </a: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endParaRPr>
            </a:p>
          </p:txBody>
        </p:sp>
        <p:grpSp>
          <p:nvGrpSpPr>
            <p:cNvPr id="44138" name="Group 16">
              <a:extLst>
                <a:ext uri="{FF2B5EF4-FFF2-40B4-BE49-F238E27FC236}">
                  <a16:creationId xmlns:a16="http://schemas.microsoft.com/office/drawing/2014/main" id="{2142CADF-99A8-EE81-3890-D9845E92C45F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 flipH="1" flipV="1">
              <a:off x="5128199" y="4313450"/>
              <a:ext cx="119856" cy="3810000"/>
              <a:chOff x="3424" y="1570"/>
              <a:chExt cx="182" cy="1089"/>
            </a:xfrm>
          </p:grpSpPr>
          <p:sp>
            <p:nvSpPr>
              <p:cNvPr id="44140" name="Line 17">
                <a:extLst>
                  <a:ext uri="{FF2B5EF4-FFF2-40B4-BE49-F238E27FC236}">
                    <a16:creationId xmlns:a16="http://schemas.microsoft.com/office/drawing/2014/main" id="{5ABEA452-6E86-EAD4-ABF5-E4C6563B6C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1570"/>
                <a:ext cx="18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  <p:sp>
            <p:nvSpPr>
              <p:cNvPr id="44141" name="Line 18">
                <a:extLst>
                  <a:ext uri="{FF2B5EF4-FFF2-40B4-BE49-F238E27FC236}">
                    <a16:creationId xmlns:a16="http://schemas.microsoft.com/office/drawing/2014/main" id="{AC5E0B88-162B-4F31-3B5F-8412B35330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1570"/>
                <a:ext cx="0" cy="1089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  <p:sp>
            <p:nvSpPr>
              <p:cNvPr id="44142" name="Line 19">
                <a:extLst>
                  <a:ext uri="{FF2B5EF4-FFF2-40B4-BE49-F238E27FC236}">
                    <a16:creationId xmlns:a16="http://schemas.microsoft.com/office/drawing/2014/main" id="{3D419DE6-3FB8-E6F7-C8FF-0F5385B0D8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2659"/>
                <a:ext cx="18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</p:grpSp>
        <p:sp>
          <p:nvSpPr>
            <p:cNvPr id="44139" name="Line 20">
              <a:extLst>
                <a:ext uri="{FF2B5EF4-FFF2-40B4-BE49-F238E27FC236}">
                  <a16:creationId xmlns:a16="http://schemas.microsoft.com/office/drawing/2014/main" id="{0610B239-5100-CBF8-E529-1015B183505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 flipH="1" flipV="1">
              <a:off x="5013376" y="6079940"/>
              <a:ext cx="157163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44068" name="Line 25">
            <a:extLst>
              <a:ext uri="{FF2B5EF4-FFF2-40B4-BE49-F238E27FC236}">
                <a16:creationId xmlns:a16="http://schemas.microsoft.com/office/drawing/2014/main" id="{43B06354-3C2A-FDCA-0D6B-03C2ED4CC06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99173" y="2749640"/>
            <a:ext cx="333333" cy="204762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grpSp>
        <p:nvGrpSpPr>
          <p:cNvPr id="44069" name="Group 57">
            <a:extLst>
              <a:ext uri="{FF2B5EF4-FFF2-40B4-BE49-F238E27FC236}">
                <a16:creationId xmlns:a16="http://schemas.microsoft.com/office/drawing/2014/main" id="{5F087883-45B1-6D20-4EF9-A9DADEAF61B2}"/>
              </a:ext>
            </a:extLst>
          </p:cNvPr>
          <p:cNvGrpSpPr>
            <a:grpSpLocks/>
          </p:cNvGrpSpPr>
          <p:nvPr/>
        </p:nvGrpSpPr>
        <p:grpSpPr bwMode="auto">
          <a:xfrm>
            <a:off x="8130930" y="4951740"/>
            <a:ext cx="85715" cy="571426"/>
            <a:chOff x="0" y="0"/>
            <a:chExt cx="182" cy="1089"/>
          </a:xfrm>
        </p:grpSpPr>
        <p:sp>
          <p:nvSpPr>
            <p:cNvPr id="44132" name="Line 27">
              <a:extLst>
                <a:ext uri="{FF2B5EF4-FFF2-40B4-BE49-F238E27FC236}">
                  <a16:creationId xmlns:a16="http://schemas.microsoft.com/office/drawing/2014/main" id="{A8EAC78F-949B-6327-0DF7-281422670B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33" name="Line 28">
              <a:extLst>
                <a:ext uri="{FF2B5EF4-FFF2-40B4-BE49-F238E27FC236}">
                  <a16:creationId xmlns:a16="http://schemas.microsoft.com/office/drawing/2014/main" id="{AB2BED0B-2832-9656-5017-B2811CF361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108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34" name="Line 29">
              <a:extLst>
                <a:ext uri="{FF2B5EF4-FFF2-40B4-BE49-F238E27FC236}">
                  <a16:creationId xmlns:a16="http://schemas.microsoft.com/office/drawing/2014/main" id="{F0A702A0-0DDE-5D99-51E0-ABFE1B3913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089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44070" name="Line 25">
            <a:extLst>
              <a:ext uri="{FF2B5EF4-FFF2-40B4-BE49-F238E27FC236}">
                <a16:creationId xmlns:a16="http://schemas.microsoft.com/office/drawing/2014/main" id="{5A0B02A2-1BDF-2501-FA97-E5CC1D4EAE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13470" y="5250151"/>
            <a:ext cx="120634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71" name="Text Box 3">
            <a:extLst>
              <a:ext uri="{FF2B5EF4-FFF2-40B4-BE49-F238E27FC236}">
                <a16:creationId xmlns:a16="http://schemas.microsoft.com/office/drawing/2014/main" id="{A6694E49-1F26-C978-F0D7-04DC4BDC5B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3788" y="4729519"/>
            <a:ext cx="853965" cy="261610"/>
          </a:xfrm>
          <a:prstGeom prst="rect">
            <a:avLst/>
          </a:prstGeom>
          <a:solidFill>
            <a:srgbClr val="0099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企业投资</a:t>
            </a: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B</a:t>
            </a:r>
            <a:endParaRPr kumimoji="0" lang="zh-CN" altLang="en-US" sz="11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</p:txBody>
      </p:sp>
      <p:sp>
        <p:nvSpPr>
          <p:cNvPr id="44072" name="Text Box 3">
            <a:extLst>
              <a:ext uri="{FF2B5EF4-FFF2-40B4-BE49-F238E27FC236}">
                <a16:creationId xmlns:a16="http://schemas.microsoft.com/office/drawing/2014/main" id="{DF3A601E-6D21-53D9-9942-6637EE5BF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3788" y="5294595"/>
            <a:ext cx="576188" cy="338554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政府财政投资</a:t>
            </a:r>
          </a:p>
        </p:txBody>
      </p:sp>
      <p:sp>
        <p:nvSpPr>
          <p:cNvPr id="44073" name="Line 25">
            <a:extLst>
              <a:ext uri="{FF2B5EF4-FFF2-40B4-BE49-F238E27FC236}">
                <a16:creationId xmlns:a16="http://schemas.microsoft.com/office/drawing/2014/main" id="{DC4CD851-A4BD-CC94-BC5F-D26848914A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30929" y="1746470"/>
            <a:ext cx="879361" cy="793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117" name="Text Box 3">
            <a:extLst>
              <a:ext uri="{FF2B5EF4-FFF2-40B4-BE49-F238E27FC236}">
                <a16:creationId xmlns:a16="http://schemas.microsoft.com/office/drawing/2014/main" id="{0B135505-4553-FF0C-BD34-05B818B0C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5472" y="1572212"/>
            <a:ext cx="922217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全球化</a:t>
            </a:r>
          </a:p>
        </p:txBody>
      </p:sp>
      <p:sp>
        <p:nvSpPr>
          <p:cNvPr id="44075" name="Line 25">
            <a:extLst>
              <a:ext uri="{FF2B5EF4-FFF2-40B4-BE49-F238E27FC236}">
                <a16:creationId xmlns:a16="http://schemas.microsoft.com/office/drawing/2014/main" id="{09E220F4-EA2D-3154-99FD-DBAC9D19751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24570" y="1754408"/>
            <a:ext cx="909520" cy="15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76" name="Text Box 3">
            <a:extLst>
              <a:ext uri="{FF2B5EF4-FFF2-40B4-BE49-F238E27FC236}">
                <a16:creationId xmlns:a16="http://schemas.microsoft.com/office/drawing/2014/main" id="{91A95F2D-69AF-FA3A-DB7D-B13ADA155B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67411" y="1642201"/>
            <a:ext cx="1555548" cy="307777"/>
          </a:xfrm>
          <a:prstGeom prst="rect">
            <a:avLst/>
          </a:prstGeom>
          <a:solidFill>
            <a:srgbClr val="0099FF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对外经济竞争力</a:t>
            </a:r>
          </a:p>
        </p:txBody>
      </p:sp>
      <p:sp>
        <p:nvSpPr>
          <p:cNvPr id="44077" name="Line 15">
            <a:extLst>
              <a:ext uri="{FF2B5EF4-FFF2-40B4-BE49-F238E27FC236}">
                <a16:creationId xmlns:a16="http://schemas.microsoft.com/office/drawing/2014/main" id="{86E54B59-25B5-69D5-F9B7-C824660739A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42033" y="2079803"/>
            <a:ext cx="0" cy="37777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78" name="Text Box 3">
            <a:extLst>
              <a:ext uri="{FF2B5EF4-FFF2-40B4-BE49-F238E27FC236}">
                <a16:creationId xmlns:a16="http://schemas.microsoft.com/office/drawing/2014/main" id="{5F17EFE6-2CE3-F280-AFAD-6E2C185A6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7437" y="1984562"/>
            <a:ext cx="1765816" cy="461665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全球治理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：参与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WTO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等规则制定和修改</a:t>
            </a:r>
          </a:p>
        </p:txBody>
      </p:sp>
      <p:sp>
        <p:nvSpPr>
          <p:cNvPr id="94" name="Text Box 6">
            <a:extLst>
              <a:ext uri="{FF2B5EF4-FFF2-40B4-BE49-F238E27FC236}">
                <a16:creationId xmlns:a16="http://schemas.microsoft.com/office/drawing/2014/main" id="{44CC273B-EB2E-5D61-DBB8-276A0C19C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456" y="2463926"/>
            <a:ext cx="400110" cy="59047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eaVert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91431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黑体" pitchFamily="49" charset="-122"/>
                <a:cs typeface="Arial"/>
              </a:rPr>
              <a:t>质量</a:t>
            </a:r>
          </a:p>
        </p:txBody>
      </p:sp>
      <p:sp>
        <p:nvSpPr>
          <p:cNvPr id="96" name="Text Box 6">
            <a:extLst>
              <a:ext uri="{FF2B5EF4-FFF2-40B4-BE49-F238E27FC236}">
                <a16:creationId xmlns:a16="http://schemas.microsoft.com/office/drawing/2014/main" id="{1DD8B57B-5F38-5AA3-E302-1A5B27BD8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3994" y="2463926"/>
            <a:ext cx="400110" cy="59047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eaVert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91431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黑体" pitchFamily="49" charset="-122"/>
                <a:cs typeface="Arial"/>
              </a:rPr>
              <a:t>成本</a:t>
            </a:r>
          </a:p>
        </p:txBody>
      </p:sp>
      <p:sp>
        <p:nvSpPr>
          <p:cNvPr id="97" name="Line 30">
            <a:extLst>
              <a:ext uri="{FF2B5EF4-FFF2-40B4-BE49-F238E27FC236}">
                <a16:creationId xmlns:a16="http://schemas.microsoft.com/office/drawing/2014/main" id="{85527326-8B1A-3D99-048E-FFF553079721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5936" y="2903570"/>
            <a:ext cx="1016809" cy="3840"/>
          </a:xfrm>
          <a:prstGeom prst="line">
            <a:avLst/>
          </a:prstGeom>
          <a:noFill/>
          <a:ln w="25400">
            <a:solidFill>
              <a:srgbClr val="7A05FB"/>
            </a:solidFill>
            <a:round/>
            <a:headEnd/>
            <a:tailEnd type="triangle" w="med" len="med"/>
          </a:ln>
          <a:scene3d>
            <a:camera prst="orthographicFront"/>
            <a:lightRig rig="threePt" dir="t"/>
          </a:scene3d>
          <a:sp3d extrusionH="76200">
            <a:extrusionClr>
              <a:srgbClr val="0000FF"/>
            </a:extrusionClr>
          </a:sp3d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85" name="Line 15">
            <a:extLst>
              <a:ext uri="{FF2B5EF4-FFF2-40B4-BE49-F238E27FC236}">
                <a16:creationId xmlns:a16="http://schemas.microsoft.com/office/drawing/2014/main" id="{0D8F78B5-038C-EED3-675B-2CE225D7A2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11883" y="1714724"/>
            <a:ext cx="0" cy="37777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86" name="Text Box 3">
            <a:extLst>
              <a:ext uri="{FF2B5EF4-FFF2-40B4-BE49-F238E27FC236}">
                <a16:creationId xmlns:a16="http://schemas.microsoft.com/office/drawing/2014/main" id="{06D2051E-D37C-56CD-4923-E19E9AE21C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0141" y="1654407"/>
            <a:ext cx="942853" cy="276999"/>
          </a:xfrm>
          <a:prstGeom prst="rect">
            <a:avLst/>
          </a:prstGeom>
          <a:solidFill>
            <a:srgbClr val="0099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生产要素</a:t>
            </a:r>
          </a:p>
        </p:txBody>
      </p:sp>
      <p:sp>
        <p:nvSpPr>
          <p:cNvPr id="44087" name="Line 15">
            <a:extLst>
              <a:ext uri="{FF2B5EF4-FFF2-40B4-BE49-F238E27FC236}">
                <a16:creationId xmlns:a16="http://schemas.microsoft.com/office/drawing/2014/main" id="{B39673F1-6EB8-28BA-C661-04A30E9FEA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97599" y="2089326"/>
            <a:ext cx="0" cy="37777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88" name="Text Box 3">
            <a:extLst>
              <a:ext uri="{FF2B5EF4-FFF2-40B4-BE49-F238E27FC236}">
                <a16:creationId xmlns:a16="http://schemas.microsoft.com/office/drawing/2014/main" id="{71FC4995-32DD-8C14-4BA6-322CC69417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6958" y="4576343"/>
            <a:ext cx="1464126" cy="461665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市场规则、秩序：质量、安全、产权</a:t>
            </a:r>
          </a:p>
        </p:txBody>
      </p:sp>
      <p:sp>
        <p:nvSpPr>
          <p:cNvPr id="128" name="Text Box 3">
            <a:extLst>
              <a:ext uri="{FF2B5EF4-FFF2-40B4-BE49-F238E27FC236}">
                <a16:creationId xmlns:a16="http://schemas.microsoft.com/office/drawing/2014/main" id="{36B808E5-581F-1442-ACF3-BC7CAB277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5529" y="3902360"/>
            <a:ext cx="3111413" cy="461665"/>
          </a:xfrm>
          <a:prstGeom prst="rect">
            <a:avLst/>
          </a:prstGeom>
          <a:solidFill>
            <a:srgbClr val="FFFF00"/>
          </a:solidFill>
          <a:ln w="9525">
            <a:solidFill>
              <a:srgbClr val="00B0F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7A05FB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供给侧和需求侧：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不平衡不充分与美好生活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/>
            </a:endParaRPr>
          </a:p>
          <a:p>
            <a:pPr marL="0" marR="0" lvl="0" indent="0" algn="ctr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00FF00"/>
                </a:highlight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质、量、速</a:t>
            </a:r>
          </a:p>
        </p:txBody>
      </p:sp>
      <p:sp>
        <p:nvSpPr>
          <p:cNvPr id="44090" name="Text Box 3">
            <a:extLst>
              <a:ext uri="{FF2B5EF4-FFF2-40B4-BE49-F238E27FC236}">
                <a16:creationId xmlns:a16="http://schemas.microsoft.com/office/drawing/2014/main" id="{91FD73C6-891B-55AC-4613-5B5DDE3E7F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9957" y="2596383"/>
            <a:ext cx="321417" cy="1384995"/>
          </a:xfrm>
          <a:prstGeom prst="rect">
            <a:avLst/>
          </a:prstGeom>
          <a:solidFill>
            <a:srgbClr val="FFC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共享：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rgbClr val="0099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收入分配</a:t>
            </a:r>
          </a:p>
        </p:txBody>
      </p:sp>
      <p:sp>
        <p:nvSpPr>
          <p:cNvPr id="44092" name="Text Box 3">
            <a:extLst>
              <a:ext uri="{FF2B5EF4-FFF2-40B4-BE49-F238E27FC236}">
                <a16:creationId xmlns:a16="http://schemas.microsoft.com/office/drawing/2014/main" id="{03A9F7B1-D221-5F76-5755-E14E7D1D80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7412" y="1468694"/>
            <a:ext cx="300000" cy="646331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外循环</a:t>
            </a:r>
          </a:p>
        </p:txBody>
      </p:sp>
      <p:grpSp>
        <p:nvGrpSpPr>
          <p:cNvPr id="44093" name="Group 2">
            <a:extLst>
              <a:ext uri="{FF2B5EF4-FFF2-40B4-BE49-F238E27FC236}">
                <a16:creationId xmlns:a16="http://schemas.microsoft.com/office/drawing/2014/main" id="{0CE21F14-B93E-6354-FD2E-CBDF5CFBAFF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195986" y="1455996"/>
            <a:ext cx="126984" cy="723806"/>
            <a:chOff x="0" y="0"/>
            <a:chExt cx="182" cy="1089"/>
          </a:xfrm>
        </p:grpSpPr>
        <p:sp>
          <p:nvSpPr>
            <p:cNvPr id="44129" name="Line 27">
              <a:extLst>
                <a:ext uri="{FF2B5EF4-FFF2-40B4-BE49-F238E27FC236}">
                  <a16:creationId xmlns:a16="http://schemas.microsoft.com/office/drawing/2014/main" id="{CEF527C3-139E-AB7E-8099-09F0915ACA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30" name="Line 28">
              <a:extLst>
                <a:ext uri="{FF2B5EF4-FFF2-40B4-BE49-F238E27FC236}">
                  <a16:creationId xmlns:a16="http://schemas.microsoft.com/office/drawing/2014/main" id="{5F8C9A96-40AC-BAD6-8082-9B089BF70A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108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31" name="Line 29">
              <a:extLst>
                <a:ext uri="{FF2B5EF4-FFF2-40B4-BE49-F238E27FC236}">
                  <a16:creationId xmlns:a16="http://schemas.microsoft.com/office/drawing/2014/main" id="{C83256F5-E221-9DB9-27C6-884FCF0CAA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089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44094" name="Line 25">
            <a:extLst>
              <a:ext uri="{FF2B5EF4-FFF2-40B4-BE49-F238E27FC236}">
                <a16:creationId xmlns:a16="http://schemas.microsoft.com/office/drawing/2014/main" id="{2F362B32-6BD5-7A7A-79CF-5E7ED666AF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340430" y="1848056"/>
            <a:ext cx="119047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grpSp>
        <p:nvGrpSpPr>
          <p:cNvPr id="44095" name="Group 21">
            <a:extLst>
              <a:ext uri="{FF2B5EF4-FFF2-40B4-BE49-F238E27FC236}">
                <a16:creationId xmlns:a16="http://schemas.microsoft.com/office/drawing/2014/main" id="{ABABCD24-BAFF-59BB-7DA4-58DF5E66ED3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767410" y="2033772"/>
            <a:ext cx="88888" cy="2826969"/>
            <a:chOff x="3424" y="1570"/>
            <a:chExt cx="182" cy="1089"/>
          </a:xfrm>
        </p:grpSpPr>
        <p:sp>
          <p:nvSpPr>
            <p:cNvPr id="44126" name="Line 22">
              <a:extLst>
                <a:ext uri="{FF2B5EF4-FFF2-40B4-BE49-F238E27FC236}">
                  <a16:creationId xmlns:a16="http://schemas.microsoft.com/office/drawing/2014/main" id="{0071B5C7-F05A-281F-560F-40B972FF5F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1570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27" name="Line 23">
              <a:extLst>
                <a:ext uri="{FF2B5EF4-FFF2-40B4-BE49-F238E27FC236}">
                  <a16:creationId xmlns:a16="http://schemas.microsoft.com/office/drawing/2014/main" id="{714463B1-180A-0202-E1CB-631F323DB6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1570"/>
              <a:ext cx="0" cy="108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28" name="Line 24">
              <a:extLst>
                <a:ext uri="{FF2B5EF4-FFF2-40B4-BE49-F238E27FC236}">
                  <a16:creationId xmlns:a16="http://schemas.microsoft.com/office/drawing/2014/main" id="{92F07945-0A0C-2DD7-4D28-8DF930BC81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2659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44096" name="Text Box 3">
            <a:extLst>
              <a:ext uri="{FF2B5EF4-FFF2-40B4-BE49-F238E27FC236}">
                <a16:creationId xmlns:a16="http://schemas.microsoft.com/office/drawing/2014/main" id="{AE072D19-692B-FC9C-6B54-EBE461B19F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3810" y="2516960"/>
            <a:ext cx="399998" cy="2062103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双循环新发展格局</a:t>
            </a:r>
          </a:p>
        </p:txBody>
      </p:sp>
      <p:sp>
        <p:nvSpPr>
          <p:cNvPr id="44097" name="Line 25">
            <a:extLst>
              <a:ext uri="{FF2B5EF4-FFF2-40B4-BE49-F238E27FC236}">
                <a16:creationId xmlns:a16="http://schemas.microsoft.com/office/drawing/2014/main" id="{49EA9668-A0DA-8C61-9849-359629F68A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30112" y="4660885"/>
            <a:ext cx="302291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98" name="Text Box 3">
            <a:extLst>
              <a:ext uri="{FF2B5EF4-FFF2-40B4-BE49-F238E27FC236}">
                <a16:creationId xmlns:a16="http://schemas.microsoft.com/office/drawing/2014/main" id="{80A19A6F-109C-BAC3-1210-B50DFCBC51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3187" y="212750"/>
            <a:ext cx="4428549" cy="646331"/>
          </a:xfrm>
          <a:prstGeom prst="rect">
            <a:avLst/>
          </a:prstGeom>
          <a:solidFill>
            <a:srgbClr val="00B05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经济与社会效益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</p:txBody>
      </p:sp>
      <p:sp>
        <p:nvSpPr>
          <p:cNvPr id="44099" name="Text Box 3">
            <a:extLst>
              <a:ext uri="{FF2B5EF4-FFF2-40B4-BE49-F238E27FC236}">
                <a16:creationId xmlns:a16="http://schemas.microsoft.com/office/drawing/2014/main" id="{C038D77A-11CD-F795-6E0A-16A8E10BA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8078" y="1970280"/>
            <a:ext cx="1057137" cy="276999"/>
          </a:xfrm>
          <a:prstGeom prst="rect">
            <a:avLst/>
          </a:prstGeom>
          <a:solidFill>
            <a:srgbClr val="92D05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劳动生产率</a:t>
            </a:r>
          </a:p>
        </p:txBody>
      </p:sp>
      <p:sp>
        <p:nvSpPr>
          <p:cNvPr id="44100" name="Text Box 3">
            <a:extLst>
              <a:ext uri="{FF2B5EF4-FFF2-40B4-BE49-F238E27FC236}">
                <a16:creationId xmlns:a16="http://schemas.microsoft.com/office/drawing/2014/main" id="{3F0D3991-ADA1-D6BB-A089-037880DF7A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8230" y="1630597"/>
            <a:ext cx="214284" cy="830997"/>
          </a:xfrm>
          <a:prstGeom prst="rect">
            <a:avLst/>
          </a:prstGeom>
          <a:solidFill>
            <a:srgbClr val="92D05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自主创新</a:t>
            </a:r>
          </a:p>
        </p:txBody>
      </p:sp>
      <p:sp>
        <p:nvSpPr>
          <p:cNvPr id="145" name="Text Box 3">
            <a:extLst>
              <a:ext uri="{FF2B5EF4-FFF2-40B4-BE49-F238E27FC236}">
                <a16:creationId xmlns:a16="http://schemas.microsoft.com/office/drawing/2014/main" id="{639BC1E4-851C-C900-E104-3AFF6F1091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467" y="3494785"/>
            <a:ext cx="758714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以人民为中心</a:t>
            </a:r>
          </a:p>
        </p:txBody>
      </p:sp>
      <p:sp>
        <p:nvSpPr>
          <p:cNvPr id="146" name="Text Box 3">
            <a:extLst>
              <a:ext uri="{FF2B5EF4-FFF2-40B4-BE49-F238E27FC236}">
                <a16:creationId xmlns:a16="http://schemas.microsoft.com/office/drawing/2014/main" id="{C248E243-1FF5-A932-F64B-A7220A09A4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6808" y="2932179"/>
            <a:ext cx="898409" cy="27699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竞争优势</a:t>
            </a: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F02DC12F-53AB-7FA9-056A-44C2A1C8BC0C}"/>
                  </a:ext>
                </a:extLst>
              </p14:cNvPr>
              <p14:cNvContentPartPr/>
              <p14:nvPr/>
            </p14:nvContentPartPr>
            <p14:xfrm>
              <a:off x="5486050" y="5748484"/>
              <a:ext cx="11160" cy="36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F02DC12F-53AB-7FA9-056A-44C2A1C8BC0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68050" y="5640484"/>
                <a:ext cx="468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31787B36-F3C5-85B5-6813-554AA7250BEB}"/>
                  </a:ext>
                </a:extLst>
              </p14:cNvPr>
              <p14:cNvContentPartPr/>
              <p14:nvPr/>
            </p14:nvContentPartPr>
            <p14:xfrm>
              <a:off x="5790930" y="4245320"/>
              <a:ext cx="360" cy="360"/>
            </p14:xfrm>
          </p:contentPart>
        </mc:Choice>
        <mc:Fallback xmlns=""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31787B36-F3C5-85B5-6813-554AA7250BE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72930" y="4137320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B6E8A0FA-C0E4-05B0-96CF-DF9258829558}"/>
                  </a:ext>
                </a:extLst>
              </p14:cNvPr>
              <p14:cNvContentPartPr/>
              <p14:nvPr/>
            </p14:nvContentPartPr>
            <p14:xfrm>
              <a:off x="5444296" y="3142064"/>
              <a:ext cx="360" cy="360"/>
            </p14:xfrm>
          </p:contentPart>
        </mc:Choice>
        <mc:Fallback xmlns=""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B6E8A0FA-C0E4-05B0-96CF-DF925882955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26296" y="3034064"/>
                <a:ext cx="36000" cy="21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4106" name="组合 22">
            <a:extLst>
              <a:ext uri="{FF2B5EF4-FFF2-40B4-BE49-F238E27FC236}">
                <a16:creationId xmlns:a16="http://schemas.microsoft.com/office/drawing/2014/main" id="{740D31AB-8FBC-6446-CDEE-B2E8CE5911DE}"/>
              </a:ext>
            </a:extLst>
          </p:cNvPr>
          <p:cNvGrpSpPr>
            <a:grpSpLocks/>
          </p:cNvGrpSpPr>
          <p:nvPr/>
        </p:nvGrpSpPr>
        <p:grpSpPr bwMode="auto">
          <a:xfrm>
            <a:off x="5759494" y="5727402"/>
            <a:ext cx="95238" cy="125397"/>
            <a:chOff x="5759570" y="5727906"/>
            <a:chExt cx="95040" cy="12600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C7441B6F-4703-51AA-EE05-FB90EBECA8F7}"/>
                    </a:ext>
                  </a:extLst>
                </p14:cNvPr>
                <p14:cNvContentPartPr/>
                <p14:nvPr/>
              </p14:nvContentPartPr>
              <p14:xfrm>
                <a:off x="5843450" y="5727906"/>
                <a:ext cx="360" cy="360"/>
              </p14:xfrm>
            </p:contentPart>
          </mc:Choice>
          <mc:Fallback xmlns=""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C7441B6F-4703-51AA-EE05-FB90EBECA8F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825450" y="561990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1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9F09363C-CC35-22C5-4450-29F540FD6B7B}"/>
                    </a:ext>
                  </a:extLst>
                </p14:cNvPr>
                <p14:cNvContentPartPr/>
                <p14:nvPr/>
              </p14:nvContentPartPr>
              <p14:xfrm>
                <a:off x="5832650" y="5801346"/>
                <a:ext cx="360" cy="360"/>
              </p14:xfrm>
            </p:contentPart>
          </mc:Choice>
          <mc:Fallback xmlns=""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9F09363C-CC35-22C5-4450-29F540FD6B7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814650" y="569334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4189326D-A262-C44C-A509-AB8D4DAF5277}"/>
                    </a:ext>
                  </a:extLst>
                </p14:cNvPr>
                <p14:cNvContentPartPr/>
                <p14:nvPr/>
              </p14:nvContentPartPr>
              <p14:xfrm>
                <a:off x="5822570" y="5769666"/>
                <a:ext cx="360" cy="360"/>
              </p14:xfrm>
            </p:contentPart>
          </mc:Choice>
          <mc:Fallback xmlns=""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4189326D-A262-C44C-A509-AB8D4DAF527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804570" y="566166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5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88695C3A-F7DE-C026-09E1-0DC9497A2915}"/>
                    </a:ext>
                  </a:extLst>
                </p14:cNvPr>
                <p14:cNvContentPartPr/>
                <p14:nvPr/>
              </p14:nvContentPartPr>
              <p14:xfrm>
                <a:off x="5811770" y="5853546"/>
                <a:ext cx="360" cy="360"/>
              </p14:xfrm>
            </p:contentPart>
          </mc:Choice>
          <mc:Fallback xmlns=""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88695C3A-F7DE-C026-09E1-0DC9497A291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793770" y="574554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7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D9DC81A2-7B99-9BAB-DF19-D04BA2F14AB0}"/>
                    </a:ext>
                  </a:extLst>
                </p14:cNvPr>
                <p14:cNvContentPartPr/>
                <p14:nvPr/>
              </p14:nvContentPartPr>
              <p14:xfrm>
                <a:off x="5811770" y="5853546"/>
                <a:ext cx="360" cy="360"/>
              </p14:xfrm>
            </p:contentPart>
          </mc:Choice>
          <mc:Fallback xmlns=""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D9DC81A2-7B99-9BAB-DF19-D04BA2F14AB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793770" y="574554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AAC67A23-669E-1C90-17CB-D6E950649D07}"/>
                    </a:ext>
                  </a:extLst>
                </p14:cNvPr>
                <p14:cNvContentPartPr/>
                <p14:nvPr/>
              </p14:nvContentPartPr>
              <p14:xfrm>
                <a:off x="5759570" y="5822226"/>
                <a:ext cx="360" cy="360"/>
              </p14:xfrm>
            </p:contentPart>
          </mc:Choice>
          <mc:Fallback xmlns=""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AAC67A23-669E-1C90-17CB-D6E950649D0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741570" y="571422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0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57D4E5C8-5F68-95B6-1576-4BD30AE3D288}"/>
                    </a:ext>
                  </a:extLst>
                </p14:cNvPr>
                <p14:cNvContentPartPr/>
                <p14:nvPr/>
              </p14:nvContentPartPr>
              <p14:xfrm>
                <a:off x="5759570" y="5822226"/>
                <a:ext cx="360" cy="360"/>
              </p14:xfrm>
            </p:contentPart>
          </mc:Choice>
          <mc:Fallback xmlns=""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57D4E5C8-5F68-95B6-1576-4BD30AE3D2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741570" y="571422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1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22B98472-CE16-47AD-9EA6-C733259D1747}"/>
                    </a:ext>
                  </a:extLst>
                </p14:cNvPr>
                <p14:cNvContentPartPr/>
                <p14:nvPr/>
              </p14:nvContentPartPr>
              <p14:xfrm>
                <a:off x="5854250" y="5780466"/>
                <a:ext cx="360" cy="360"/>
              </p14:xfrm>
            </p:contentPart>
          </mc:Choice>
          <mc:Fallback xmlns=""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22B98472-CE16-47AD-9EA6-C733259D174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836250" y="567246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107" name="组合 21">
            <a:extLst>
              <a:ext uri="{FF2B5EF4-FFF2-40B4-BE49-F238E27FC236}">
                <a16:creationId xmlns:a16="http://schemas.microsoft.com/office/drawing/2014/main" id="{D87618B8-BD61-4454-0CBE-F5476ECBF7AC}"/>
              </a:ext>
            </a:extLst>
          </p:cNvPr>
          <p:cNvGrpSpPr>
            <a:grpSpLocks/>
          </p:cNvGrpSpPr>
          <p:nvPr/>
        </p:nvGrpSpPr>
        <p:grpSpPr bwMode="auto">
          <a:xfrm>
            <a:off x="6159494" y="5779782"/>
            <a:ext cx="9525" cy="0"/>
            <a:chOff x="6158810" y="5780466"/>
            <a:chExt cx="10800" cy="3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3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2265B97B-0847-4141-AE69-F30476177D40}"/>
                    </a:ext>
                  </a:extLst>
                </p14:cNvPr>
                <p14:cNvContentPartPr/>
                <p14:nvPr/>
              </p14:nvContentPartPr>
              <p14:xfrm>
                <a:off x="6158810" y="5780466"/>
                <a:ext cx="360" cy="360"/>
              </p14:xfrm>
            </p:contentPart>
          </mc:Choice>
          <mc:Fallback xmlns=""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2265B97B-0847-4141-AE69-F30476177D4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140810" y="567246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5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A017F50B-4A48-89AB-49FD-1EC9E4D5AB68}"/>
                    </a:ext>
                  </a:extLst>
                </p14:cNvPr>
                <p14:cNvContentPartPr/>
                <p14:nvPr/>
              </p14:nvContentPartPr>
              <p14:xfrm>
                <a:off x="6169250" y="5780466"/>
                <a:ext cx="360" cy="360"/>
              </p14:xfrm>
            </p:contentPart>
          </mc:Choice>
          <mc:Fallback xmlns=""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A017F50B-4A48-89AB-49FD-1EC9E4D5AB6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151250" y="567246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7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9BD2DBDC-46BC-4AB8-C7FE-31B9CD8DF02C}"/>
                    </a:ext>
                  </a:extLst>
                </p14:cNvPr>
                <p14:cNvContentPartPr/>
                <p14:nvPr/>
              </p14:nvContentPartPr>
              <p14:xfrm>
                <a:off x="6169250" y="5780466"/>
                <a:ext cx="360" cy="360"/>
              </p14:xfrm>
            </p:contentPart>
          </mc:Choice>
          <mc:Fallback xmlns=""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9BD2DBDC-46BC-4AB8-C7FE-31B9CD8DF02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151250" y="567246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8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5A614E52-DF78-447C-591F-9F12F9BD463B}"/>
                  </a:ext>
                </a:extLst>
              </p14:cNvPr>
              <p14:cNvContentPartPr/>
              <p14:nvPr/>
            </p14:nvContentPartPr>
            <p14:xfrm>
              <a:off x="7755914" y="5790239"/>
              <a:ext cx="360" cy="360"/>
            </p14:xfrm>
          </p:contentPart>
        </mc:Choice>
        <mc:Fallback xmlns=""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5A614E52-DF78-447C-591F-9F12F9BD463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737914" y="5682239"/>
                <a:ext cx="36000" cy="21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4109" name="组合 27">
            <a:extLst>
              <a:ext uri="{FF2B5EF4-FFF2-40B4-BE49-F238E27FC236}">
                <a16:creationId xmlns:a16="http://schemas.microsoft.com/office/drawing/2014/main" id="{C08890C2-E24D-4201-0C36-C433CB0ABCEE}"/>
              </a:ext>
            </a:extLst>
          </p:cNvPr>
          <p:cNvGrpSpPr>
            <a:grpSpLocks/>
          </p:cNvGrpSpPr>
          <p:nvPr/>
        </p:nvGrpSpPr>
        <p:grpSpPr bwMode="auto">
          <a:xfrm>
            <a:off x="6053144" y="2165516"/>
            <a:ext cx="1587" cy="0"/>
            <a:chOff x="6053690" y="2164626"/>
            <a:chExt cx="360" cy="3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0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8B4DA44D-D7FB-1612-4EAD-961C17D0CA9C}"/>
                    </a:ext>
                  </a:extLst>
                </p14:cNvPr>
                <p14:cNvContentPartPr/>
                <p14:nvPr/>
              </p14:nvContentPartPr>
              <p14:xfrm>
                <a:off x="6053690" y="2164626"/>
                <a:ext cx="360" cy="360"/>
              </p14:xfrm>
            </p:contentPart>
          </mc:Choice>
          <mc:Fallback xmlns=""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8B4DA44D-D7FB-1612-4EAD-961C17D0CA9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035690" y="205662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2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2863BA9D-0429-248B-AFA5-6EF821EFFC28}"/>
                    </a:ext>
                  </a:extLst>
                </p14:cNvPr>
                <p14:cNvContentPartPr/>
                <p14:nvPr/>
              </p14:nvContentPartPr>
              <p14:xfrm>
                <a:off x="6053690" y="2164626"/>
                <a:ext cx="360" cy="360"/>
              </p14:xfrm>
            </p:contentPart>
          </mc:Choice>
          <mc:Fallback xmlns=""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2863BA9D-0429-248B-AFA5-6EF821EFFC2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035690" y="205662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3">
            <p14:nvContentPartPr>
              <p14:cNvPr id="26" name="墨迹 25">
                <a:extLst>
                  <a:ext uri="{FF2B5EF4-FFF2-40B4-BE49-F238E27FC236}">
                    <a16:creationId xmlns:a16="http://schemas.microsoft.com/office/drawing/2014/main" id="{8FD3B9EB-325E-0105-C7B7-B3F88BC385A1}"/>
                  </a:ext>
                </a:extLst>
              </p14:cNvPr>
              <p14:cNvContentPartPr/>
              <p14:nvPr/>
            </p14:nvContentPartPr>
            <p14:xfrm>
              <a:off x="4120028" y="840524"/>
              <a:ext cx="360" cy="360"/>
            </p14:xfrm>
          </p:contentPart>
        </mc:Choice>
        <mc:Fallback xmlns="">
          <p:pic>
            <p:nvPicPr>
              <p:cNvPr id="26" name="墨迹 25">
                <a:extLst>
                  <a:ext uri="{FF2B5EF4-FFF2-40B4-BE49-F238E27FC236}">
                    <a16:creationId xmlns:a16="http://schemas.microsoft.com/office/drawing/2014/main" id="{8FD3B9EB-325E-0105-C7B7-B3F88BC385A1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102028" y="732524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5">
            <p14:nvContentPartPr>
              <p14:cNvPr id="27" name="墨迹 26">
                <a:extLst>
                  <a:ext uri="{FF2B5EF4-FFF2-40B4-BE49-F238E27FC236}">
                    <a16:creationId xmlns:a16="http://schemas.microsoft.com/office/drawing/2014/main" id="{F91F6475-CACD-9BED-DEB2-10EC3D826832}"/>
                  </a:ext>
                </a:extLst>
              </p14:cNvPr>
              <p14:cNvContentPartPr/>
              <p14:nvPr/>
            </p14:nvContentPartPr>
            <p14:xfrm>
              <a:off x="5118538" y="651548"/>
              <a:ext cx="360" cy="360"/>
            </p14:xfrm>
          </p:contentPart>
        </mc:Choice>
        <mc:Fallback xmlns="">
          <p:pic>
            <p:nvPicPr>
              <p:cNvPr id="27" name="墨迹 26">
                <a:extLst>
                  <a:ext uri="{FF2B5EF4-FFF2-40B4-BE49-F238E27FC236}">
                    <a16:creationId xmlns:a16="http://schemas.microsoft.com/office/drawing/2014/main" id="{F91F6475-CACD-9BED-DEB2-10EC3D826832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100538" y="543548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7">
            <p14:nvContentPartPr>
              <p14:cNvPr id="29" name="墨迹 28">
                <a:extLst>
                  <a:ext uri="{FF2B5EF4-FFF2-40B4-BE49-F238E27FC236}">
                    <a16:creationId xmlns:a16="http://schemas.microsoft.com/office/drawing/2014/main" id="{2015ECFB-B060-036E-27DD-A7A01B5A8710}"/>
                  </a:ext>
                </a:extLst>
              </p14:cNvPr>
              <p14:cNvContentPartPr/>
              <p14:nvPr/>
            </p14:nvContentPartPr>
            <p14:xfrm>
              <a:off x="10751084" y="6536782"/>
              <a:ext cx="360" cy="360"/>
            </p14:xfrm>
          </p:contentPart>
        </mc:Choice>
        <mc:Fallback xmlns="">
          <p:pic>
            <p:nvPicPr>
              <p:cNvPr id="29" name="墨迹 28">
                <a:extLst>
                  <a:ext uri="{FF2B5EF4-FFF2-40B4-BE49-F238E27FC236}">
                    <a16:creationId xmlns:a16="http://schemas.microsoft.com/office/drawing/2014/main" id="{2015ECFB-B060-036E-27DD-A7A01B5A8710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0733084" y="6428782"/>
                <a:ext cx="3600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143" name="Text Box 3">
            <a:extLst>
              <a:ext uri="{FF2B5EF4-FFF2-40B4-BE49-F238E27FC236}">
                <a16:creationId xmlns:a16="http://schemas.microsoft.com/office/drawing/2014/main" id="{18A39314-54A8-2C0E-705C-DFA03359DC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7065" y="945965"/>
            <a:ext cx="1150346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投资和贸易的自由化和便利化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EEAA6C7-D14B-19FC-3044-3610BFB08B7F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188681" y="6117335"/>
            <a:ext cx="3856611" cy="456997"/>
          </a:xfrm>
          <a:prstGeom prst="rect">
            <a:avLst/>
          </a:prstGeom>
        </p:spPr>
      </p:pic>
      <p:sp>
        <p:nvSpPr>
          <p:cNvPr id="44084" name="Line 25">
            <a:extLst>
              <a:ext uri="{FF2B5EF4-FFF2-40B4-BE49-F238E27FC236}">
                <a16:creationId xmlns:a16="http://schemas.microsoft.com/office/drawing/2014/main" id="{69625D3F-7EA0-593D-3241-E1E5B68AE6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4590" y="3991355"/>
            <a:ext cx="517457" cy="1098486"/>
          </a:xfrm>
          <a:prstGeom prst="line">
            <a:avLst/>
          </a:prstGeom>
          <a:noFill/>
          <a:ln w="25400">
            <a:solidFill>
              <a:srgbClr val="7A05FB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16" name="Line 30">
            <a:extLst>
              <a:ext uri="{FF2B5EF4-FFF2-40B4-BE49-F238E27FC236}">
                <a16:creationId xmlns:a16="http://schemas.microsoft.com/office/drawing/2014/main" id="{444006F9-F8DB-6452-455F-8F26E3844274}"/>
              </a:ext>
            </a:extLst>
          </p:cNvPr>
          <p:cNvSpPr>
            <a:spLocks noChangeShapeType="1"/>
          </p:cNvSpPr>
          <p:nvPr/>
        </p:nvSpPr>
        <p:spPr bwMode="auto">
          <a:xfrm>
            <a:off x="4622990" y="1952381"/>
            <a:ext cx="1134916" cy="1004518"/>
          </a:xfrm>
          <a:prstGeom prst="line">
            <a:avLst/>
          </a:prstGeom>
          <a:noFill/>
          <a:ln w="25400">
            <a:solidFill>
              <a:srgbClr val="7A05FB"/>
            </a:solidFill>
            <a:round/>
            <a:headEnd/>
            <a:tailEnd type="triangle" w="med" len="med"/>
          </a:ln>
          <a:scene3d>
            <a:camera prst="orthographicFront"/>
            <a:lightRig rig="threePt" dir="t"/>
          </a:scene3d>
          <a:sp3d extrusionH="76200">
            <a:extrusionClr>
              <a:srgbClr val="0000FF"/>
            </a:extrusionClr>
          </a:sp3d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99937874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793DF6-5E57-EF11-8BE2-159A32CFA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AA0899-A357-C24E-926F-C8D17C212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266700" algn="l">
              <a:lnSpc>
                <a:spcPct val="200000"/>
              </a:lnSpc>
            </a:pPr>
            <a:r>
              <a:rPr lang="zh-CN" altLang="zh-CN" sz="2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sz="2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）（</a:t>
            </a:r>
            <a:r>
              <a:rPr lang="en-US" altLang="zh-CN" sz="2800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zh-CN" sz="2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分）新质生产力是以高新科技创新驱动内涵式发展的社会生产力新形态。通过创新引领，在重要行业和关键领域合理布局，实现新领域新赛道的跨越性发展；整合科技资源，推动传统产业实现发展方式的转变。推动实现高水平科技自立自强，实现产业体系自主可控和安全可靠，用新质生产力点燃发展新动能。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2398318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42B57-B397-A4A7-CBCB-5C240B047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Line 15">
            <a:extLst>
              <a:ext uri="{FF2B5EF4-FFF2-40B4-BE49-F238E27FC236}">
                <a16:creationId xmlns:a16="http://schemas.microsoft.com/office/drawing/2014/main" id="{97D52BF7-69BE-BF75-2E21-1D3FF089A3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29343" y="2097262"/>
            <a:ext cx="0" cy="37777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11E2EAE-A218-4BDB-5578-A0857FEDB47F}"/>
              </a:ext>
            </a:extLst>
          </p:cNvPr>
          <p:cNvGrpSpPr/>
          <p:nvPr/>
        </p:nvGrpSpPr>
        <p:grpSpPr>
          <a:xfrm>
            <a:off x="264532" y="1061970"/>
            <a:ext cx="3138626" cy="1982267"/>
            <a:chOff x="-2709721" y="746266"/>
            <a:chExt cx="4185377" cy="2643366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156675" name="Text Box 3">
              <a:extLst>
                <a:ext uri="{FF2B5EF4-FFF2-40B4-BE49-F238E27FC236}">
                  <a16:creationId xmlns:a16="http://schemas.microsoft.com/office/drawing/2014/main" id="{F4C9A797-911D-62AA-D6DB-29DB60FE97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948039" y="2391860"/>
              <a:ext cx="3343137" cy="369380"/>
            </a:xfrm>
            <a:prstGeom prst="rect">
              <a:avLst/>
            </a:prstGeom>
            <a:grp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货币政策：资本（融资成本和渠道）</a:t>
              </a:r>
            </a:p>
          </p:txBody>
        </p:sp>
        <p:sp>
          <p:nvSpPr>
            <p:cNvPr id="156676" name="Text Box 3">
              <a:extLst>
                <a:ext uri="{FF2B5EF4-FFF2-40B4-BE49-F238E27FC236}">
                  <a16:creationId xmlns:a16="http://schemas.microsoft.com/office/drawing/2014/main" id="{4A3DABE5-F5F9-50EA-EA39-74989940D4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09721" y="3020252"/>
              <a:ext cx="4068589" cy="369380"/>
            </a:xfrm>
            <a:prstGeom prst="rect">
              <a:avLst/>
            </a:prstGeom>
            <a:grp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绿色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  <a:sym typeface="Wingdings" panose="05000000000000000000" pitchFamily="2" charset="2"/>
                </a:rPr>
                <a:t>：（土地、能源、矿产）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资源利用率</a:t>
              </a:r>
            </a:p>
          </p:txBody>
        </p:sp>
        <p:grpSp>
          <p:nvGrpSpPr>
            <p:cNvPr id="2" name="Group 26">
              <a:extLst>
                <a:ext uri="{FF2B5EF4-FFF2-40B4-BE49-F238E27FC236}">
                  <a16:creationId xmlns:a16="http://schemas.microsoft.com/office/drawing/2014/main" id="{FE81CB6D-E25C-5D38-625A-DD14E1DCD426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346399" y="904876"/>
              <a:ext cx="129257" cy="2380596"/>
              <a:chOff x="3424" y="1570"/>
              <a:chExt cx="182" cy="1089"/>
            </a:xfrm>
            <a:grpFill/>
          </p:grpSpPr>
          <p:sp>
            <p:nvSpPr>
              <p:cNvPr id="3128" name="Line 27">
                <a:extLst>
                  <a:ext uri="{FF2B5EF4-FFF2-40B4-BE49-F238E27FC236}">
                    <a16:creationId xmlns:a16="http://schemas.microsoft.com/office/drawing/2014/main" id="{EA3464EB-736F-870D-2E18-F0FD922271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1570"/>
                <a:ext cx="182" cy="0"/>
              </a:xfrm>
              <a:prstGeom prst="line">
                <a:avLst/>
              </a:prstGeom>
              <a:grp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  <p:sp>
            <p:nvSpPr>
              <p:cNvPr id="3129" name="Line 28">
                <a:extLst>
                  <a:ext uri="{FF2B5EF4-FFF2-40B4-BE49-F238E27FC236}">
                    <a16:creationId xmlns:a16="http://schemas.microsoft.com/office/drawing/2014/main" id="{3CB253A2-243E-3225-EB5C-3BCAE6E9CB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1570"/>
                <a:ext cx="0" cy="1089"/>
              </a:xfrm>
              <a:prstGeom prst="line">
                <a:avLst/>
              </a:prstGeom>
              <a:grp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  <p:sp>
            <p:nvSpPr>
              <p:cNvPr id="3130" name="Line 29">
                <a:extLst>
                  <a:ext uri="{FF2B5EF4-FFF2-40B4-BE49-F238E27FC236}">
                    <a16:creationId xmlns:a16="http://schemas.microsoft.com/office/drawing/2014/main" id="{F5BECA13-DBA4-48DA-1613-E8E39FB1B5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2659"/>
                <a:ext cx="182" cy="0"/>
              </a:xfrm>
              <a:prstGeom prst="line">
                <a:avLst/>
              </a:prstGeom>
              <a:grp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</p:grpSp>
        <p:sp>
          <p:nvSpPr>
            <p:cNvPr id="156678" name="Text Box 3">
              <a:extLst>
                <a:ext uri="{FF2B5EF4-FFF2-40B4-BE49-F238E27FC236}">
                  <a16:creationId xmlns:a16="http://schemas.microsoft.com/office/drawing/2014/main" id="{9088AD89-D018-7ED2-9438-E5B611793F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079497" y="746266"/>
              <a:ext cx="2508226" cy="348859"/>
            </a:xfrm>
            <a:prstGeom prst="rect">
              <a:avLst/>
            </a:prstGeom>
            <a:grp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劳动力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黑体" pitchFamily="49" charset="-122"/>
                  <a:ea typeface="黑体" pitchFamily="49" charset="-122"/>
                  <a:cs typeface="Arial"/>
                  <a:sym typeface="Wingdings" panose="05000000000000000000" pitchFamily="2" charset="2"/>
                </a:rPr>
                <a:t>：（素质技能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）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就业</a:t>
              </a:r>
            </a:p>
          </p:txBody>
        </p:sp>
        <p:sp>
          <p:nvSpPr>
            <p:cNvPr id="156679" name="Text Box 3">
              <a:extLst>
                <a:ext uri="{FF2B5EF4-FFF2-40B4-BE49-F238E27FC236}">
                  <a16:creationId xmlns:a16="http://schemas.microsoft.com/office/drawing/2014/main" id="{046A4BAE-05BB-7449-CEA1-711837AC72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166280" y="1217899"/>
              <a:ext cx="2564765" cy="369380"/>
            </a:xfrm>
            <a:prstGeom prst="rect">
              <a:avLst/>
            </a:prstGeom>
            <a:grp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创新：技术、知识、数据</a:t>
              </a:r>
            </a:p>
          </p:txBody>
        </p:sp>
      </p:grpSp>
      <p:sp>
        <p:nvSpPr>
          <p:cNvPr id="156680" name="Text Box 3">
            <a:extLst>
              <a:ext uri="{FF2B5EF4-FFF2-40B4-BE49-F238E27FC236}">
                <a16:creationId xmlns:a16="http://schemas.microsoft.com/office/drawing/2014/main" id="{6EA74D6A-6F68-596E-15F9-B32C008F2F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19" y="1886938"/>
            <a:ext cx="2662969" cy="27699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管理：规模经济、物流库存交易成本</a:t>
            </a:r>
          </a:p>
        </p:txBody>
      </p:sp>
      <p:sp>
        <p:nvSpPr>
          <p:cNvPr id="44037" name="Line 25">
            <a:extLst>
              <a:ext uri="{FF2B5EF4-FFF2-40B4-BE49-F238E27FC236}">
                <a16:creationId xmlns:a16="http://schemas.microsoft.com/office/drawing/2014/main" id="{81C598A2-79EA-FB4E-34FA-85C6938649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49984" y="1814723"/>
            <a:ext cx="16190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grpSp>
        <p:nvGrpSpPr>
          <p:cNvPr id="44038" name="Group 21">
            <a:extLst>
              <a:ext uri="{FF2B5EF4-FFF2-40B4-BE49-F238E27FC236}">
                <a16:creationId xmlns:a16="http://schemas.microsoft.com/office/drawing/2014/main" id="{1E9E669F-2D8C-FF3F-A0AF-581F500A256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622992" y="1724247"/>
            <a:ext cx="152380" cy="2826970"/>
            <a:chOff x="3424" y="1570"/>
            <a:chExt cx="182" cy="1089"/>
          </a:xfrm>
        </p:grpSpPr>
        <p:sp>
          <p:nvSpPr>
            <p:cNvPr id="44163" name="Line 22">
              <a:extLst>
                <a:ext uri="{FF2B5EF4-FFF2-40B4-BE49-F238E27FC236}">
                  <a16:creationId xmlns:a16="http://schemas.microsoft.com/office/drawing/2014/main" id="{E1B670A0-6997-C889-4A67-7850024D40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1570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64" name="Line 23">
              <a:extLst>
                <a:ext uri="{FF2B5EF4-FFF2-40B4-BE49-F238E27FC236}">
                  <a16:creationId xmlns:a16="http://schemas.microsoft.com/office/drawing/2014/main" id="{3BA7C947-10AB-222C-A86B-E414AC367F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1570"/>
              <a:ext cx="0" cy="108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65" name="Line 24">
              <a:extLst>
                <a:ext uri="{FF2B5EF4-FFF2-40B4-BE49-F238E27FC236}">
                  <a16:creationId xmlns:a16="http://schemas.microsoft.com/office/drawing/2014/main" id="{5F294E80-B7F1-9C6B-1D69-7543923106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2659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44039" name="Line 25">
            <a:extLst>
              <a:ext uri="{FF2B5EF4-FFF2-40B4-BE49-F238E27FC236}">
                <a16:creationId xmlns:a16="http://schemas.microsoft.com/office/drawing/2014/main" id="{2AB59482-EBCE-A84C-F6AC-9560ADF9B8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30930" y="3344875"/>
            <a:ext cx="16190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40" name="Text Box 6">
            <a:extLst>
              <a:ext uri="{FF2B5EF4-FFF2-40B4-BE49-F238E27FC236}">
                <a16:creationId xmlns:a16="http://schemas.microsoft.com/office/drawing/2014/main" id="{99C46F99-3B70-BA62-B33D-5B50ADBCD5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9882" y="2967099"/>
            <a:ext cx="430887" cy="909519"/>
          </a:xfrm>
          <a:prstGeom prst="rect">
            <a:avLst/>
          </a:prstGeom>
          <a:solidFill>
            <a:srgbClr val="0099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Arial"/>
              </a:rPr>
              <a:t>供给侧</a:t>
            </a:r>
          </a:p>
        </p:txBody>
      </p:sp>
      <p:sp>
        <p:nvSpPr>
          <p:cNvPr id="44041" name="Text Box 6">
            <a:extLst>
              <a:ext uri="{FF2B5EF4-FFF2-40B4-BE49-F238E27FC236}">
                <a16:creationId xmlns:a16="http://schemas.microsoft.com/office/drawing/2014/main" id="{D114DB48-4A8F-88C7-62B7-91883FDF54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4317" y="2949639"/>
            <a:ext cx="430887" cy="911107"/>
          </a:xfrm>
          <a:prstGeom prst="rect">
            <a:avLst/>
          </a:prstGeom>
          <a:solidFill>
            <a:srgbClr val="92D05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Arial"/>
              </a:rPr>
              <a:t>需求侧</a:t>
            </a:r>
          </a:p>
        </p:txBody>
      </p:sp>
      <p:sp>
        <p:nvSpPr>
          <p:cNvPr id="44042" name="Line 25">
            <a:extLst>
              <a:ext uri="{FF2B5EF4-FFF2-40B4-BE49-F238E27FC236}">
                <a16:creationId xmlns:a16="http://schemas.microsoft.com/office/drawing/2014/main" id="{CA49CADF-5F2F-7525-0B76-F5D98AD4B03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6800" y="2773450"/>
            <a:ext cx="376189" cy="204761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82" name="Text Box 3">
            <a:extLst>
              <a:ext uri="{FF2B5EF4-FFF2-40B4-BE49-F238E27FC236}">
                <a16:creationId xmlns:a16="http://schemas.microsoft.com/office/drawing/2014/main" id="{C1F7C8E8-963C-41CB-FA29-1CBFC1CD89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0289" y="2467101"/>
            <a:ext cx="922218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国内市场</a:t>
            </a:r>
          </a:p>
        </p:txBody>
      </p:sp>
      <p:sp>
        <p:nvSpPr>
          <p:cNvPr id="44044" name="Line 15">
            <a:extLst>
              <a:ext uri="{FF2B5EF4-FFF2-40B4-BE49-F238E27FC236}">
                <a16:creationId xmlns:a16="http://schemas.microsoft.com/office/drawing/2014/main" id="{C285383C-CF07-24D6-CFBD-FF5EE9942C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27748" y="4630584"/>
            <a:ext cx="0" cy="376189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grpSp>
        <p:nvGrpSpPr>
          <p:cNvPr id="44045" name="Group 2">
            <a:extLst>
              <a:ext uri="{FF2B5EF4-FFF2-40B4-BE49-F238E27FC236}">
                <a16:creationId xmlns:a16="http://schemas.microsoft.com/office/drawing/2014/main" id="{F666D51A-6C61-F759-FDF1-96D27C5CFC39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039451" y="3127550"/>
            <a:ext cx="77963" cy="1855412"/>
            <a:chOff x="0" y="0"/>
            <a:chExt cx="182" cy="1089"/>
          </a:xfrm>
        </p:grpSpPr>
        <p:sp>
          <p:nvSpPr>
            <p:cNvPr id="44160" name="Line 27">
              <a:extLst>
                <a:ext uri="{FF2B5EF4-FFF2-40B4-BE49-F238E27FC236}">
                  <a16:creationId xmlns:a16="http://schemas.microsoft.com/office/drawing/2014/main" id="{3C9BFF5A-E01D-BECA-D82C-865AD84AA3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61" name="Line 28">
              <a:extLst>
                <a:ext uri="{FF2B5EF4-FFF2-40B4-BE49-F238E27FC236}">
                  <a16:creationId xmlns:a16="http://schemas.microsoft.com/office/drawing/2014/main" id="{0B9D5903-AF94-6D83-A187-B90A363795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108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62" name="Line 29">
              <a:extLst>
                <a:ext uri="{FF2B5EF4-FFF2-40B4-BE49-F238E27FC236}">
                  <a16:creationId xmlns:a16="http://schemas.microsoft.com/office/drawing/2014/main" id="{B8F3D449-EB17-5AC3-F2E1-CCD9827AA8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089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156703" name="Text Box 3">
            <a:extLst>
              <a:ext uri="{FF2B5EF4-FFF2-40B4-BE49-F238E27FC236}">
                <a16:creationId xmlns:a16="http://schemas.microsoft.com/office/drawing/2014/main" id="{09B54FEE-D9F2-374E-BC65-5E46D985C7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3930" y="1208422"/>
            <a:ext cx="1028566" cy="17543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走：开放包容普惠平衡共赢的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…</a:t>
            </a:r>
          </a:p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依托我国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00FF00"/>
                </a:highlight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超大规模市场优势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，促进国际合作，实现互利共赢</a:t>
            </a:r>
          </a:p>
        </p:txBody>
      </p:sp>
      <p:sp>
        <p:nvSpPr>
          <p:cNvPr id="44047" name="Text Box 3">
            <a:extLst>
              <a:ext uri="{FF2B5EF4-FFF2-40B4-BE49-F238E27FC236}">
                <a16:creationId xmlns:a16="http://schemas.microsoft.com/office/drawing/2014/main" id="{689A0E92-EC7D-3783-1D8F-E64BED1713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3999" y="5095354"/>
            <a:ext cx="642854" cy="276999"/>
          </a:xfrm>
          <a:prstGeom prst="rect">
            <a:avLst/>
          </a:prstGeom>
          <a:solidFill>
            <a:srgbClr val="FFC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投资</a:t>
            </a:r>
          </a:p>
        </p:txBody>
      </p:sp>
      <p:sp>
        <p:nvSpPr>
          <p:cNvPr id="44048" name="Text Box 3">
            <a:extLst>
              <a:ext uri="{FF2B5EF4-FFF2-40B4-BE49-F238E27FC236}">
                <a16:creationId xmlns:a16="http://schemas.microsoft.com/office/drawing/2014/main" id="{2E69C61C-C064-3195-5EFA-7D37C1D91E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5970" y="3209120"/>
            <a:ext cx="642854" cy="276999"/>
          </a:xfrm>
          <a:prstGeom prst="rect">
            <a:avLst/>
          </a:prstGeom>
          <a:solidFill>
            <a:srgbClr val="FFC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消费</a:t>
            </a:r>
          </a:p>
        </p:txBody>
      </p:sp>
      <p:grpSp>
        <p:nvGrpSpPr>
          <p:cNvPr id="44049" name="Group 18">
            <a:extLst>
              <a:ext uri="{FF2B5EF4-FFF2-40B4-BE49-F238E27FC236}">
                <a16:creationId xmlns:a16="http://schemas.microsoft.com/office/drawing/2014/main" id="{2D22E6D5-03C1-EFBA-6155-1E3FB3C6C4D6}"/>
              </a:ext>
            </a:extLst>
          </p:cNvPr>
          <p:cNvGrpSpPr>
            <a:grpSpLocks/>
          </p:cNvGrpSpPr>
          <p:nvPr/>
        </p:nvGrpSpPr>
        <p:grpSpPr bwMode="auto">
          <a:xfrm>
            <a:off x="7418216" y="1724248"/>
            <a:ext cx="126984" cy="3820615"/>
            <a:chOff x="0" y="0"/>
            <a:chExt cx="182" cy="1089"/>
          </a:xfrm>
        </p:grpSpPr>
        <p:sp>
          <p:nvSpPr>
            <p:cNvPr id="44157" name="Line 27">
              <a:extLst>
                <a:ext uri="{FF2B5EF4-FFF2-40B4-BE49-F238E27FC236}">
                  <a16:creationId xmlns:a16="http://schemas.microsoft.com/office/drawing/2014/main" id="{FCE99CEE-F6EA-DA7B-9E10-6B21B565F0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58" name="Line 28">
              <a:extLst>
                <a:ext uri="{FF2B5EF4-FFF2-40B4-BE49-F238E27FC236}">
                  <a16:creationId xmlns:a16="http://schemas.microsoft.com/office/drawing/2014/main" id="{7DA59F08-2C2A-3343-8A8E-F5A421EFE7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108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59" name="Line 29">
              <a:extLst>
                <a:ext uri="{FF2B5EF4-FFF2-40B4-BE49-F238E27FC236}">
                  <a16:creationId xmlns:a16="http://schemas.microsoft.com/office/drawing/2014/main" id="{F767FFF4-B5FF-0BD8-2849-D7FFB19CD2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089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44050" name="Line 25">
            <a:extLst>
              <a:ext uri="{FF2B5EF4-FFF2-40B4-BE49-F238E27FC236}">
                <a16:creationId xmlns:a16="http://schemas.microsoft.com/office/drawing/2014/main" id="{85AB62A3-CF7D-FAD9-250F-BA6765CFF355}"/>
              </a:ext>
            </a:extLst>
          </p:cNvPr>
          <p:cNvSpPr>
            <a:spLocks noChangeShapeType="1"/>
          </p:cNvSpPr>
          <p:nvPr/>
        </p:nvSpPr>
        <p:spPr bwMode="auto">
          <a:xfrm>
            <a:off x="9821379" y="3600428"/>
            <a:ext cx="23809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51" name="Text Box 3">
            <a:extLst>
              <a:ext uri="{FF2B5EF4-FFF2-40B4-BE49-F238E27FC236}">
                <a16:creationId xmlns:a16="http://schemas.microsoft.com/office/drawing/2014/main" id="{3FA69B1D-61AB-63C0-1A06-A2BD85D5F3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2810" y="4397249"/>
            <a:ext cx="299999" cy="1015663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国内大循环</a:t>
            </a:r>
          </a:p>
        </p:txBody>
      </p:sp>
      <p:grpSp>
        <p:nvGrpSpPr>
          <p:cNvPr id="44052" name="Group 57">
            <a:extLst>
              <a:ext uri="{FF2B5EF4-FFF2-40B4-BE49-F238E27FC236}">
                <a16:creationId xmlns:a16="http://schemas.microsoft.com/office/drawing/2014/main" id="{BDC2936F-6F22-9DDF-D3C8-616ABD39AC14}"/>
              </a:ext>
            </a:extLst>
          </p:cNvPr>
          <p:cNvGrpSpPr>
            <a:grpSpLocks/>
          </p:cNvGrpSpPr>
          <p:nvPr/>
        </p:nvGrpSpPr>
        <p:grpSpPr bwMode="auto">
          <a:xfrm>
            <a:off x="8581702" y="1053047"/>
            <a:ext cx="45713" cy="1133896"/>
            <a:chOff x="0" y="0"/>
            <a:chExt cx="182" cy="1089"/>
          </a:xfrm>
        </p:grpSpPr>
        <p:sp>
          <p:nvSpPr>
            <p:cNvPr id="44154" name="Line 27">
              <a:extLst>
                <a:ext uri="{FF2B5EF4-FFF2-40B4-BE49-F238E27FC236}">
                  <a16:creationId xmlns:a16="http://schemas.microsoft.com/office/drawing/2014/main" id="{ED8F80F1-A7B0-86B0-C6FC-E6A2858A1A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55" name="Line 28">
              <a:extLst>
                <a:ext uri="{FF2B5EF4-FFF2-40B4-BE49-F238E27FC236}">
                  <a16:creationId xmlns:a16="http://schemas.microsoft.com/office/drawing/2014/main" id="{988DF245-3554-3C21-A4C7-253ADBDC07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108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56" name="Line 29">
              <a:extLst>
                <a:ext uri="{FF2B5EF4-FFF2-40B4-BE49-F238E27FC236}">
                  <a16:creationId xmlns:a16="http://schemas.microsoft.com/office/drawing/2014/main" id="{9636E192-383C-2BB1-D6A6-404B8AE036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089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44053" name="Line 25">
            <a:extLst>
              <a:ext uri="{FF2B5EF4-FFF2-40B4-BE49-F238E27FC236}">
                <a16:creationId xmlns:a16="http://schemas.microsoft.com/office/drawing/2014/main" id="{CFCC7F32-ABCE-4B0D-D44E-5CC53C52AF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64242" y="1906786"/>
            <a:ext cx="120634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156712" name="Text Box 3">
            <a:extLst>
              <a:ext uri="{FF2B5EF4-FFF2-40B4-BE49-F238E27FC236}">
                <a16:creationId xmlns:a16="http://schemas.microsoft.com/office/drawing/2014/main" id="{3FEB737D-F078-A1C6-B73E-92B457E37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4560" y="1322664"/>
            <a:ext cx="576188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质量技术品牌服务</a:t>
            </a:r>
          </a:p>
        </p:txBody>
      </p:sp>
      <p:sp>
        <p:nvSpPr>
          <p:cNvPr id="156713" name="Text Box 3">
            <a:extLst>
              <a:ext uri="{FF2B5EF4-FFF2-40B4-BE49-F238E27FC236}">
                <a16:creationId xmlns:a16="http://schemas.microsoft.com/office/drawing/2014/main" id="{D7BE73EB-3941-4700-9BA6-49C69E417A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4560" y="1951230"/>
            <a:ext cx="634918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对外经济发展方式</a:t>
            </a:r>
          </a:p>
        </p:txBody>
      </p:sp>
      <p:sp>
        <p:nvSpPr>
          <p:cNvPr id="44056" name="Text Box 3">
            <a:extLst>
              <a:ext uri="{FF2B5EF4-FFF2-40B4-BE49-F238E27FC236}">
                <a16:creationId xmlns:a16="http://schemas.microsoft.com/office/drawing/2014/main" id="{E5251ECC-8CD0-3B3C-D820-BCF165261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6641" y="5067087"/>
            <a:ext cx="1753959" cy="461665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党和政府：经济职能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完善公共服务、设施</a:t>
            </a:r>
          </a:p>
        </p:txBody>
      </p:sp>
      <p:sp>
        <p:nvSpPr>
          <p:cNvPr id="44057" name="Line 25">
            <a:extLst>
              <a:ext uri="{FF2B5EF4-FFF2-40B4-BE49-F238E27FC236}">
                <a16:creationId xmlns:a16="http://schemas.microsoft.com/office/drawing/2014/main" id="{7980BCFE-2719-7A4A-3FEA-564758465C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86476" y="3981379"/>
            <a:ext cx="282539" cy="100158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58" name="Line 30">
            <a:extLst>
              <a:ext uri="{FF2B5EF4-FFF2-40B4-BE49-F238E27FC236}">
                <a16:creationId xmlns:a16="http://schemas.microsoft.com/office/drawing/2014/main" id="{58026BC8-6D9A-8D51-A0A5-2B18EB27098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084895" y="3981378"/>
            <a:ext cx="431744" cy="107459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156721" name="Text Box 3">
            <a:extLst>
              <a:ext uri="{FF2B5EF4-FFF2-40B4-BE49-F238E27FC236}">
                <a16:creationId xmlns:a16="http://schemas.microsoft.com/office/drawing/2014/main" id="{AE111061-6A48-B14C-5CA7-BEBDD4F960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7385" y="1059342"/>
            <a:ext cx="2468242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开放理念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：两种资源和两个市场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/>
            </a:endParaRPr>
          </a:p>
          <a:p>
            <a:pPr marL="0" marR="0" lvl="0" indent="0" algn="ctr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引进来和走出去</a:t>
            </a:r>
          </a:p>
        </p:txBody>
      </p:sp>
      <p:sp>
        <p:nvSpPr>
          <p:cNvPr id="44060" name="Text Box 3">
            <a:extLst>
              <a:ext uri="{FF2B5EF4-FFF2-40B4-BE49-F238E27FC236}">
                <a16:creationId xmlns:a16="http://schemas.microsoft.com/office/drawing/2014/main" id="{EFD81720-6860-0B98-9AC0-044A7FE71C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0781" y="3209120"/>
            <a:ext cx="1939673" cy="446276"/>
          </a:xfrm>
          <a:prstGeom prst="rect">
            <a:avLst/>
          </a:prstGeom>
          <a:solidFill>
            <a:srgbClr val="0099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企业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A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（商品）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所有：公有（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国有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）和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非公</a:t>
            </a:r>
          </a:p>
        </p:txBody>
      </p:sp>
      <p:sp>
        <p:nvSpPr>
          <p:cNvPr id="44061" name="Text Box 3">
            <a:extLst>
              <a:ext uri="{FF2B5EF4-FFF2-40B4-BE49-F238E27FC236}">
                <a16:creationId xmlns:a16="http://schemas.microsoft.com/office/drawing/2014/main" id="{C9EB3A64-B72A-92E2-7ED3-F341FAF6FE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2468" y="4374224"/>
            <a:ext cx="1265763" cy="461665"/>
          </a:xfrm>
          <a:prstGeom prst="rect">
            <a:avLst/>
          </a:prstGeom>
          <a:solidFill>
            <a:srgbClr val="0099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现代化经济体系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高质量发展</a:t>
            </a:r>
          </a:p>
        </p:txBody>
      </p:sp>
      <p:grpSp>
        <p:nvGrpSpPr>
          <p:cNvPr id="44062" name="组合 71">
            <a:extLst>
              <a:ext uri="{FF2B5EF4-FFF2-40B4-BE49-F238E27FC236}">
                <a16:creationId xmlns:a16="http://schemas.microsoft.com/office/drawing/2014/main" id="{BF92B7D1-387B-7BF7-A02A-EE14FF3914D3}"/>
              </a:ext>
            </a:extLst>
          </p:cNvPr>
          <p:cNvGrpSpPr>
            <a:grpSpLocks/>
          </p:cNvGrpSpPr>
          <p:nvPr/>
        </p:nvGrpSpPr>
        <p:grpSpPr bwMode="auto">
          <a:xfrm>
            <a:off x="1209540" y="3761453"/>
            <a:ext cx="3592807" cy="1856307"/>
            <a:chOff x="-1384084" y="683460"/>
            <a:chExt cx="4327147" cy="2969404"/>
          </a:xfrm>
        </p:grpSpPr>
        <p:grpSp>
          <p:nvGrpSpPr>
            <p:cNvPr id="75" name="Group 26">
              <a:extLst>
                <a:ext uri="{FF2B5EF4-FFF2-40B4-BE49-F238E27FC236}">
                  <a16:creationId xmlns:a16="http://schemas.microsoft.com/office/drawing/2014/main" id="{DE3A907F-7496-95FA-75EB-542810E581EA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063028" y="887386"/>
              <a:ext cx="412628" cy="2424316"/>
              <a:chOff x="3424" y="1562"/>
              <a:chExt cx="581" cy="1109"/>
            </a:xfrm>
            <a:solidFill>
              <a:srgbClr val="92D050"/>
            </a:solidFill>
          </p:grpSpPr>
          <p:sp>
            <p:nvSpPr>
              <p:cNvPr id="78" name="Line 27">
                <a:extLst>
                  <a:ext uri="{FF2B5EF4-FFF2-40B4-BE49-F238E27FC236}">
                    <a16:creationId xmlns:a16="http://schemas.microsoft.com/office/drawing/2014/main" id="{C008F5C0-07B5-777D-91C4-B84AA82DB6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06" y="1562"/>
                <a:ext cx="399" cy="8"/>
              </a:xfrm>
              <a:prstGeom prst="line">
                <a:avLst/>
              </a:prstGeom>
              <a:grp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  <p:sp>
            <p:nvSpPr>
              <p:cNvPr id="79" name="Line 28">
                <a:extLst>
                  <a:ext uri="{FF2B5EF4-FFF2-40B4-BE49-F238E27FC236}">
                    <a16:creationId xmlns:a16="http://schemas.microsoft.com/office/drawing/2014/main" id="{DA04FC33-5AF6-E3E6-3182-9AA49BEC6F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79" y="1582"/>
                <a:ext cx="0" cy="1089"/>
              </a:xfrm>
              <a:prstGeom prst="line">
                <a:avLst/>
              </a:prstGeom>
              <a:grp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  <p:sp>
            <p:nvSpPr>
              <p:cNvPr id="80" name="Line 29">
                <a:extLst>
                  <a:ext uri="{FF2B5EF4-FFF2-40B4-BE49-F238E27FC236}">
                    <a16:creationId xmlns:a16="http://schemas.microsoft.com/office/drawing/2014/main" id="{22A0073D-A2EA-8F59-22E9-086C9C8802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2659"/>
                <a:ext cx="182" cy="0"/>
              </a:xfrm>
              <a:prstGeom prst="line">
                <a:avLst/>
              </a:prstGeom>
              <a:grp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  <p:sp>
            <p:nvSpPr>
              <p:cNvPr id="8" name="Line 27">
                <a:extLst>
                  <a:ext uri="{FF2B5EF4-FFF2-40B4-BE49-F238E27FC236}">
                    <a16:creationId xmlns:a16="http://schemas.microsoft.com/office/drawing/2014/main" id="{7D8EE173-DD63-AC5F-E872-535A0D8A39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47" y="2651"/>
                <a:ext cx="328" cy="8"/>
              </a:xfrm>
              <a:prstGeom prst="line">
                <a:avLst/>
              </a:prstGeom>
              <a:grp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</p:grpSp>
        <p:sp>
          <p:nvSpPr>
            <p:cNvPr id="76" name="Text Box 3">
              <a:extLst>
                <a:ext uri="{FF2B5EF4-FFF2-40B4-BE49-F238E27FC236}">
                  <a16:creationId xmlns:a16="http://schemas.microsoft.com/office/drawing/2014/main" id="{EEDB8723-8D97-732A-1A95-E801E4A527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384084" y="683460"/>
              <a:ext cx="2530102" cy="118158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协调：产业结构优化；新型工业化、农业现代化、信息化和城镇化</a:t>
              </a:r>
            </a:p>
          </p:txBody>
        </p:sp>
        <p:sp>
          <p:nvSpPr>
            <p:cNvPr id="77" name="Text Box 3">
              <a:extLst>
                <a:ext uri="{FF2B5EF4-FFF2-40B4-BE49-F238E27FC236}">
                  <a16:creationId xmlns:a16="http://schemas.microsoft.com/office/drawing/2014/main" id="{550D6E36-B9D9-9BC4-EED4-E5A74BDA65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7187" y="2725475"/>
              <a:ext cx="1605876" cy="73849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协调：城乡区域协调发展战略</a:t>
              </a:r>
            </a:p>
          </p:txBody>
        </p:sp>
        <p:sp>
          <p:nvSpPr>
            <p:cNvPr id="129" name="Text Box 3">
              <a:extLst>
                <a:ext uri="{FF2B5EF4-FFF2-40B4-BE49-F238E27FC236}">
                  <a16:creationId xmlns:a16="http://schemas.microsoft.com/office/drawing/2014/main" id="{F7B977C3-1A1E-C165-6705-BD8AC7E423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263921" y="2618974"/>
              <a:ext cx="2442163" cy="103389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协调：虚拟经济和实体经济</a:t>
              </a:r>
              <a:endPara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endParaRPr>
            </a:p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大数据、人工智能、人力资源、现代金融</a:t>
              </a:r>
            </a:p>
          </p:txBody>
        </p:sp>
      </p:grpSp>
      <p:grpSp>
        <p:nvGrpSpPr>
          <p:cNvPr id="44063" name="组合 80">
            <a:extLst>
              <a:ext uri="{FF2B5EF4-FFF2-40B4-BE49-F238E27FC236}">
                <a16:creationId xmlns:a16="http://schemas.microsoft.com/office/drawing/2014/main" id="{0A51A7E1-11E5-255A-5C42-29036933AE69}"/>
              </a:ext>
            </a:extLst>
          </p:cNvPr>
          <p:cNvGrpSpPr>
            <a:grpSpLocks/>
          </p:cNvGrpSpPr>
          <p:nvPr/>
        </p:nvGrpSpPr>
        <p:grpSpPr bwMode="auto">
          <a:xfrm>
            <a:off x="5503941" y="3503605"/>
            <a:ext cx="1020630" cy="276999"/>
            <a:chOff x="4605340" y="3929070"/>
            <a:chExt cx="1360487" cy="368298"/>
          </a:xfrm>
        </p:grpSpPr>
        <p:sp>
          <p:nvSpPr>
            <p:cNvPr id="44146" name="Line 25">
              <a:extLst>
                <a:ext uri="{FF2B5EF4-FFF2-40B4-BE49-F238E27FC236}">
                  <a16:creationId xmlns:a16="http://schemas.microsoft.com/office/drawing/2014/main" id="{211D2A0E-B605-DFB9-E651-75AF94AD90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5340" y="4214813"/>
              <a:ext cx="2159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47" name="Line 25">
              <a:extLst>
                <a:ext uri="{FF2B5EF4-FFF2-40B4-BE49-F238E27FC236}">
                  <a16:creationId xmlns:a16="http://schemas.microsoft.com/office/drawing/2014/main" id="{D752BD19-2D54-3F30-60D1-212BBAEBAF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49927" y="4214813"/>
              <a:ext cx="2159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stealth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48" name="Text Box 3">
              <a:extLst>
                <a:ext uri="{FF2B5EF4-FFF2-40B4-BE49-F238E27FC236}">
                  <a16:creationId xmlns:a16="http://schemas.microsoft.com/office/drawing/2014/main" id="{ABAACB61-7501-C826-A808-1199B94842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4265" y="3929070"/>
              <a:ext cx="695328" cy="368298"/>
            </a:xfrm>
            <a:prstGeom prst="rect">
              <a:avLst/>
            </a:prstGeom>
            <a:solidFill>
              <a:srgbClr val="00CC66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Arial"/>
                </a:rPr>
                <a:t>价格</a:t>
              </a:r>
            </a:p>
          </p:txBody>
        </p:sp>
      </p:grpSp>
      <p:grpSp>
        <p:nvGrpSpPr>
          <p:cNvPr id="44064" name="组合 87">
            <a:extLst>
              <a:ext uri="{FF2B5EF4-FFF2-40B4-BE49-F238E27FC236}">
                <a16:creationId xmlns:a16="http://schemas.microsoft.com/office/drawing/2014/main" id="{74C55897-E10A-31DA-E819-0E8D384FEAC2}"/>
              </a:ext>
            </a:extLst>
          </p:cNvPr>
          <p:cNvGrpSpPr>
            <a:grpSpLocks/>
          </p:cNvGrpSpPr>
          <p:nvPr/>
        </p:nvGrpSpPr>
        <p:grpSpPr bwMode="auto">
          <a:xfrm>
            <a:off x="5503941" y="2913137"/>
            <a:ext cx="1020630" cy="461665"/>
            <a:chOff x="4605340" y="3929070"/>
            <a:chExt cx="1360487" cy="615235"/>
          </a:xfrm>
        </p:grpSpPr>
        <p:sp>
          <p:nvSpPr>
            <p:cNvPr id="44143" name="Line 25">
              <a:extLst>
                <a:ext uri="{FF2B5EF4-FFF2-40B4-BE49-F238E27FC236}">
                  <a16:creationId xmlns:a16="http://schemas.microsoft.com/office/drawing/2014/main" id="{F24FB777-29D4-E014-4160-163899D221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5340" y="4214813"/>
              <a:ext cx="2159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44" name="Line 25">
              <a:extLst>
                <a:ext uri="{FF2B5EF4-FFF2-40B4-BE49-F238E27FC236}">
                  <a16:creationId xmlns:a16="http://schemas.microsoft.com/office/drawing/2014/main" id="{1B8EB1CA-D586-5056-3055-4F6DBD5FF6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49927" y="4214813"/>
              <a:ext cx="2159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stealth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45" name="Text Box 3">
              <a:extLst>
                <a:ext uri="{FF2B5EF4-FFF2-40B4-BE49-F238E27FC236}">
                  <a16:creationId xmlns:a16="http://schemas.microsoft.com/office/drawing/2014/main" id="{BFB03B7F-4E31-666F-6F0A-3C914BB0BF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4265" y="3929070"/>
              <a:ext cx="695328" cy="615235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Arial"/>
                </a:rPr>
                <a:t>市场机制</a:t>
              </a:r>
            </a:p>
          </p:txBody>
        </p:sp>
      </p:grpSp>
      <p:sp>
        <p:nvSpPr>
          <p:cNvPr id="44065" name="Line 15">
            <a:extLst>
              <a:ext uri="{FF2B5EF4-FFF2-40B4-BE49-F238E27FC236}">
                <a16:creationId xmlns:a16="http://schemas.microsoft.com/office/drawing/2014/main" id="{AC0CE80C-B1BD-57A0-F80D-A6FD2EFE32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16635" y="3878205"/>
            <a:ext cx="0" cy="37777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66" name="Line 25">
            <a:extLst>
              <a:ext uri="{FF2B5EF4-FFF2-40B4-BE49-F238E27FC236}">
                <a16:creationId xmlns:a16="http://schemas.microsoft.com/office/drawing/2014/main" id="{F91A5A21-E30A-E422-77EA-04FB2A3EEEE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45202" y="3446461"/>
            <a:ext cx="16190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grpSp>
        <p:nvGrpSpPr>
          <p:cNvPr id="44067" name="组合 98">
            <a:extLst>
              <a:ext uri="{FF2B5EF4-FFF2-40B4-BE49-F238E27FC236}">
                <a16:creationId xmlns:a16="http://schemas.microsoft.com/office/drawing/2014/main" id="{1A9C4FF9-EFAA-9026-EBCD-F5F0589B1971}"/>
              </a:ext>
            </a:extLst>
          </p:cNvPr>
          <p:cNvGrpSpPr>
            <a:grpSpLocks/>
          </p:cNvGrpSpPr>
          <p:nvPr/>
        </p:nvGrpSpPr>
        <p:grpSpPr bwMode="auto">
          <a:xfrm>
            <a:off x="3680142" y="5520132"/>
            <a:ext cx="4844417" cy="952269"/>
            <a:chOff x="2055695" y="6001358"/>
            <a:chExt cx="6458177" cy="1272202"/>
          </a:xfrm>
        </p:grpSpPr>
        <p:sp>
          <p:nvSpPr>
            <p:cNvPr id="44135" name="Text Box 3">
              <a:extLst>
                <a:ext uri="{FF2B5EF4-FFF2-40B4-BE49-F238E27FC236}">
                  <a16:creationId xmlns:a16="http://schemas.microsoft.com/office/drawing/2014/main" id="{5B08EFF6-715B-B742-6E68-051023A5D0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5695" y="6269249"/>
              <a:ext cx="1533117" cy="411181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99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Arial"/>
                </a:rPr>
                <a:t>新发展理念</a:t>
              </a:r>
            </a:p>
          </p:txBody>
        </p:sp>
        <p:sp>
          <p:nvSpPr>
            <p:cNvPr id="44136" name="Text Box 3">
              <a:extLst>
                <a:ext uri="{FF2B5EF4-FFF2-40B4-BE49-F238E27FC236}">
                  <a16:creationId xmlns:a16="http://schemas.microsoft.com/office/drawing/2014/main" id="{F9A16B5A-FDAF-EB6F-D48A-C7801DB7EB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7295" y="6286728"/>
              <a:ext cx="2148791" cy="986832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Arial"/>
                </a:rPr>
                <a:t>宏调：</a:t>
              </a: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Arial"/>
                </a:rPr>
                <a:t>经济增长、就业、物价稳定、国际收支平衡</a:t>
              </a:r>
              <a:endPara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endParaRPr>
            </a:p>
          </p:txBody>
        </p:sp>
        <p:sp>
          <p:nvSpPr>
            <p:cNvPr id="44137" name="Text Box 3">
              <a:extLst>
                <a:ext uri="{FF2B5EF4-FFF2-40B4-BE49-F238E27FC236}">
                  <a16:creationId xmlns:a16="http://schemas.microsoft.com/office/drawing/2014/main" id="{69B60719-7547-9185-E529-355B45FEF1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96924" y="6269267"/>
              <a:ext cx="1916948" cy="411181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Arial"/>
                </a:rPr>
                <a:t>财政和货币政策</a:t>
              </a: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endParaRPr>
            </a:p>
          </p:txBody>
        </p:sp>
        <p:grpSp>
          <p:nvGrpSpPr>
            <p:cNvPr id="44138" name="Group 16">
              <a:extLst>
                <a:ext uri="{FF2B5EF4-FFF2-40B4-BE49-F238E27FC236}">
                  <a16:creationId xmlns:a16="http://schemas.microsoft.com/office/drawing/2014/main" id="{EAE3BF4F-7B6E-E395-8923-738716E942CD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 flipH="1" flipV="1">
              <a:off x="5128199" y="4313450"/>
              <a:ext cx="119856" cy="3810000"/>
              <a:chOff x="3424" y="1570"/>
              <a:chExt cx="182" cy="1089"/>
            </a:xfrm>
          </p:grpSpPr>
          <p:sp>
            <p:nvSpPr>
              <p:cNvPr id="44140" name="Line 17">
                <a:extLst>
                  <a:ext uri="{FF2B5EF4-FFF2-40B4-BE49-F238E27FC236}">
                    <a16:creationId xmlns:a16="http://schemas.microsoft.com/office/drawing/2014/main" id="{9DAB18FA-3B0E-5F5B-607F-12B9A5DC15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1570"/>
                <a:ext cx="18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  <p:sp>
            <p:nvSpPr>
              <p:cNvPr id="44141" name="Line 18">
                <a:extLst>
                  <a:ext uri="{FF2B5EF4-FFF2-40B4-BE49-F238E27FC236}">
                    <a16:creationId xmlns:a16="http://schemas.microsoft.com/office/drawing/2014/main" id="{35612AAD-2031-EDD2-15C0-2868998F6B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1570"/>
                <a:ext cx="0" cy="1089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  <p:sp>
            <p:nvSpPr>
              <p:cNvPr id="44142" name="Line 19">
                <a:extLst>
                  <a:ext uri="{FF2B5EF4-FFF2-40B4-BE49-F238E27FC236}">
                    <a16:creationId xmlns:a16="http://schemas.microsoft.com/office/drawing/2014/main" id="{11250D0D-3B1B-5F3D-117B-5791D092D5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2659"/>
                <a:ext cx="18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</p:grpSp>
        <p:sp>
          <p:nvSpPr>
            <p:cNvPr id="44139" name="Line 20">
              <a:extLst>
                <a:ext uri="{FF2B5EF4-FFF2-40B4-BE49-F238E27FC236}">
                  <a16:creationId xmlns:a16="http://schemas.microsoft.com/office/drawing/2014/main" id="{F29D8489-70D2-9139-83B6-4CC8190E347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 flipH="1" flipV="1">
              <a:off x="5013376" y="6079940"/>
              <a:ext cx="157163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44068" name="Line 25">
            <a:extLst>
              <a:ext uri="{FF2B5EF4-FFF2-40B4-BE49-F238E27FC236}">
                <a16:creationId xmlns:a16="http://schemas.microsoft.com/office/drawing/2014/main" id="{2AFBFD04-2D12-B81E-5900-576888ABE9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499173" y="2749640"/>
            <a:ext cx="333333" cy="204762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grpSp>
        <p:nvGrpSpPr>
          <p:cNvPr id="44069" name="Group 57">
            <a:extLst>
              <a:ext uri="{FF2B5EF4-FFF2-40B4-BE49-F238E27FC236}">
                <a16:creationId xmlns:a16="http://schemas.microsoft.com/office/drawing/2014/main" id="{0C447F92-24A2-4E0A-3FD4-DC065D43C0C8}"/>
              </a:ext>
            </a:extLst>
          </p:cNvPr>
          <p:cNvGrpSpPr>
            <a:grpSpLocks/>
          </p:cNvGrpSpPr>
          <p:nvPr/>
        </p:nvGrpSpPr>
        <p:grpSpPr bwMode="auto">
          <a:xfrm>
            <a:off x="8130930" y="4951740"/>
            <a:ext cx="85715" cy="571426"/>
            <a:chOff x="0" y="0"/>
            <a:chExt cx="182" cy="1089"/>
          </a:xfrm>
        </p:grpSpPr>
        <p:sp>
          <p:nvSpPr>
            <p:cNvPr id="44132" name="Line 27">
              <a:extLst>
                <a:ext uri="{FF2B5EF4-FFF2-40B4-BE49-F238E27FC236}">
                  <a16:creationId xmlns:a16="http://schemas.microsoft.com/office/drawing/2014/main" id="{1B03747B-0EB0-DA77-2D51-7C36091CBB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33" name="Line 28">
              <a:extLst>
                <a:ext uri="{FF2B5EF4-FFF2-40B4-BE49-F238E27FC236}">
                  <a16:creationId xmlns:a16="http://schemas.microsoft.com/office/drawing/2014/main" id="{45F17617-3658-9EE1-7D06-ED49B9A28B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108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34" name="Line 29">
              <a:extLst>
                <a:ext uri="{FF2B5EF4-FFF2-40B4-BE49-F238E27FC236}">
                  <a16:creationId xmlns:a16="http://schemas.microsoft.com/office/drawing/2014/main" id="{F481E58D-7E75-3449-DE7C-7D3E69918F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089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44070" name="Line 25">
            <a:extLst>
              <a:ext uri="{FF2B5EF4-FFF2-40B4-BE49-F238E27FC236}">
                <a16:creationId xmlns:a16="http://schemas.microsoft.com/office/drawing/2014/main" id="{572F639A-7DA0-4012-238C-FC710D35D2E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13470" y="5250151"/>
            <a:ext cx="120634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71" name="Text Box 3">
            <a:extLst>
              <a:ext uri="{FF2B5EF4-FFF2-40B4-BE49-F238E27FC236}">
                <a16:creationId xmlns:a16="http://schemas.microsoft.com/office/drawing/2014/main" id="{446EE73B-E118-E06D-73D9-0F0DD747B5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3788" y="4729519"/>
            <a:ext cx="853965" cy="261610"/>
          </a:xfrm>
          <a:prstGeom prst="rect">
            <a:avLst/>
          </a:prstGeom>
          <a:solidFill>
            <a:srgbClr val="0099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企业投资</a:t>
            </a: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B</a:t>
            </a:r>
            <a:endParaRPr kumimoji="0" lang="zh-CN" altLang="en-US" sz="11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</p:txBody>
      </p:sp>
      <p:sp>
        <p:nvSpPr>
          <p:cNvPr id="44072" name="Text Box 3">
            <a:extLst>
              <a:ext uri="{FF2B5EF4-FFF2-40B4-BE49-F238E27FC236}">
                <a16:creationId xmlns:a16="http://schemas.microsoft.com/office/drawing/2014/main" id="{226F4830-0C5A-04C6-3430-D4B60D14DF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3788" y="5294595"/>
            <a:ext cx="576188" cy="338554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政府财政投资</a:t>
            </a:r>
          </a:p>
        </p:txBody>
      </p:sp>
      <p:sp>
        <p:nvSpPr>
          <p:cNvPr id="44073" name="Line 25">
            <a:extLst>
              <a:ext uri="{FF2B5EF4-FFF2-40B4-BE49-F238E27FC236}">
                <a16:creationId xmlns:a16="http://schemas.microsoft.com/office/drawing/2014/main" id="{8961D3F2-6FA7-371C-A06C-DBCDD2702B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30929" y="1746470"/>
            <a:ext cx="879361" cy="793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117" name="Text Box 3">
            <a:extLst>
              <a:ext uri="{FF2B5EF4-FFF2-40B4-BE49-F238E27FC236}">
                <a16:creationId xmlns:a16="http://schemas.microsoft.com/office/drawing/2014/main" id="{06C5778A-28D0-9E76-834C-D4B49674E7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5472" y="1572212"/>
            <a:ext cx="922217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全球化</a:t>
            </a:r>
          </a:p>
        </p:txBody>
      </p:sp>
      <p:sp>
        <p:nvSpPr>
          <p:cNvPr id="44075" name="Line 25">
            <a:extLst>
              <a:ext uri="{FF2B5EF4-FFF2-40B4-BE49-F238E27FC236}">
                <a16:creationId xmlns:a16="http://schemas.microsoft.com/office/drawing/2014/main" id="{A7C9691F-414A-5DD9-FFD3-3C239C6CDC3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24570" y="1754408"/>
            <a:ext cx="909520" cy="15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76" name="Text Box 3">
            <a:extLst>
              <a:ext uri="{FF2B5EF4-FFF2-40B4-BE49-F238E27FC236}">
                <a16:creationId xmlns:a16="http://schemas.microsoft.com/office/drawing/2014/main" id="{AEC2EED5-BC91-DEF9-CD08-FA9F7758E1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67411" y="1642201"/>
            <a:ext cx="1555548" cy="307777"/>
          </a:xfrm>
          <a:prstGeom prst="rect">
            <a:avLst/>
          </a:prstGeom>
          <a:solidFill>
            <a:srgbClr val="0099FF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对外经济竞争力</a:t>
            </a:r>
          </a:p>
        </p:txBody>
      </p:sp>
      <p:sp>
        <p:nvSpPr>
          <p:cNvPr id="44077" name="Line 15">
            <a:extLst>
              <a:ext uri="{FF2B5EF4-FFF2-40B4-BE49-F238E27FC236}">
                <a16:creationId xmlns:a16="http://schemas.microsoft.com/office/drawing/2014/main" id="{B5F1E545-83CA-E777-CAB8-5BFAAAB29DD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42033" y="2079803"/>
            <a:ext cx="0" cy="37777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78" name="Text Box 3">
            <a:extLst>
              <a:ext uri="{FF2B5EF4-FFF2-40B4-BE49-F238E27FC236}">
                <a16:creationId xmlns:a16="http://schemas.microsoft.com/office/drawing/2014/main" id="{39CDE4DC-FE5C-5AC8-DEA6-9499835B0D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7437" y="1984562"/>
            <a:ext cx="1765816" cy="461665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全球治理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：参与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WTO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等规则制定和修改</a:t>
            </a:r>
          </a:p>
        </p:txBody>
      </p:sp>
      <p:sp>
        <p:nvSpPr>
          <p:cNvPr id="94" name="Text Box 6">
            <a:extLst>
              <a:ext uri="{FF2B5EF4-FFF2-40B4-BE49-F238E27FC236}">
                <a16:creationId xmlns:a16="http://schemas.microsoft.com/office/drawing/2014/main" id="{46A65252-FD8A-3027-3029-25CCD6FC4E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456" y="2463926"/>
            <a:ext cx="400110" cy="59047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eaVert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91431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黑体" pitchFamily="49" charset="-122"/>
                <a:cs typeface="Arial"/>
              </a:rPr>
              <a:t>质量</a:t>
            </a:r>
          </a:p>
        </p:txBody>
      </p:sp>
      <p:sp>
        <p:nvSpPr>
          <p:cNvPr id="96" name="Text Box 6">
            <a:extLst>
              <a:ext uri="{FF2B5EF4-FFF2-40B4-BE49-F238E27FC236}">
                <a16:creationId xmlns:a16="http://schemas.microsoft.com/office/drawing/2014/main" id="{046A7D70-7049-272C-EA36-4E8311C19E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3994" y="2463926"/>
            <a:ext cx="400110" cy="59047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eaVert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91431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黑体" pitchFamily="49" charset="-122"/>
                <a:cs typeface="Arial"/>
              </a:rPr>
              <a:t>成本</a:t>
            </a:r>
          </a:p>
        </p:txBody>
      </p:sp>
      <p:sp>
        <p:nvSpPr>
          <p:cNvPr id="97" name="Line 30">
            <a:extLst>
              <a:ext uri="{FF2B5EF4-FFF2-40B4-BE49-F238E27FC236}">
                <a16:creationId xmlns:a16="http://schemas.microsoft.com/office/drawing/2014/main" id="{3698B71A-74CC-25CA-609F-FD3E450D1CE3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5936" y="2903570"/>
            <a:ext cx="1016809" cy="3840"/>
          </a:xfrm>
          <a:prstGeom prst="line">
            <a:avLst/>
          </a:prstGeom>
          <a:noFill/>
          <a:ln w="25400">
            <a:solidFill>
              <a:srgbClr val="7A05FB"/>
            </a:solidFill>
            <a:round/>
            <a:headEnd/>
            <a:tailEnd type="triangle" w="med" len="med"/>
          </a:ln>
          <a:scene3d>
            <a:camera prst="orthographicFront"/>
            <a:lightRig rig="threePt" dir="t"/>
          </a:scene3d>
          <a:sp3d extrusionH="76200">
            <a:extrusionClr>
              <a:srgbClr val="0000FF"/>
            </a:extrusionClr>
          </a:sp3d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85" name="Line 15">
            <a:extLst>
              <a:ext uri="{FF2B5EF4-FFF2-40B4-BE49-F238E27FC236}">
                <a16:creationId xmlns:a16="http://schemas.microsoft.com/office/drawing/2014/main" id="{739ED9F3-867B-1A33-A371-06F48776184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11883" y="1714724"/>
            <a:ext cx="0" cy="37777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86" name="Text Box 3">
            <a:extLst>
              <a:ext uri="{FF2B5EF4-FFF2-40B4-BE49-F238E27FC236}">
                <a16:creationId xmlns:a16="http://schemas.microsoft.com/office/drawing/2014/main" id="{24543B23-C75C-BBD6-ADF9-8FB541E46F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0141" y="1654407"/>
            <a:ext cx="942853" cy="276999"/>
          </a:xfrm>
          <a:prstGeom prst="rect">
            <a:avLst/>
          </a:prstGeom>
          <a:solidFill>
            <a:srgbClr val="0099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生产要素</a:t>
            </a:r>
          </a:p>
        </p:txBody>
      </p:sp>
      <p:sp>
        <p:nvSpPr>
          <p:cNvPr id="44087" name="Line 15">
            <a:extLst>
              <a:ext uri="{FF2B5EF4-FFF2-40B4-BE49-F238E27FC236}">
                <a16:creationId xmlns:a16="http://schemas.microsoft.com/office/drawing/2014/main" id="{6EA65C02-62F2-3244-2CDF-8269DBDE71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97599" y="2089326"/>
            <a:ext cx="0" cy="37777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88" name="Text Box 3">
            <a:extLst>
              <a:ext uri="{FF2B5EF4-FFF2-40B4-BE49-F238E27FC236}">
                <a16:creationId xmlns:a16="http://schemas.microsoft.com/office/drawing/2014/main" id="{F37B52EC-0C08-B10B-D9EC-B0C7637774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6958" y="4576343"/>
            <a:ext cx="1464126" cy="461665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市场规则、秩序：质量、安全、产权</a:t>
            </a:r>
          </a:p>
        </p:txBody>
      </p:sp>
      <p:sp>
        <p:nvSpPr>
          <p:cNvPr id="128" name="Text Box 3">
            <a:extLst>
              <a:ext uri="{FF2B5EF4-FFF2-40B4-BE49-F238E27FC236}">
                <a16:creationId xmlns:a16="http://schemas.microsoft.com/office/drawing/2014/main" id="{33B8EBC8-4524-8BF7-5060-F4E490BDED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5529" y="3902360"/>
            <a:ext cx="3111413" cy="461665"/>
          </a:xfrm>
          <a:prstGeom prst="rect">
            <a:avLst/>
          </a:prstGeom>
          <a:solidFill>
            <a:srgbClr val="FFFF00"/>
          </a:solidFill>
          <a:ln w="9525">
            <a:solidFill>
              <a:srgbClr val="00B0F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7A05FB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供给侧和需求侧：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不平衡不充分与美好生活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/>
            </a:endParaRPr>
          </a:p>
          <a:p>
            <a:pPr marL="0" marR="0" lvl="0" indent="0" algn="ctr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00FF00"/>
                </a:highlight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质、量、速</a:t>
            </a:r>
          </a:p>
        </p:txBody>
      </p:sp>
      <p:sp>
        <p:nvSpPr>
          <p:cNvPr id="44090" name="Text Box 3">
            <a:extLst>
              <a:ext uri="{FF2B5EF4-FFF2-40B4-BE49-F238E27FC236}">
                <a16:creationId xmlns:a16="http://schemas.microsoft.com/office/drawing/2014/main" id="{A4A91A9D-63EC-FD9E-FCC4-35C67FA3A8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9957" y="2596383"/>
            <a:ext cx="321417" cy="1384995"/>
          </a:xfrm>
          <a:prstGeom prst="rect">
            <a:avLst/>
          </a:prstGeom>
          <a:solidFill>
            <a:srgbClr val="FFC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共享：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rgbClr val="0099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收入分配</a:t>
            </a:r>
          </a:p>
        </p:txBody>
      </p:sp>
      <p:sp>
        <p:nvSpPr>
          <p:cNvPr id="44092" name="Text Box 3">
            <a:extLst>
              <a:ext uri="{FF2B5EF4-FFF2-40B4-BE49-F238E27FC236}">
                <a16:creationId xmlns:a16="http://schemas.microsoft.com/office/drawing/2014/main" id="{46E3E9DC-F56A-123F-D3E8-78DFA52155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7412" y="1468694"/>
            <a:ext cx="300000" cy="646331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外循环</a:t>
            </a:r>
          </a:p>
        </p:txBody>
      </p:sp>
      <p:grpSp>
        <p:nvGrpSpPr>
          <p:cNvPr id="44093" name="Group 2">
            <a:extLst>
              <a:ext uri="{FF2B5EF4-FFF2-40B4-BE49-F238E27FC236}">
                <a16:creationId xmlns:a16="http://schemas.microsoft.com/office/drawing/2014/main" id="{F4471F23-867A-F9EB-51E9-D313BC56B283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195986" y="1455996"/>
            <a:ext cx="126984" cy="723806"/>
            <a:chOff x="0" y="0"/>
            <a:chExt cx="182" cy="1089"/>
          </a:xfrm>
        </p:grpSpPr>
        <p:sp>
          <p:nvSpPr>
            <p:cNvPr id="44129" name="Line 27">
              <a:extLst>
                <a:ext uri="{FF2B5EF4-FFF2-40B4-BE49-F238E27FC236}">
                  <a16:creationId xmlns:a16="http://schemas.microsoft.com/office/drawing/2014/main" id="{E7F0608C-7CD4-9F49-1DFF-04D715A622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30" name="Line 28">
              <a:extLst>
                <a:ext uri="{FF2B5EF4-FFF2-40B4-BE49-F238E27FC236}">
                  <a16:creationId xmlns:a16="http://schemas.microsoft.com/office/drawing/2014/main" id="{75698F27-F36E-21AB-65AC-CFB6D4BFF0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108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31" name="Line 29">
              <a:extLst>
                <a:ext uri="{FF2B5EF4-FFF2-40B4-BE49-F238E27FC236}">
                  <a16:creationId xmlns:a16="http://schemas.microsoft.com/office/drawing/2014/main" id="{60713C59-D67A-7988-6DC2-EDE600F859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089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44094" name="Line 25">
            <a:extLst>
              <a:ext uri="{FF2B5EF4-FFF2-40B4-BE49-F238E27FC236}">
                <a16:creationId xmlns:a16="http://schemas.microsoft.com/office/drawing/2014/main" id="{94308FB8-9D05-6178-4F9B-8271E90563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340430" y="1848056"/>
            <a:ext cx="119047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grpSp>
        <p:nvGrpSpPr>
          <p:cNvPr id="44095" name="Group 21">
            <a:extLst>
              <a:ext uri="{FF2B5EF4-FFF2-40B4-BE49-F238E27FC236}">
                <a16:creationId xmlns:a16="http://schemas.microsoft.com/office/drawing/2014/main" id="{829235A4-9416-A872-F732-8084FA8275C2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767410" y="2033772"/>
            <a:ext cx="88888" cy="2826969"/>
            <a:chOff x="3424" y="1570"/>
            <a:chExt cx="182" cy="1089"/>
          </a:xfrm>
        </p:grpSpPr>
        <p:sp>
          <p:nvSpPr>
            <p:cNvPr id="44126" name="Line 22">
              <a:extLst>
                <a:ext uri="{FF2B5EF4-FFF2-40B4-BE49-F238E27FC236}">
                  <a16:creationId xmlns:a16="http://schemas.microsoft.com/office/drawing/2014/main" id="{41F56770-B8EE-AC40-80C8-46D1180108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1570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27" name="Line 23">
              <a:extLst>
                <a:ext uri="{FF2B5EF4-FFF2-40B4-BE49-F238E27FC236}">
                  <a16:creationId xmlns:a16="http://schemas.microsoft.com/office/drawing/2014/main" id="{223EED97-60C3-01A6-BCCA-3011254CD8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1570"/>
              <a:ext cx="0" cy="108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28" name="Line 24">
              <a:extLst>
                <a:ext uri="{FF2B5EF4-FFF2-40B4-BE49-F238E27FC236}">
                  <a16:creationId xmlns:a16="http://schemas.microsoft.com/office/drawing/2014/main" id="{0804A346-D9C2-0B4D-450E-AC6A43F44E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2659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44096" name="Text Box 3">
            <a:extLst>
              <a:ext uri="{FF2B5EF4-FFF2-40B4-BE49-F238E27FC236}">
                <a16:creationId xmlns:a16="http://schemas.microsoft.com/office/drawing/2014/main" id="{9A75ECE1-9FDB-EBEB-5850-3CEDE8A6B4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3810" y="2516960"/>
            <a:ext cx="399998" cy="2062103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双循环新发展格局</a:t>
            </a:r>
          </a:p>
        </p:txBody>
      </p:sp>
      <p:sp>
        <p:nvSpPr>
          <p:cNvPr id="44097" name="Line 25">
            <a:extLst>
              <a:ext uri="{FF2B5EF4-FFF2-40B4-BE49-F238E27FC236}">
                <a16:creationId xmlns:a16="http://schemas.microsoft.com/office/drawing/2014/main" id="{89B9F897-0E09-463C-46B3-DA453F741E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30112" y="4660885"/>
            <a:ext cx="302291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98" name="Text Box 3">
            <a:extLst>
              <a:ext uri="{FF2B5EF4-FFF2-40B4-BE49-F238E27FC236}">
                <a16:creationId xmlns:a16="http://schemas.microsoft.com/office/drawing/2014/main" id="{49A7285A-8251-725B-45B7-60E9E8A834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3187" y="212750"/>
            <a:ext cx="4428549" cy="646331"/>
          </a:xfrm>
          <a:prstGeom prst="rect">
            <a:avLst/>
          </a:prstGeom>
          <a:solidFill>
            <a:srgbClr val="00B05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经济与社会效益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</p:txBody>
      </p:sp>
      <p:sp>
        <p:nvSpPr>
          <p:cNvPr id="44099" name="Text Box 3">
            <a:extLst>
              <a:ext uri="{FF2B5EF4-FFF2-40B4-BE49-F238E27FC236}">
                <a16:creationId xmlns:a16="http://schemas.microsoft.com/office/drawing/2014/main" id="{10F616F4-F36F-CBEF-FFDB-BF8AE5650F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8078" y="1970280"/>
            <a:ext cx="1057137" cy="276999"/>
          </a:xfrm>
          <a:prstGeom prst="rect">
            <a:avLst/>
          </a:prstGeom>
          <a:solidFill>
            <a:srgbClr val="92D05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劳动生产率</a:t>
            </a:r>
          </a:p>
        </p:txBody>
      </p:sp>
      <p:sp>
        <p:nvSpPr>
          <p:cNvPr id="44100" name="Text Box 3">
            <a:extLst>
              <a:ext uri="{FF2B5EF4-FFF2-40B4-BE49-F238E27FC236}">
                <a16:creationId xmlns:a16="http://schemas.microsoft.com/office/drawing/2014/main" id="{8379C100-3BC6-F8D7-FAEA-FA7AD0B771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8230" y="1630597"/>
            <a:ext cx="214284" cy="830997"/>
          </a:xfrm>
          <a:prstGeom prst="rect">
            <a:avLst/>
          </a:prstGeom>
          <a:solidFill>
            <a:srgbClr val="92D05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自主创新</a:t>
            </a:r>
          </a:p>
        </p:txBody>
      </p:sp>
      <p:sp>
        <p:nvSpPr>
          <p:cNvPr id="145" name="Text Box 3">
            <a:extLst>
              <a:ext uri="{FF2B5EF4-FFF2-40B4-BE49-F238E27FC236}">
                <a16:creationId xmlns:a16="http://schemas.microsoft.com/office/drawing/2014/main" id="{C9504450-0B1B-828D-0F15-509C3651E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467" y="3494785"/>
            <a:ext cx="758714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以人民为中心</a:t>
            </a:r>
          </a:p>
        </p:txBody>
      </p:sp>
      <p:sp>
        <p:nvSpPr>
          <p:cNvPr id="146" name="Text Box 3">
            <a:extLst>
              <a:ext uri="{FF2B5EF4-FFF2-40B4-BE49-F238E27FC236}">
                <a16:creationId xmlns:a16="http://schemas.microsoft.com/office/drawing/2014/main" id="{D272C7FC-49FC-6ACF-A989-CB68E18079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6808" y="2932179"/>
            <a:ext cx="898409" cy="27699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竞争优势</a:t>
            </a: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10DED289-14F9-2E11-7F16-4F82D324B93F}"/>
                  </a:ext>
                </a:extLst>
              </p14:cNvPr>
              <p14:cNvContentPartPr/>
              <p14:nvPr/>
            </p14:nvContentPartPr>
            <p14:xfrm>
              <a:off x="5486050" y="5748484"/>
              <a:ext cx="11160" cy="36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F02DC12F-53AB-7FA9-056A-44C2A1C8BC0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68050" y="5640484"/>
                <a:ext cx="468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2C9D4129-EF4C-5F25-761E-A61E1E0A57C4}"/>
                  </a:ext>
                </a:extLst>
              </p14:cNvPr>
              <p14:cNvContentPartPr/>
              <p14:nvPr/>
            </p14:nvContentPartPr>
            <p14:xfrm>
              <a:off x="5790930" y="4245320"/>
              <a:ext cx="360" cy="360"/>
            </p14:xfrm>
          </p:contentPart>
        </mc:Choice>
        <mc:Fallback xmlns=""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31787B36-F3C5-85B5-6813-554AA7250BE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72930" y="4137320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E0356B52-2B2A-CC92-AFCE-DCEDCC04AF55}"/>
                  </a:ext>
                </a:extLst>
              </p14:cNvPr>
              <p14:cNvContentPartPr/>
              <p14:nvPr/>
            </p14:nvContentPartPr>
            <p14:xfrm>
              <a:off x="5444296" y="3142064"/>
              <a:ext cx="360" cy="360"/>
            </p14:xfrm>
          </p:contentPart>
        </mc:Choice>
        <mc:Fallback xmlns=""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B6E8A0FA-C0E4-05B0-96CF-DF925882955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26296" y="3034064"/>
                <a:ext cx="36000" cy="21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4106" name="组合 22">
            <a:extLst>
              <a:ext uri="{FF2B5EF4-FFF2-40B4-BE49-F238E27FC236}">
                <a16:creationId xmlns:a16="http://schemas.microsoft.com/office/drawing/2014/main" id="{58BC0888-82CA-E305-CE48-02EDB63A62E5}"/>
              </a:ext>
            </a:extLst>
          </p:cNvPr>
          <p:cNvGrpSpPr>
            <a:grpSpLocks/>
          </p:cNvGrpSpPr>
          <p:nvPr/>
        </p:nvGrpSpPr>
        <p:grpSpPr bwMode="auto">
          <a:xfrm>
            <a:off x="5759494" y="5727402"/>
            <a:ext cx="95238" cy="125397"/>
            <a:chOff x="5759570" y="5727906"/>
            <a:chExt cx="95040" cy="12600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4E68A18C-E453-8E08-368D-303CA3AA2CF4}"/>
                    </a:ext>
                  </a:extLst>
                </p14:cNvPr>
                <p14:cNvContentPartPr/>
                <p14:nvPr/>
              </p14:nvContentPartPr>
              <p14:xfrm>
                <a:off x="5843450" y="5727906"/>
                <a:ext cx="360" cy="360"/>
              </p14:xfrm>
            </p:contentPart>
          </mc:Choice>
          <mc:Fallback xmlns=""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C7441B6F-4703-51AA-EE05-FB90EBECA8F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825450" y="561990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1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6798633C-E713-8BBE-225C-ABE41B388541}"/>
                    </a:ext>
                  </a:extLst>
                </p14:cNvPr>
                <p14:cNvContentPartPr/>
                <p14:nvPr/>
              </p14:nvContentPartPr>
              <p14:xfrm>
                <a:off x="5832650" y="5801346"/>
                <a:ext cx="360" cy="360"/>
              </p14:xfrm>
            </p:contentPart>
          </mc:Choice>
          <mc:Fallback xmlns=""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9F09363C-CC35-22C5-4450-29F540FD6B7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814650" y="569334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71C9A5EA-29DF-0076-8B6C-4D814F6785C1}"/>
                    </a:ext>
                  </a:extLst>
                </p14:cNvPr>
                <p14:cNvContentPartPr/>
                <p14:nvPr/>
              </p14:nvContentPartPr>
              <p14:xfrm>
                <a:off x="5822570" y="5769666"/>
                <a:ext cx="360" cy="360"/>
              </p14:xfrm>
            </p:contentPart>
          </mc:Choice>
          <mc:Fallback xmlns=""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4189326D-A262-C44C-A509-AB8D4DAF527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804570" y="566166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5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678E6C58-A534-A8A7-52E6-EA10AF11A02C}"/>
                    </a:ext>
                  </a:extLst>
                </p14:cNvPr>
                <p14:cNvContentPartPr/>
                <p14:nvPr/>
              </p14:nvContentPartPr>
              <p14:xfrm>
                <a:off x="5811770" y="5853546"/>
                <a:ext cx="360" cy="360"/>
              </p14:xfrm>
            </p:contentPart>
          </mc:Choice>
          <mc:Fallback xmlns=""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88695C3A-F7DE-C026-09E1-0DC9497A291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793770" y="574554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7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7A305E3F-7E3E-32B0-29B9-274784CD3708}"/>
                    </a:ext>
                  </a:extLst>
                </p14:cNvPr>
                <p14:cNvContentPartPr/>
                <p14:nvPr/>
              </p14:nvContentPartPr>
              <p14:xfrm>
                <a:off x="5811770" y="5853546"/>
                <a:ext cx="360" cy="360"/>
              </p14:xfrm>
            </p:contentPart>
          </mc:Choice>
          <mc:Fallback xmlns=""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D9DC81A2-7B99-9BAB-DF19-D04BA2F14AB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793770" y="574554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5B0B33A6-2381-6ABE-52FB-6459E0273949}"/>
                    </a:ext>
                  </a:extLst>
                </p14:cNvPr>
                <p14:cNvContentPartPr/>
                <p14:nvPr/>
              </p14:nvContentPartPr>
              <p14:xfrm>
                <a:off x="5759570" y="5822226"/>
                <a:ext cx="360" cy="360"/>
              </p14:xfrm>
            </p:contentPart>
          </mc:Choice>
          <mc:Fallback xmlns=""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AAC67A23-669E-1C90-17CB-D6E950649D0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741570" y="571422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0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858E3C50-3FD2-060F-AEAD-A9F698AE382F}"/>
                    </a:ext>
                  </a:extLst>
                </p14:cNvPr>
                <p14:cNvContentPartPr/>
                <p14:nvPr/>
              </p14:nvContentPartPr>
              <p14:xfrm>
                <a:off x="5759570" y="5822226"/>
                <a:ext cx="360" cy="360"/>
              </p14:xfrm>
            </p:contentPart>
          </mc:Choice>
          <mc:Fallback xmlns=""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57D4E5C8-5F68-95B6-1576-4BD30AE3D2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741570" y="571422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1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4EF14FE5-4A98-2DF2-07A9-227AF099A8AD}"/>
                    </a:ext>
                  </a:extLst>
                </p14:cNvPr>
                <p14:cNvContentPartPr/>
                <p14:nvPr/>
              </p14:nvContentPartPr>
              <p14:xfrm>
                <a:off x="5854250" y="5780466"/>
                <a:ext cx="360" cy="360"/>
              </p14:xfrm>
            </p:contentPart>
          </mc:Choice>
          <mc:Fallback xmlns=""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22B98472-CE16-47AD-9EA6-C733259D174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836250" y="567246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107" name="组合 21">
            <a:extLst>
              <a:ext uri="{FF2B5EF4-FFF2-40B4-BE49-F238E27FC236}">
                <a16:creationId xmlns:a16="http://schemas.microsoft.com/office/drawing/2014/main" id="{65C1069F-E166-66B9-BC03-D18A170B5F73}"/>
              </a:ext>
            </a:extLst>
          </p:cNvPr>
          <p:cNvGrpSpPr>
            <a:grpSpLocks/>
          </p:cNvGrpSpPr>
          <p:nvPr/>
        </p:nvGrpSpPr>
        <p:grpSpPr bwMode="auto">
          <a:xfrm>
            <a:off x="6159494" y="5779782"/>
            <a:ext cx="9525" cy="0"/>
            <a:chOff x="6158810" y="5780466"/>
            <a:chExt cx="10800" cy="3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3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ACDE2BD3-A052-8C83-EFA9-70847857D992}"/>
                    </a:ext>
                  </a:extLst>
                </p14:cNvPr>
                <p14:cNvContentPartPr/>
                <p14:nvPr/>
              </p14:nvContentPartPr>
              <p14:xfrm>
                <a:off x="6158810" y="5780466"/>
                <a:ext cx="360" cy="360"/>
              </p14:xfrm>
            </p:contentPart>
          </mc:Choice>
          <mc:Fallback xmlns=""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2265B97B-0847-4141-AE69-F30476177D4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140810" y="567246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5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9E2BFE9F-FEC9-3421-DDE9-7CACAEA62493}"/>
                    </a:ext>
                  </a:extLst>
                </p14:cNvPr>
                <p14:cNvContentPartPr/>
                <p14:nvPr/>
              </p14:nvContentPartPr>
              <p14:xfrm>
                <a:off x="6169250" y="5780466"/>
                <a:ext cx="360" cy="360"/>
              </p14:xfrm>
            </p:contentPart>
          </mc:Choice>
          <mc:Fallback xmlns=""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A017F50B-4A48-89AB-49FD-1EC9E4D5AB6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151250" y="567246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7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EEBFD504-6C40-2DB8-B9A2-158266F1F93E}"/>
                    </a:ext>
                  </a:extLst>
                </p14:cNvPr>
                <p14:cNvContentPartPr/>
                <p14:nvPr/>
              </p14:nvContentPartPr>
              <p14:xfrm>
                <a:off x="6169250" y="5780466"/>
                <a:ext cx="360" cy="360"/>
              </p14:xfrm>
            </p:contentPart>
          </mc:Choice>
          <mc:Fallback xmlns=""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9BD2DBDC-46BC-4AB8-C7FE-31B9CD8DF02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151250" y="567246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8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629E6FF6-90DA-5E48-3BF0-79696301B37D}"/>
                  </a:ext>
                </a:extLst>
              </p14:cNvPr>
              <p14:cNvContentPartPr/>
              <p14:nvPr/>
            </p14:nvContentPartPr>
            <p14:xfrm>
              <a:off x="7755914" y="5790239"/>
              <a:ext cx="360" cy="360"/>
            </p14:xfrm>
          </p:contentPart>
        </mc:Choice>
        <mc:Fallback xmlns=""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5A614E52-DF78-447C-591F-9F12F9BD463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737914" y="5682239"/>
                <a:ext cx="36000" cy="21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4109" name="组合 27">
            <a:extLst>
              <a:ext uri="{FF2B5EF4-FFF2-40B4-BE49-F238E27FC236}">
                <a16:creationId xmlns:a16="http://schemas.microsoft.com/office/drawing/2014/main" id="{0E4BF631-4AC0-1447-8EED-9675CA0EF749}"/>
              </a:ext>
            </a:extLst>
          </p:cNvPr>
          <p:cNvGrpSpPr>
            <a:grpSpLocks/>
          </p:cNvGrpSpPr>
          <p:nvPr/>
        </p:nvGrpSpPr>
        <p:grpSpPr bwMode="auto">
          <a:xfrm>
            <a:off x="6053144" y="2165516"/>
            <a:ext cx="1587" cy="0"/>
            <a:chOff x="6053690" y="2164626"/>
            <a:chExt cx="360" cy="3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0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2E8F5177-0BD2-290A-0ADD-B9E43205F827}"/>
                    </a:ext>
                  </a:extLst>
                </p14:cNvPr>
                <p14:cNvContentPartPr/>
                <p14:nvPr/>
              </p14:nvContentPartPr>
              <p14:xfrm>
                <a:off x="6053690" y="2164626"/>
                <a:ext cx="360" cy="360"/>
              </p14:xfrm>
            </p:contentPart>
          </mc:Choice>
          <mc:Fallback xmlns=""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8B4DA44D-D7FB-1612-4EAD-961C17D0CA9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035690" y="205662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2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6D2F489C-7DCF-3BC3-2AD1-F54BE6AD0321}"/>
                    </a:ext>
                  </a:extLst>
                </p14:cNvPr>
                <p14:cNvContentPartPr/>
                <p14:nvPr/>
              </p14:nvContentPartPr>
              <p14:xfrm>
                <a:off x="6053690" y="2164626"/>
                <a:ext cx="360" cy="360"/>
              </p14:xfrm>
            </p:contentPart>
          </mc:Choice>
          <mc:Fallback xmlns=""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2863BA9D-0429-248B-AFA5-6EF821EFFC2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035690" y="205662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3">
            <p14:nvContentPartPr>
              <p14:cNvPr id="26" name="墨迹 25">
                <a:extLst>
                  <a:ext uri="{FF2B5EF4-FFF2-40B4-BE49-F238E27FC236}">
                    <a16:creationId xmlns:a16="http://schemas.microsoft.com/office/drawing/2014/main" id="{817C7D6C-0F9C-3296-BD2F-9677C2A62A38}"/>
                  </a:ext>
                </a:extLst>
              </p14:cNvPr>
              <p14:cNvContentPartPr/>
              <p14:nvPr/>
            </p14:nvContentPartPr>
            <p14:xfrm>
              <a:off x="4120028" y="840524"/>
              <a:ext cx="360" cy="360"/>
            </p14:xfrm>
          </p:contentPart>
        </mc:Choice>
        <mc:Fallback xmlns="">
          <p:pic>
            <p:nvPicPr>
              <p:cNvPr id="26" name="墨迹 25">
                <a:extLst>
                  <a:ext uri="{FF2B5EF4-FFF2-40B4-BE49-F238E27FC236}">
                    <a16:creationId xmlns:a16="http://schemas.microsoft.com/office/drawing/2014/main" id="{8FD3B9EB-325E-0105-C7B7-B3F88BC385A1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102028" y="732524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5">
            <p14:nvContentPartPr>
              <p14:cNvPr id="27" name="墨迹 26">
                <a:extLst>
                  <a:ext uri="{FF2B5EF4-FFF2-40B4-BE49-F238E27FC236}">
                    <a16:creationId xmlns:a16="http://schemas.microsoft.com/office/drawing/2014/main" id="{0D20FEB2-C3EA-2618-10FC-F6939D58C6F4}"/>
                  </a:ext>
                </a:extLst>
              </p14:cNvPr>
              <p14:cNvContentPartPr/>
              <p14:nvPr/>
            </p14:nvContentPartPr>
            <p14:xfrm>
              <a:off x="5118538" y="651548"/>
              <a:ext cx="360" cy="360"/>
            </p14:xfrm>
          </p:contentPart>
        </mc:Choice>
        <mc:Fallback xmlns="">
          <p:pic>
            <p:nvPicPr>
              <p:cNvPr id="27" name="墨迹 26">
                <a:extLst>
                  <a:ext uri="{FF2B5EF4-FFF2-40B4-BE49-F238E27FC236}">
                    <a16:creationId xmlns:a16="http://schemas.microsoft.com/office/drawing/2014/main" id="{F91F6475-CACD-9BED-DEB2-10EC3D826832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100538" y="543548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7">
            <p14:nvContentPartPr>
              <p14:cNvPr id="29" name="墨迹 28">
                <a:extLst>
                  <a:ext uri="{FF2B5EF4-FFF2-40B4-BE49-F238E27FC236}">
                    <a16:creationId xmlns:a16="http://schemas.microsoft.com/office/drawing/2014/main" id="{EC592041-E75F-0F47-7F82-64A175C93E06}"/>
                  </a:ext>
                </a:extLst>
              </p14:cNvPr>
              <p14:cNvContentPartPr/>
              <p14:nvPr/>
            </p14:nvContentPartPr>
            <p14:xfrm>
              <a:off x="10751084" y="6536782"/>
              <a:ext cx="360" cy="360"/>
            </p14:xfrm>
          </p:contentPart>
        </mc:Choice>
        <mc:Fallback xmlns="">
          <p:pic>
            <p:nvPicPr>
              <p:cNvPr id="29" name="墨迹 28">
                <a:extLst>
                  <a:ext uri="{FF2B5EF4-FFF2-40B4-BE49-F238E27FC236}">
                    <a16:creationId xmlns:a16="http://schemas.microsoft.com/office/drawing/2014/main" id="{2015ECFB-B060-036E-27DD-A7A01B5A8710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0733084" y="6428782"/>
                <a:ext cx="3600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143" name="Text Box 3">
            <a:extLst>
              <a:ext uri="{FF2B5EF4-FFF2-40B4-BE49-F238E27FC236}">
                <a16:creationId xmlns:a16="http://schemas.microsoft.com/office/drawing/2014/main" id="{FD13C078-DB56-CD71-8E26-B2E6CE4000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7065" y="945965"/>
            <a:ext cx="1150346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投资和贸易的自由化和便利化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02A0ABE-81F8-FCCF-C6F9-DD9B467E7520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188681" y="6117335"/>
            <a:ext cx="3856611" cy="456997"/>
          </a:xfrm>
          <a:prstGeom prst="rect">
            <a:avLst/>
          </a:prstGeom>
        </p:spPr>
      </p:pic>
      <p:sp>
        <p:nvSpPr>
          <p:cNvPr id="44084" name="Line 25">
            <a:extLst>
              <a:ext uri="{FF2B5EF4-FFF2-40B4-BE49-F238E27FC236}">
                <a16:creationId xmlns:a16="http://schemas.microsoft.com/office/drawing/2014/main" id="{5EB6E8BA-F535-ECBC-84F0-11EFC6C93E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4590" y="3991355"/>
            <a:ext cx="517457" cy="1098486"/>
          </a:xfrm>
          <a:prstGeom prst="line">
            <a:avLst/>
          </a:prstGeom>
          <a:noFill/>
          <a:ln w="25400">
            <a:solidFill>
              <a:srgbClr val="7A05FB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28398482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939A2F4-B2BE-E215-86D1-366684FB7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" y="364849"/>
            <a:ext cx="11677650" cy="581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055413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文本框 51"/>
          <p:cNvSpPr txBox="1"/>
          <p:nvPr/>
        </p:nvSpPr>
        <p:spPr>
          <a:xfrm>
            <a:off x="4827905" y="2565400"/>
            <a:ext cx="1556385" cy="107632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经济</a:t>
            </a:r>
          </a:p>
          <a:p>
            <a:r>
              <a:rPr lang="zh-CN" altLang="en-US" sz="320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全球化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4152900" y="3071495"/>
            <a:ext cx="737235" cy="107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4328795" y="2528570"/>
            <a:ext cx="69659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i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highlight>
                  <a:srgbClr val="FF00FF"/>
                </a:highlight>
              </a:rPr>
              <a:t>为什么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5502275" y="1458595"/>
            <a:ext cx="2540" cy="10947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4961572" y="1326811"/>
            <a:ext cx="69659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i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是什么</a:t>
            </a:r>
          </a:p>
        </p:txBody>
      </p:sp>
      <p:cxnSp>
        <p:nvCxnSpPr>
          <p:cNvPr id="32" name="直接连接符 31"/>
          <p:cNvCxnSpPr/>
          <p:nvPr/>
        </p:nvCxnSpPr>
        <p:spPr>
          <a:xfrm>
            <a:off x="5499735" y="3718560"/>
            <a:ext cx="24765" cy="807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4901565" y="3897881"/>
            <a:ext cx="13439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i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highlight>
                  <a:srgbClr val="FF00FF"/>
                </a:highlight>
              </a:rPr>
              <a:t>怎么看</a:t>
            </a:r>
          </a:p>
        </p:txBody>
      </p:sp>
      <p:cxnSp>
        <p:nvCxnSpPr>
          <p:cNvPr id="43" name="直接连接符 42"/>
          <p:cNvCxnSpPr/>
          <p:nvPr/>
        </p:nvCxnSpPr>
        <p:spPr>
          <a:xfrm>
            <a:off x="6384290" y="3018155"/>
            <a:ext cx="737235" cy="107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6560185" y="2537744"/>
            <a:ext cx="69659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i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highlight>
                  <a:srgbClr val="00FFFF"/>
                </a:highlight>
              </a:rPr>
              <a:t>怎么办</a:t>
            </a:r>
          </a:p>
        </p:txBody>
      </p:sp>
      <p:sp>
        <p:nvSpPr>
          <p:cNvPr id="2" name="右大括号 1"/>
          <p:cNvSpPr/>
          <p:nvPr/>
        </p:nvSpPr>
        <p:spPr>
          <a:xfrm rot="5400000">
            <a:off x="5332730" y="-113226"/>
            <a:ext cx="358140" cy="2565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390900" y="670560"/>
            <a:ext cx="147447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i="1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主要表现</a:t>
            </a:r>
          </a:p>
        </p:txBody>
      </p:sp>
      <p:sp>
        <p:nvSpPr>
          <p:cNvPr id="8" name="右大括号 7"/>
          <p:cNvSpPr/>
          <p:nvPr/>
        </p:nvSpPr>
        <p:spPr>
          <a:xfrm>
            <a:off x="3359150" y="200025"/>
            <a:ext cx="76200" cy="1409065"/>
          </a:xfrm>
          <a:prstGeom prst="rightBrace">
            <a:avLst>
              <a:gd name="adj1" fmla="val 8333"/>
              <a:gd name="adj2" fmla="val 5107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574165" y="144145"/>
            <a:ext cx="17557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生产全球化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574165" y="674370"/>
            <a:ext cx="17557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贸易全球化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603375" y="1210945"/>
            <a:ext cx="17557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金融全球化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2404745" y="2203450"/>
            <a:ext cx="17399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客观必然性</a:t>
            </a:r>
          </a:p>
        </p:txBody>
      </p:sp>
      <p:sp>
        <p:nvSpPr>
          <p:cNvPr id="17" name="右大括号 16"/>
          <p:cNvSpPr/>
          <p:nvPr/>
        </p:nvSpPr>
        <p:spPr>
          <a:xfrm>
            <a:off x="4144645" y="2362200"/>
            <a:ext cx="76200" cy="1409065"/>
          </a:xfrm>
          <a:prstGeom prst="rightBrace">
            <a:avLst>
              <a:gd name="adj1" fmla="val 8333"/>
              <a:gd name="adj2" fmla="val 5107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2568575" y="2793365"/>
            <a:ext cx="19030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根本动因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611755" y="3394710"/>
            <a:ext cx="18599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体制基础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829299" y="649437"/>
            <a:ext cx="184721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i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重要载体</a:t>
            </a:r>
            <a:r>
              <a:rPr lang="en-US" altLang="zh-CN" sz="2200" i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—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7584440" y="640080"/>
            <a:ext cx="17557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跨国公司</a:t>
            </a:r>
          </a:p>
        </p:txBody>
      </p:sp>
      <p:sp>
        <p:nvSpPr>
          <p:cNvPr id="20" name="右大括号 19"/>
          <p:cNvSpPr/>
          <p:nvPr/>
        </p:nvSpPr>
        <p:spPr>
          <a:xfrm flipH="1">
            <a:off x="8730615" y="333375"/>
            <a:ext cx="208915" cy="101219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21" name="文本框 20"/>
          <p:cNvSpPr txBox="1"/>
          <p:nvPr/>
        </p:nvSpPr>
        <p:spPr>
          <a:xfrm>
            <a:off x="9065895" y="117475"/>
            <a:ext cx="17557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目的：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9990455" y="117475"/>
            <a:ext cx="24517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实现最大利益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9065260" y="1038860"/>
            <a:ext cx="13614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影响：</a:t>
            </a:r>
          </a:p>
        </p:txBody>
      </p:sp>
      <p:cxnSp>
        <p:nvCxnSpPr>
          <p:cNvPr id="25" name="直接连接符 24"/>
          <p:cNvCxnSpPr/>
          <p:nvPr/>
        </p:nvCxnSpPr>
        <p:spPr>
          <a:xfrm flipH="1">
            <a:off x="9796145" y="839470"/>
            <a:ext cx="482600" cy="3416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H="1" flipV="1">
            <a:off x="9773920" y="1181100"/>
            <a:ext cx="504825" cy="2774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63835" y="640080"/>
            <a:ext cx="1828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积极</a:t>
            </a:r>
            <a:r>
              <a:rPr lang="zh-CN" altLang="en-US" sz="2000" dirty="0"/>
              <a:t>：</a:t>
            </a:r>
            <a:r>
              <a:rPr lang="zh-CN" altLang="en-US" sz="1600" dirty="0"/>
              <a:t>资源优化配置；科技进步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10363835" y="1276985"/>
            <a:ext cx="1755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消极：</a:t>
            </a:r>
            <a:r>
              <a:rPr lang="zh-CN" altLang="en-US" sz="1600" dirty="0"/>
              <a:t>垄断；污染；资源掠夺</a:t>
            </a:r>
          </a:p>
        </p:txBody>
      </p:sp>
      <p:sp>
        <p:nvSpPr>
          <p:cNvPr id="34" name="右大括号 33"/>
          <p:cNvSpPr/>
          <p:nvPr/>
        </p:nvSpPr>
        <p:spPr>
          <a:xfrm rot="5400000" flipH="1">
            <a:off x="5343525" y="3288030"/>
            <a:ext cx="320675" cy="2565400"/>
          </a:xfrm>
          <a:prstGeom prst="rightBrace">
            <a:avLst>
              <a:gd name="adj1" fmla="val 8333"/>
              <a:gd name="adj2" fmla="val 4960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3688715" y="4871085"/>
            <a:ext cx="147447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i="1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机遇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6196330" y="4871085"/>
            <a:ext cx="184721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i="1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挑战</a:t>
            </a:r>
          </a:p>
        </p:txBody>
      </p:sp>
      <p:sp>
        <p:nvSpPr>
          <p:cNvPr id="42" name="右大括号 41"/>
          <p:cNvSpPr/>
          <p:nvPr/>
        </p:nvSpPr>
        <p:spPr>
          <a:xfrm>
            <a:off x="3522345" y="4317365"/>
            <a:ext cx="252730" cy="185039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296545" y="3771265"/>
            <a:ext cx="3392170" cy="1529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1171575">
              <a:lnSpc>
                <a:spcPct val="130000"/>
              </a:lnSpc>
            </a:pPr>
            <a:r>
              <a:rPr lang="en-US" altLang="zh-CN">
                <a:sym typeface="+mn-ea"/>
              </a:rPr>
              <a:t>1.</a:t>
            </a:r>
            <a:r>
              <a:rPr lang="zh-CN" altLang="en-US">
                <a:sym typeface="+mn-ea"/>
              </a:rPr>
              <a:t>积极影响</a:t>
            </a:r>
          </a:p>
          <a:p>
            <a:pPr defTabSz="1171575">
              <a:lnSpc>
                <a:spcPct val="130000"/>
              </a:lnSpc>
            </a:pPr>
            <a:r>
              <a:rPr lang="zh-CN" altLang="en-US">
                <a:sym typeface="+mn-ea"/>
              </a:rPr>
              <a:t>①符合经济规律、各方利益</a:t>
            </a:r>
          </a:p>
          <a:p>
            <a:pPr defTabSz="1171575">
              <a:lnSpc>
                <a:spcPct val="130000"/>
              </a:lnSpc>
            </a:pPr>
            <a:r>
              <a:rPr lang="zh-CN" altLang="en-US">
                <a:sym typeface="+mn-ea"/>
              </a:rPr>
              <a:t>②推动社会生产力的发展</a:t>
            </a:r>
          </a:p>
          <a:p>
            <a:pPr defTabSz="1171575">
              <a:lnSpc>
                <a:spcPct val="130000"/>
              </a:lnSpc>
            </a:pPr>
            <a:r>
              <a:rPr lang="zh-CN" altLang="en-US">
                <a:sym typeface="+mn-ea"/>
              </a:rPr>
              <a:t>③为世界经济发展提供强劲动力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296545" y="5363210"/>
            <a:ext cx="3392170" cy="11703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defTabSz="1171575">
              <a:lnSpc>
                <a:spcPct val="130000"/>
              </a:lnSpc>
              <a:buClrTx/>
              <a:buSzTx/>
              <a:buNone/>
            </a:pPr>
            <a:r>
              <a:rPr lang="zh-CN" altLang="en-US">
                <a:sym typeface="+mn-ea"/>
              </a:rPr>
              <a:t>2.给发展中国家带来机遇：  </a:t>
            </a:r>
          </a:p>
          <a:p>
            <a:pPr algn="l" defTabSz="1171575">
              <a:lnSpc>
                <a:spcPct val="130000"/>
              </a:lnSpc>
              <a:buClrTx/>
              <a:buSzTx/>
              <a:buNone/>
            </a:pPr>
            <a:r>
              <a:rPr lang="zh-CN" altLang="en-US">
                <a:sym typeface="+mn-ea"/>
              </a:rPr>
              <a:t>国际、国内两种资源、两个市场，推动自身经济发展</a:t>
            </a:r>
          </a:p>
        </p:txBody>
      </p:sp>
      <p:sp>
        <p:nvSpPr>
          <p:cNvPr id="45" name="右大括号 44"/>
          <p:cNvSpPr/>
          <p:nvPr/>
        </p:nvSpPr>
        <p:spPr>
          <a:xfrm flipH="1">
            <a:off x="7004050" y="4526280"/>
            <a:ext cx="154940" cy="83693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7256780" y="4525645"/>
            <a:ext cx="201676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>
                <a:sym typeface="+mn-ea"/>
              </a:rPr>
              <a:t>世界经济不平衡</a:t>
            </a:r>
            <a:endParaRPr lang="zh-CN" altLang="en-US" sz="2000"/>
          </a:p>
        </p:txBody>
      </p:sp>
      <p:sp>
        <p:nvSpPr>
          <p:cNvPr id="40" name="文本框 39"/>
          <p:cNvSpPr txBox="1"/>
          <p:nvPr/>
        </p:nvSpPr>
        <p:spPr>
          <a:xfrm>
            <a:off x="7158990" y="5078095"/>
            <a:ext cx="348488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世界经济不确定性和风险加剧</a:t>
            </a:r>
            <a:endParaRPr lang="zh-CN" altLang="en-US" sz="2000"/>
          </a:p>
        </p:txBody>
      </p:sp>
      <p:sp>
        <p:nvSpPr>
          <p:cNvPr id="10" name="右大括号 9"/>
          <p:cNvSpPr/>
          <p:nvPr/>
        </p:nvSpPr>
        <p:spPr>
          <a:xfrm rot="5400000">
            <a:off x="5403215" y="4093845"/>
            <a:ext cx="200660" cy="2565400"/>
          </a:xfrm>
          <a:prstGeom prst="rightBrace">
            <a:avLst>
              <a:gd name="adj1" fmla="val 8333"/>
              <a:gd name="adj2" fmla="val 4960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4702810" y="5699125"/>
            <a:ext cx="168148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i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highlight>
                  <a:srgbClr val="00FFFF"/>
                </a:highlight>
              </a:rPr>
              <a:t>应对    措施</a:t>
            </a:r>
          </a:p>
        </p:txBody>
      </p:sp>
      <p:cxnSp>
        <p:nvCxnSpPr>
          <p:cNvPr id="24" name="直接连接符 23"/>
          <p:cNvCxnSpPr/>
          <p:nvPr/>
        </p:nvCxnSpPr>
        <p:spPr>
          <a:xfrm>
            <a:off x="5506085" y="5363210"/>
            <a:ext cx="0" cy="8928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3174365" y="6344920"/>
            <a:ext cx="831088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000" dirty="0">
                <a:solidFill>
                  <a:srgbClr val="FF0000"/>
                </a:solidFill>
                <a:sym typeface="+mn-ea"/>
              </a:rPr>
              <a:t>既要抓主机遇，积极参与，又要勇敢迎接挑战，同舟共济，实现合作共赢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7032625" y="2667000"/>
            <a:ext cx="15138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让经济全球化更有活力</a:t>
            </a:r>
          </a:p>
        </p:txBody>
      </p:sp>
      <p:sp>
        <p:nvSpPr>
          <p:cNvPr id="51" name="右大括号 50"/>
          <p:cNvSpPr/>
          <p:nvPr/>
        </p:nvSpPr>
        <p:spPr>
          <a:xfrm flipH="1">
            <a:off x="8469627" y="2310129"/>
            <a:ext cx="198757" cy="166414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8636635" y="2184214"/>
            <a:ext cx="338836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sym typeface="+mn-ea"/>
              </a:rPr>
              <a:t>①引导好经济全球化走向，推动经济全球化朝着更加开放、包容、普惠、平衡、共赢的方向发展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8598535" y="3051175"/>
            <a:ext cx="3199130" cy="755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  <a:spcAft>
                <a:spcPct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ym typeface="+mn-ea"/>
              </a:rPr>
              <a:t>②建设创新型、开放型、联动型、包容型世界经济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8668385" y="3747310"/>
            <a:ext cx="17830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dirty="0">
                <a:sym typeface="+mn-ea"/>
              </a:rPr>
              <a:t>③完善全球治理</a:t>
            </a:r>
            <a:endParaRPr lang="zh-CN" altLang="en-US" dirty="0"/>
          </a:p>
        </p:txBody>
      </p:sp>
      <p:sp>
        <p:nvSpPr>
          <p:cNvPr id="31" name="文本框 30"/>
          <p:cNvSpPr txBox="1"/>
          <p:nvPr/>
        </p:nvSpPr>
        <p:spPr>
          <a:xfrm>
            <a:off x="5651500" y="1276985"/>
            <a:ext cx="2985135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</a:rPr>
              <a:t>经济全球化是商品、技术、信息、服务、货币、人员、资金、管理经验等生产要素跨国跨地区的流动，也就是世界经济日益成为紧密联系的一个整体。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150495" y="2230755"/>
            <a:ext cx="36849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生产力发展</a:t>
            </a:r>
            <a:r>
              <a:rPr lang="en-US" altLang="zh-CN">
                <a:solidFill>
                  <a:srgbClr val="FF0000"/>
                </a:solidFill>
              </a:rPr>
              <a:t>+</a:t>
            </a:r>
            <a:r>
              <a:rPr lang="zh-CN" altLang="en-US">
                <a:solidFill>
                  <a:srgbClr val="FF0000"/>
                </a:solidFill>
              </a:rPr>
              <a:t>科技进步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394335" y="2706370"/>
            <a:ext cx="36849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世界各国对本国</a:t>
            </a:r>
          </a:p>
          <a:p>
            <a:r>
              <a:rPr lang="zh-CN" altLang="en-US">
                <a:solidFill>
                  <a:srgbClr val="FF0000"/>
                </a:solidFill>
              </a:rPr>
              <a:t>本民族利益的追求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535940" y="3402965"/>
            <a:ext cx="36849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市场经济体制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50489969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3160395" y="65405"/>
            <a:ext cx="5080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0" algn="ctr"/>
            <a:r>
              <a:rPr lang="zh-CN" sz="2800" b="1">
                <a:latin typeface="Calibri"/>
                <a:ea typeface="宋体" panose="02010600030101010101" pitchFamily="2" charset="-122"/>
              </a:rPr>
              <a:t>国际经济主要答题点</a:t>
            </a:r>
            <a:endParaRPr lang="zh-CN" altLang="en-US" sz="2800" b="1">
              <a:latin typeface="Calibri"/>
              <a:ea typeface="宋体" panose="02010600030101010101" pitchFamily="2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54660" y="587375"/>
          <a:ext cx="11261090" cy="6005830"/>
        </p:xfrm>
        <a:graphic>
          <a:graphicData uri="http://schemas.openxmlformats.org/drawingml/2006/table">
            <a:tbl>
              <a:tblPr/>
              <a:tblGrid>
                <a:gridCol w="143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6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9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4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材料</a:t>
                      </a:r>
                      <a:endParaRPr lang="en-US" altLang="en-US" sz="24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4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核心词</a:t>
                      </a:r>
                      <a:endParaRPr lang="en-US" altLang="en-US" sz="24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4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具体措施</a:t>
                      </a:r>
                      <a:endParaRPr lang="en-US" altLang="en-US" sz="24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153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一带一路 多国合作</a:t>
                      </a:r>
                      <a:endParaRPr lang="en-US" altLang="en-US" sz="24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多边贸易</a:t>
                      </a:r>
                      <a:endParaRPr lang="en-US" altLang="en-US" sz="24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实施市场多元化战略，多边贸易体制，形成全面开放新格局，“一带一路”建设为重点，遵循</a:t>
                      </a:r>
                      <a:r>
                        <a:rPr lang="en-US" sz="24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共商共建共享</a:t>
                      </a:r>
                      <a:r>
                        <a:rPr lang="en-US" sz="24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原则</a:t>
                      </a:r>
                      <a:endParaRPr lang="en-US" altLang="en-US" sz="24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93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进口\出口结构</a:t>
                      </a:r>
                      <a:endParaRPr lang="en-US" altLang="en-US" sz="24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转变对外发展方式\优化结构</a:t>
                      </a:r>
                      <a:endParaRPr lang="en-US" altLang="en-US" sz="24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加快</a:t>
                      </a:r>
                      <a:r>
                        <a:rPr lang="en-US" sz="24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转</a:t>
                      </a:r>
                      <a:r>
                        <a:rPr lang="en-US" sz="24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变对外经济发展</a:t>
                      </a:r>
                      <a:r>
                        <a:rPr lang="en-US" sz="24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方式</a:t>
                      </a:r>
                      <a:r>
                        <a:rPr lang="en-US" sz="24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，推动开放朝着优化结构、拓展深度、提高效益方向转变，着力培育开放型经济发展新优势；推动货物贸易和服务贸易协调发展，形成国际竞争</a:t>
                      </a:r>
                      <a:r>
                        <a:rPr lang="en-US" sz="24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新优势</a:t>
                      </a:r>
                      <a:endParaRPr lang="en-US" altLang="en-US" sz="24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研发新产品</a:t>
                      </a:r>
                      <a:endParaRPr lang="en-US" altLang="en-US" sz="24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1" dirty="0" err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创新</a:t>
                      </a:r>
                      <a:r>
                        <a:rPr lang="en-US" sz="24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\</a:t>
                      </a:r>
                      <a:r>
                        <a:rPr lang="en-US" sz="2400" b="1" dirty="0" err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质量</a:t>
                      </a:r>
                      <a:r>
                        <a:rPr lang="en-US" sz="24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\</a:t>
                      </a:r>
                      <a:r>
                        <a:rPr lang="en-US" sz="2400" b="1" dirty="0" err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品牌</a:t>
                      </a:r>
                      <a:endParaRPr lang="en-US" altLang="en-US" sz="24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形成以技术、品牌、质量、服务为核心的出口竞争</a:t>
                      </a:r>
                      <a:r>
                        <a:rPr lang="en-US" sz="24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新优势</a:t>
                      </a:r>
                      <a:r>
                        <a:rPr lang="en-US" sz="24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，</a:t>
                      </a:r>
                      <a:endParaRPr lang="en-US" altLang="en-US" sz="24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1" dirty="0" err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外资进入中国</a:t>
                      </a:r>
                      <a:endParaRPr lang="en-US" altLang="en-US" sz="24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市场准入、营商环境</a:t>
                      </a:r>
                      <a:endParaRPr lang="en-US" altLang="en-US" sz="24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优化</a:t>
                      </a:r>
                      <a:r>
                        <a:rPr lang="en-US" sz="24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营商环境</a:t>
                      </a:r>
                      <a:r>
                        <a:rPr lang="en-US" sz="24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（打造市场化、法制化和国际化营商环境），要实行更高水平的</a:t>
                      </a:r>
                      <a:r>
                        <a:rPr lang="en-US" sz="24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贸易和投资自由化便利化</a:t>
                      </a:r>
                      <a:r>
                        <a:rPr lang="en-US" sz="24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政策，</a:t>
                      </a:r>
                      <a:r>
                        <a:rPr lang="en-US" sz="24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放宽市场准入</a:t>
                      </a:r>
                      <a:r>
                        <a:rPr lang="en-US" sz="24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，扩大</a:t>
                      </a:r>
                      <a:r>
                        <a:rPr lang="en-US" sz="24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服务业</a:t>
                      </a:r>
                      <a:r>
                        <a:rPr lang="en-US" sz="24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对外开放，保护外商投资合法权益</a:t>
                      </a:r>
                      <a:r>
                        <a:rPr lang="zh-CN" altLang="en-US" sz="24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。</a:t>
                      </a:r>
                      <a:r>
                        <a:rPr lang="zh-CN" altLang="en-US" sz="12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（引进来）</a:t>
                      </a: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1" dirty="0" err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核心技术</a:t>
                      </a:r>
                      <a:endParaRPr lang="en-US" altLang="en-US" sz="24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独立自主</a:t>
                      </a:r>
                      <a:endParaRPr lang="en-US" altLang="en-US" sz="24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独立自主、自力更生，掌握核心技术，实现关键技术自主可控，占领产业链供应链制高点</a:t>
                      </a:r>
                      <a:r>
                        <a:rPr lang="zh-CN" altLang="en-US" sz="24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。</a:t>
                      </a:r>
                      <a:r>
                        <a:rPr lang="en-US" sz="24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（原则\出发点\基点）</a:t>
                      </a:r>
                      <a:endParaRPr lang="zh-CN" altLang="en-US" sz="24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贸易壁垒</a:t>
                      </a:r>
                      <a:endParaRPr lang="en-US" altLang="en-US" sz="24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贸易保护</a:t>
                      </a:r>
                      <a:endParaRPr lang="en-US" altLang="en-US" sz="24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积极参与</a:t>
                      </a:r>
                      <a:r>
                        <a:rPr lang="en-US" sz="24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全球经济治理和规则</a:t>
                      </a:r>
                      <a:r>
                        <a:rPr lang="en-US" sz="24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制定</a:t>
                      </a:r>
                      <a:endParaRPr lang="en-US" altLang="en-US" sz="24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1520">
                <a:tc gridSpan="3"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24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634930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972329" y="197617"/>
            <a:ext cx="6247343" cy="6447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59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我国新时代对外开放的措施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782169" y="1059319"/>
          <a:ext cx="10627663" cy="511862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515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76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69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2400" b="1">
                          <a:solidFill>
                            <a:srgbClr val="0000FF"/>
                          </a:solidFill>
                          <a:latin typeface="黑体" pitchFamily="49" charset="-122"/>
                          <a:ea typeface="黑体" pitchFamily="49" charset="-122"/>
                        </a:rPr>
                        <a:t>基本战略</a:t>
                      </a:r>
                    </a:p>
                  </a:txBody>
                  <a:tcPr marL="91187" marR="91187" marT="45594" marB="4559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2400" b="1">
                          <a:solidFill>
                            <a:srgbClr val="0000FF"/>
                          </a:solidFill>
                          <a:latin typeface="黑体" pitchFamily="49" charset="-122"/>
                          <a:ea typeface="黑体" pitchFamily="49" charset="-122"/>
                        </a:rPr>
                        <a:t>要以“一带一路”建设为重点，坚持引进来和走出去并重</a:t>
                      </a:r>
                    </a:p>
                  </a:txBody>
                  <a:tcPr marL="91187" marR="91187" marT="45594" marB="4559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9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2400" b="1">
                          <a:solidFill>
                            <a:srgbClr val="FF0000"/>
                          </a:solidFill>
                          <a:latin typeface="黑体" pitchFamily="49" charset="-122"/>
                          <a:ea typeface="黑体" pitchFamily="49" charset="-122"/>
                        </a:rPr>
                        <a:t>坚持原则</a:t>
                      </a:r>
                    </a:p>
                  </a:txBody>
                  <a:tcPr marL="91187" marR="91187" marT="45594" marB="4559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2400" b="1">
                          <a:solidFill>
                            <a:srgbClr val="FF0000"/>
                          </a:solidFill>
                          <a:latin typeface="黑体" pitchFamily="49" charset="-122"/>
                          <a:ea typeface="黑体" pitchFamily="49" charset="-122"/>
                        </a:rPr>
                        <a:t>独立自主、自力更生</a:t>
                      </a:r>
                    </a:p>
                  </a:txBody>
                  <a:tcPr marL="91187" marR="91187" marT="45594" marB="4559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9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2400" b="1">
                          <a:solidFill>
                            <a:srgbClr val="00B050"/>
                          </a:solidFill>
                          <a:latin typeface="黑体" pitchFamily="49" charset="-122"/>
                          <a:ea typeface="黑体" pitchFamily="49" charset="-122"/>
                        </a:rPr>
                        <a:t>遵循原则</a:t>
                      </a:r>
                    </a:p>
                  </a:txBody>
                  <a:tcPr marL="91187" marR="91187" marT="45594" marB="4559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2400" b="1">
                          <a:solidFill>
                            <a:srgbClr val="00B050"/>
                          </a:solidFill>
                          <a:latin typeface="黑体" pitchFamily="49" charset="-122"/>
                          <a:ea typeface="黑体" pitchFamily="49" charset="-122"/>
                        </a:rPr>
                        <a:t>遵循共商共建共享原则，加强创新能力开放合作</a:t>
                      </a:r>
                    </a:p>
                  </a:txBody>
                  <a:tcPr marL="91187" marR="91187" marT="45594" marB="4559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7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2400" b="1">
                          <a:solidFill>
                            <a:srgbClr val="FF00FF"/>
                          </a:solidFill>
                          <a:latin typeface="黑体" pitchFamily="49" charset="-122"/>
                          <a:ea typeface="黑体" pitchFamily="49" charset="-122"/>
                        </a:rPr>
                        <a:t>转变方式</a:t>
                      </a:r>
                    </a:p>
                  </a:txBody>
                  <a:tcPr marL="91187" marR="91187" marT="45594" marB="4559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2400" b="1">
                          <a:solidFill>
                            <a:srgbClr val="FF00FF"/>
                          </a:solidFill>
                          <a:latin typeface="黑体" pitchFamily="49" charset="-122"/>
                          <a:ea typeface="黑体" pitchFamily="49" charset="-122"/>
                        </a:rPr>
                        <a:t>加快转变对外经济发展方式，推动开放朝着优化结构、拓展深度、提高效益方向转变，着力培育开放型经济发展新优势</a:t>
                      </a:r>
                    </a:p>
                  </a:txBody>
                  <a:tcPr marL="91187" marR="91187" marT="45594" marB="4559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7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2400" b="1">
                          <a:solidFill>
                            <a:srgbClr val="FFC000"/>
                          </a:solidFill>
                          <a:latin typeface="黑体" pitchFamily="49" charset="-122"/>
                          <a:ea typeface="黑体" pitchFamily="49" charset="-122"/>
                        </a:rPr>
                        <a:t>对外贸易</a:t>
                      </a:r>
                    </a:p>
                  </a:txBody>
                  <a:tcPr marL="91187" marR="91187" marT="45594" marB="4559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2400" b="1">
                          <a:solidFill>
                            <a:srgbClr val="FFC000"/>
                          </a:solidFill>
                          <a:latin typeface="黑体" pitchFamily="49" charset="-122"/>
                          <a:ea typeface="黑体" pitchFamily="49" charset="-122"/>
                        </a:rPr>
                        <a:t>形成以技术、品牌、质量、服务为核心的出口竞争新优势，拓展对外贸易，培育贸易新业态新模式，推进贸易强国建设</a:t>
                      </a:r>
                    </a:p>
                  </a:txBody>
                  <a:tcPr marL="91187" marR="91187" marT="45594" marB="4559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7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2400" b="1">
                          <a:solidFill>
                            <a:srgbClr val="7030A0"/>
                          </a:solidFill>
                          <a:latin typeface="黑体" pitchFamily="49" charset="-122"/>
                          <a:ea typeface="黑体" pitchFamily="49" charset="-122"/>
                        </a:rPr>
                        <a:t>对外政策</a:t>
                      </a:r>
                    </a:p>
                  </a:txBody>
                  <a:tcPr marL="91187" marR="91187" marT="45594" marB="4559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2400" b="1">
                          <a:solidFill>
                            <a:srgbClr val="7030A0"/>
                          </a:solidFill>
                          <a:latin typeface="黑体" pitchFamily="49" charset="-122"/>
                          <a:ea typeface="黑体" pitchFamily="49" charset="-122"/>
                        </a:rPr>
                        <a:t>要实行高水平的贸易和投资自由化便利化政策，放宽市场准入，扩大服务业对外开放，保护外商投资合法权益</a:t>
                      </a:r>
                    </a:p>
                  </a:txBody>
                  <a:tcPr marL="91187" marR="91187" marT="45594" marB="4559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27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2400" b="1">
                          <a:solidFill>
                            <a:srgbClr val="C00000"/>
                          </a:solidFill>
                          <a:latin typeface="黑体" pitchFamily="49" charset="-122"/>
                          <a:ea typeface="黑体" pitchFamily="49" charset="-122"/>
                        </a:rPr>
                        <a:t>对外投资</a:t>
                      </a:r>
                    </a:p>
                  </a:txBody>
                  <a:tcPr marL="91187" marR="91187" marT="45594" marB="4559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2400" b="1">
                          <a:solidFill>
                            <a:srgbClr val="C00000"/>
                          </a:solidFill>
                          <a:latin typeface="黑体" pitchFamily="49" charset="-122"/>
                          <a:ea typeface="黑体" pitchFamily="49" charset="-122"/>
                        </a:rPr>
                        <a:t>创新对外投资方式，促进国际产能合作，加快培育国际经济合作和竞争新优势</a:t>
                      </a:r>
                    </a:p>
                  </a:txBody>
                  <a:tcPr marL="91187" marR="91187" marT="45594" marB="4559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9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</a:rPr>
                        <a:t>开放格局</a:t>
                      </a:r>
                    </a:p>
                  </a:txBody>
                  <a:tcPr marL="91187" marR="91187" marT="45594" marB="4559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</a:rPr>
                        <a:t>形成陆海内外联动东西双向互济的开放格局</a:t>
                      </a:r>
                    </a:p>
                  </a:txBody>
                  <a:tcPr marL="91187" marR="91187" marT="45594" marB="4559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66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4="http://schemas.microsoft.com/office/powerpoint/2010/main" xmlns:p159="http://schemas.microsoft.com/office/powerpoint/2015/09/main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C694E7-24BA-6684-D15A-047B29B12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881" y="843177"/>
            <a:ext cx="10852237" cy="5388907"/>
          </a:xfrm>
        </p:spPr>
        <p:txBody>
          <a:bodyPr/>
          <a:lstStyle/>
          <a:p>
            <a:pPr indent="266700" algn="l">
              <a:lnSpc>
                <a:spcPct val="150000"/>
              </a:lnSpc>
            </a:pPr>
            <a:r>
              <a:rPr lang="zh-CN" altLang="zh-CN" sz="2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zh-CN" sz="2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）（</a:t>
            </a:r>
            <a:r>
              <a:rPr lang="en-US" altLang="zh-CN" sz="2800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zh-CN" sz="2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分）</a:t>
            </a:r>
            <a:r>
              <a:rPr lang="zh-CN" altLang="zh-CN" sz="2800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新能源车企顺应经济全球化趋势，依靠技术创新引领，生产优质产品，满足国际市场需求；利用当地比较优势，优化资源配置，降低生产贸易成本，打造国际竞争新优势；通过技术交流与资源共享，带动当地经济、社会发展，创设良好的生产贸易环境，实现合作共赢。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l">
              <a:lnSpc>
                <a:spcPct val="150000"/>
              </a:lnSpc>
            </a:pPr>
            <a:r>
              <a:rPr lang="zh-CN" altLang="zh-CN" sz="2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zh-CN" sz="2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）（</a:t>
            </a:r>
            <a:r>
              <a:rPr lang="en-US" altLang="zh-CN" sz="2800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zh-CN" sz="2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分）可从</a:t>
            </a:r>
            <a:r>
              <a:rPr lang="zh-CN" altLang="zh-CN" sz="2800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分析与综合的方法</a:t>
            </a:r>
            <a:r>
              <a:rPr lang="zh-CN" altLang="zh-CN" sz="2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、辩证否定观等角度作答。如从其他角度回答，符合题意，亦可酌情给分。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412951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6072DFC-D270-3502-6B85-6C058E188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092" y="0"/>
            <a:ext cx="97818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303967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E5D0F12-B8CC-0492-0BB5-B8C161277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920" y="572361"/>
            <a:ext cx="10556175" cy="6066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441048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BA8A6AA-19AD-8E54-F2FE-66DD9F871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900320"/>
            <a:ext cx="1158240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294060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9EBFEE2-39C6-CA49-FA3D-0BADD612B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540" y="181886"/>
            <a:ext cx="9954501" cy="6228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807780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D3DEBA-E654-1A11-83D7-C4EEE7F0A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34F2860-4135-6A67-5BBC-9D545D2986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4798" y="443234"/>
            <a:ext cx="9712554" cy="5798540"/>
          </a:xfrm>
        </p:spPr>
      </p:pic>
    </p:spTree>
    <p:extLst>
      <p:ext uri="{BB962C8B-B14F-4D97-AF65-F5344CB8AC3E}">
        <p14:creationId xmlns:p14="http://schemas.microsoft.com/office/powerpoint/2010/main" val="2019016320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Line 15">
            <a:extLst>
              <a:ext uri="{FF2B5EF4-FFF2-40B4-BE49-F238E27FC236}">
                <a16:creationId xmlns:a16="http://schemas.microsoft.com/office/drawing/2014/main" id="{0C1AEEDC-098A-3267-81E5-0756C00BF5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29343" y="2097262"/>
            <a:ext cx="0" cy="37777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27D1457-E4A5-FBF1-6303-DD7168C534A3}"/>
              </a:ext>
            </a:extLst>
          </p:cNvPr>
          <p:cNvGrpSpPr/>
          <p:nvPr/>
        </p:nvGrpSpPr>
        <p:grpSpPr>
          <a:xfrm>
            <a:off x="264532" y="1061970"/>
            <a:ext cx="3138626" cy="1982267"/>
            <a:chOff x="-2709721" y="746266"/>
            <a:chExt cx="4185377" cy="2643366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156675" name="Text Box 3">
              <a:extLst>
                <a:ext uri="{FF2B5EF4-FFF2-40B4-BE49-F238E27FC236}">
                  <a16:creationId xmlns:a16="http://schemas.microsoft.com/office/drawing/2014/main" id="{1D4B2D1D-5CE6-7B61-3F0C-C3389A23B3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948039" y="2391860"/>
              <a:ext cx="3343137" cy="369380"/>
            </a:xfrm>
            <a:prstGeom prst="rect">
              <a:avLst/>
            </a:prstGeom>
            <a:grp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货币政策：资本（融资成本和渠道）</a:t>
              </a:r>
            </a:p>
          </p:txBody>
        </p:sp>
        <p:sp>
          <p:nvSpPr>
            <p:cNvPr id="156676" name="Text Box 3">
              <a:extLst>
                <a:ext uri="{FF2B5EF4-FFF2-40B4-BE49-F238E27FC236}">
                  <a16:creationId xmlns:a16="http://schemas.microsoft.com/office/drawing/2014/main" id="{302A3104-03A7-565D-6E4C-CBF8B8AB29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09721" y="3020252"/>
              <a:ext cx="4068589" cy="369380"/>
            </a:xfrm>
            <a:prstGeom prst="rect">
              <a:avLst/>
            </a:prstGeom>
            <a:grp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绿色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  <a:sym typeface="Wingdings" panose="05000000000000000000" pitchFamily="2" charset="2"/>
                </a:rPr>
                <a:t>：（土地、能源、矿产）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资源利用率</a:t>
              </a:r>
            </a:p>
          </p:txBody>
        </p:sp>
        <p:grpSp>
          <p:nvGrpSpPr>
            <p:cNvPr id="2" name="Group 26">
              <a:extLst>
                <a:ext uri="{FF2B5EF4-FFF2-40B4-BE49-F238E27FC236}">
                  <a16:creationId xmlns:a16="http://schemas.microsoft.com/office/drawing/2014/main" id="{A3E62131-B246-F379-98C3-173F7D73C5CE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346399" y="904876"/>
              <a:ext cx="129257" cy="2380596"/>
              <a:chOff x="3424" y="1570"/>
              <a:chExt cx="182" cy="1089"/>
            </a:xfrm>
            <a:grpFill/>
          </p:grpSpPr>
          <p:sp>
            <p:nvSpPr>
              <p:cNvPr id="3128" name="Line 27">
                <a:extLst>
                  <a:ext uri="{FF2B5EF4-FFF2-40B4-BE49-F238E27FC236}">
                    <a16:creationId xmlns:a16="http://schemas.microsoft.com/office/drawing/2014/main" id="{43DE2EB7-F632-9F6E-52C4-7BB2BCEB19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1570"/>
                <a:ext cx="182" cy="0"/>
              </a:xfrm>
              <a:prstGeom prst="line">
                <a:avLst/>
              </a:prstGeom>
              <a:grp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  <p:sp>
            <p:nvSpPr>
              <p:cNvPr id="3129" name="Line 28">
                <a:extLst>
                  <a:ext uri="{FF2B5EF4-FFF2-40B4-BE49-F238E27FC236}">
                    <a16:creationId xmlns:a16="http://schemas.microsoft.com/office/drawing/2014/main" id="{8056808D-823D-1AA4-7CED-2F3E6FFA47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1570"/>
                <a:ext cx="0" cy="1089"/>
              </a:xfrm>
              <a:prstGeom prst="line">
                <a:avLst/>
              </a:prstGeom>
              <a:grp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  <p:sp>
            <p:nvSpPr>
              <p:cNvPr id="3130" name="Line 29">
                <a:extLst>
                  <a:ext uri="{FF2B5EF4-FFF2-40B4-BE49-F238E27FC236}">
                    <a16:creationId xmlns:a16="http://schemas.microsoft.com/office/drawing/2014/main" id="{19CDE4F9-9583-7339-5E7B-D4C8B3C708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2659"/>
                <a:ext cx="182" cy="0"/>
              </a:xfrm>
              <a:prstGeom prst="line">
                <a:avLst/>
              </a:prstGeom>
              <a:grp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</p:grpSp>
        <p:sp>
          <p:nvSpPr>
            <p:cNvPr id="156678" name="Text Box 3">
              <a:extLst>
                <a:ext uri="{FF2B5EF4-FFF2-40B4-BE49-F238E27FC236}">
                  <a16:creationId xmlns:a16="http://schemas.microsoft.com/office/drawing/2014/main" id="{F5C92F25-7598-3E4D-0D0D-1E1F9C9F23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079497" y="746266"/>
              <a:ext cx="2508226" cy="348859"/>
            </a:xfrm>
            <a:prstGeom prst="rect">
              <a:avLst/>
            </a:prstGeom>
            <a:grp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劳动力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黑体" pitchFamily="49" charset="-122"/>
                  <a:ea typeface="黑体" pitchFamily="49" charset="-122"/>
                  <a:cs typeface="Arial"/>
                  <a:sym typeface="Wingdings" panose="05000000000000000000" pitchFamily="2" charset="2"/>
                </a:rPr>
                <a:t>：（素质技能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）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就业</a:t>
              </a:r>
            </a:p>
          </p:txBody>
        </p:sp>
        <p:sp>
          <p:nvSpPr>
            <p:cNvPr id="156679" name="Text Box 3">
              <a:extLst>
                <a:ext uri="{FF2B5EF4-FFF2-40B4-BE49-F238E27FC236}">
                  <a16:creationId xmlns:a16="http://schemas.microsoft.com/office/drawing/2014/main" id="{6F7EEBAE-239A-3000-49C7-4F38710F40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166280" y="1217899"/>
              <a:ext cx="2564765" cy="369380"/>
            </a:xfrm>
            <a:prstGeom prst="rect">
              <a:avLst/>
            </a:prstGeom>
            <a:grp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创新：技术、知识、数据</a:t>
              </a:r>
            </a:p>
          </p:txBody>
        </p:sp>
      </p:grpSp>
      <p:sp>
        <p:nvSpPr>
          <p:cNvPr id="156680" name="Text Box 3">
            <a:extLst>
              <a:ext uri="{FF2B5EF4-FFF2-40B4-BE49-F238E27FC236}">
                <a16:creationId xmlns:a16="http://schemas.microsoft.com/office/drawing/2014/main" id="{9CF37BAB-BA4D-FBA6-E5B2-F041F9D486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19" y="1886938"/>
            <a:ext cx="2662969" cy="27699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管理：规模经济、物流库存交易成本</a:t>
            </a:r>
          </a:p>
        </p:txBody>
      </p:sp>
      <p:sp>
        <p:nvSpPr>
          <p:cNvPr id="44037" name="Line 25">
            <a:extLst>
              <a:ext uri="{FF2B5EF4-FFF2-40B4-BE49-F238E27FC236}">
                <a16:creationId xmlns:a16="http://schemas.microsoft.com/office/drawing/2014/main" id="{E9FAE957-4714-8E99-ABE5-E031BD3B2D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49984" y="1814723"/>
            <a:ext cx="16190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grpSp>
        <p:nvGrpSpPr>
          <p:cNvPr id="44038" name="Group 21">
            <a:extLst>
              <a:ext uri="{FF2B5EF4-FFF2-40B4-BE49-F238E27FC236}">
                <a16:creationId xmlns:a16="http://schemas.microsoft.com/office/drawing/2014/main" id="{75DA474F-6FCB-ADC0-7450-CCACD7E0345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622992" y="1724247"/>
            <a:ext cx="152380" cy="2826970"/>
            <a:chOff x="3424" y="1570"/>
            <a:chExt cx="182" cy="1089"/>
          </a:xfrm>
        </p:grpSpPr>
        <p:sp>
          <p:nvSpPr>
            <p:cNvPr id="44163" name="Line 22">
              <a:extLst>
                <a:ext uri="{FF2B5EF4-FFF2-40B4-BE49-F238E27FC236}">
                  <a16:creationId xmlns:a16="http://schemas.microsoft.com/office/drawing/2014/main" id="{25A1F3FC-A4AA-CED0-4EB9-6F55889E65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1570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64" name="Line 23">
              <a:extLst>
                <a:ext uri="{FF2B5EF4-FFF2-40B4-BE49-F238E27FC236}">
                  <a16:creationId xmlns:a16="http://schemas.microsoft.com/office/drawing/2014/main" id="{881D1F55-73B9-DD11-BA13-709B7C223D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1570"/>
              <a:ext cx="0" cy="108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65" name="Line 24">
              <a:extLst>
                <a:ext uri="{FF2B5EF4-FFF2-40B4-BE49-F238E27FC236}">
                  <a16:creationId xmlns:a16="http://schemas.microsoft.com/office/drawing/2014/main" id="{24DEECC5-BD6F-7AC8-6D96-EB4C931D9A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2659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44039" name="Line 25">
            <a:extLst>
              <a:ext uri="{FF2B5EF4-FFF2-40B4-BE49-F238E27FC236}">
                <a16:creationId xmlns:a16="http://schemas.microsoft.com/office/drawing/2014/main" id="{4DB9CAA0-DD8A-D409-3DA7-2445982822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30930" y="3344875"/>
            <a:ext cx="16190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40" name="Text Box 6">
            <a:extLst>
              <a:ext uri="{FF2B5EF4-FFF2-40B4-BE49-F238E27FC236}">
                <a16:creationId xmlns:a16="http://schemas.microsoft.com/office/drawing/2014/main" id="{CEC5BCD3-2E90-A6E9-8EFB-A5A30D26AE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9882" y="2967099"/>
            <a:ext cx="430887" cy="909519"/>
          </a:xfrm>
          <a:prstGeom prst="rect">
            <a:avLst/>
          </a:prstGeom>
          <a:solidFill>
            <a:srgbClr val="0099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Arial"/>
              </a:rPr>
              <a:t>供给侧</a:t>
            </a:r>
          </a:p>
        </p:txBody>
      </p:sp>
      <p:sp>
        <p:nvSpPr>
          <p:cNvPr id="44041" name="Text Box 6">
            <a:extLst>
              <a:ext uri="{FF2B5EF4-FFF2-40B4-BE49-F238E27FC236}">
                <a16:creationId xmlns:a16="http://schemas.microsoft.com/office/drawing/2014/main" id="{F3001918-FF74-4E66-0D01-FC7CE38C31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4317" y="2949639"/>
            <a:ext cx="430887" cy="911107"/>
          </a:xfrm>
          <a:prstGeom prst="rect">
            <a:avLst/>
          </a:prstGeom>
          <a:solidFill>
            <a:srgbClr val="92D05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Arial"/>
              </a:rPr>
              <a:t>需求侧</a:t>
            </a:r>
          </a:p>
        </p:txBody>
      </p:sp>
      <p:sp>
        <p:nvSpPr>
          <p:cNvPr id="44042" name="Line 25">
            <a:extLst>
              <a:ext uri="{FF2B5EF4-FFF2-40B4-BE49-F238E27FC236}">
                <a16:creationId xmlns:a16="http://schemas.microsoft.com/office/drawing/2014/main" id="{512DE623-FE69-DF58-EB26-E8B414732EA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6800" y="2773450"/>
            <a:ext cx="376189" cy="204761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82" name="Text Box 3">
            <a:extLst>
              <a:ext uri="{FF2B5EF4-FFF2-40B4-BE49-F238E27FC236}">
                <a16:creationId xmlns:a16="http://schemas.microsoft.com/office/drawing/2014/main" id="{7E801CF2-2166-6434-21F6-5F7772A5C8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0289" y="2467101"/>
            <a:ext cx="922218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国内市场</a:t>
            </a:r>
          </a:p>
        </p:txBody>
      </p:sp>
      <p:sp>
        <p:nvSpPr>
          <p:cNvPr id="44044" name="Line 15">
            <a:extLst>
              <a:ext uri="{FF2B5EF4-FFF2-40B4-BE49-F238E27FC236}">
                <a16:creationId xmlns:a16="http://schemas.microsoft.com/office/drawing/2014/main" id="{C3D46304-9DA9-8C40-C11D-0CB7571294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27748" y="4630584"/>
            <a:ext cx="0" cy="376189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grpSp>
        <p:nvGrpSpPr>
          <p:cNvPr id="44045" name="Group 2">
            <a:extLst>
              <a:ext uri="{FF2B5EF4-FFF2-40B4-BE49-F238E27FC236}">
                <a16:creationId xmlns:a16="http://schemas.microsoft.com/office/drawing/2014/main" id="{E2DFB756-0079-BDD9-9728-131CB811036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039451" y="3127550"/>
            <a:ext cx="77963" cy="1855412"/>
            <a:chOff x="0" y="0"/>
            <a:chExt cx="182" cy="1089"/>
          </a:xfrm>
        </p:grpSpPr>
        <p:sp>
          <p:nvSpPr>
            <p:cNvPr id="44160" name="Line 27">
              <a:extLst>
                <a:ext uri="{FF2B5EF4-FFF2-40B4-BE49-F238E27FC236}">
                  <a16:creationId xmlns:a16="http://schemas.microsoft.com/office/drawing/2014/main" id="{785C0897-598E-95D1-EA6F-AC2534B4D9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61" name="Line 28">
              <a:extLst>
                <a:ext uri="{FF2B5EF4-FFF2-40B4-BE49-F238E27FC236}">
                  <a16:creationId xmlns:a16="http://schemas.microsoft.com/office/drawing/2014/main" id="{D70B2EF0-82D6-8133-6EDB-6C27EFA5F8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108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62" name="Line 29">
              <a:extLst>
                <a:ext uri="{FF2B5EF4-FFF2-40B4-BE49-F238E27FC236}">
                  <a16:creationId xmlns:a16="http://schemas.microsoft.com/office/drawing/2014/main" id="{E3C1C3F1-BC94-4C9B-916A-8521A9738D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089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156703" name="Text Box 3">
            <a:extLst>
              <a:ext uri="{FF2B5EF4-FFF2-40B4-BE49-F238E27FC236}">
                <a16:creationId xmlns:a16="http://schemas.microsoft.com/office/drawing/2014/main" id="{C6B1C6E8-7CBD-C5E3-E44F-019503DC54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3930" y="1208422"/>
            <a:ext cx="1028566" cy="17543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走：开放包容普惠平衡共赢的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…</a:t>
            </a:r>
          </a:p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依托我国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00FF00"/>
                </a:highlight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超大规模市场优势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，促进国际合作，实现互利共赢</a:t>
            </a:r>
          </a:p>
        </p:txBody>
      </p:sp>
      <p:sp>
        <p:nvSpPr>
          <p:cNvPr id="44047" name="Text Box 3">
            <a:extLst>
              <a:ext uri="{FF2B5EF4-FFF2-40B4-BE49-F238E27FC236}">
                <a16:creationId xmlns:a16="http://schemas.microsoft.com/office/drawing/2014/main" id="{A671722C-C036-8AE5-E662-290760C48B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3999" y="5095354"/>
            <a:ext cx="642854" cy="276999"/>
          </a:xfrm>
          <a:prstGeom prst="rect">
            <a:avLst/>
          </a:prstGeom>
          <a:solidFill>
            <a:srgbClr val="FFC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投资</a:t>
            </a:r>
          </a:p>
        </p:txBody>
      </p:sp>
      <p:sp>
        <p:nvSpPr>
          <p:cNvPr id="44048" name="Text Box 3">
            <a:extLst>
              <a:ext uri="{FF2B5EF4-FFF2-40B4-BE49-F238E27FC236}">
                <a16:creationId xmlns:a16="http://schemas.microsoft.com/office/drawing/2014/main" id="{B091C88D-3CD5-B124-CC86-98D524038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5970" y="3209120"/>
            <a:ext cx="642854" cy="276999"/>
          </a:xfrm>
          <a:prstGeom prst="rect">
            <a:avLst/>
          </a:prstGeom>
          <a:solidFill>
            <a:srgbClr val="FFC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消费</a:t>
            </a:r>
          </a:p>
        </p:txBody>
      </p:sp>
      <p:grpSp>
        <p:nvGrpSpPr>
          <p:cNvPr id="44049" name="Group 18">
            <a:extLst>
              <a:ext uri="{FF2B5EF4-FFF2-40B4-BE49-F238E27FC236}">
                <a16:creationId xmlns:a16="http://schemas.microsoft.com/office/drawing/2014/main" id="{B682AE8C-30FB-2E94-B034-6906F668B83A}"/>
              </a:ext>
            </a:extLst>
          </p:cNvPr>
          <p:cNvGrpSpPr>
            <a:grpSpLocks/>
          </p:cNvGrpSpPr>
          <p:nvPr/>
        </p:nvGrpSpPr>
        <p:grpSpPr bwMode="auto">
          <a:xfrm>
            <a:off x="7418216" y="1724248"/>
            <a:ext cx="126984" cy="3820615"/>
            <a:chOff x="0" y="0"/>
            <a:chExt cx="182" cy="1089"/>
          </a:xfrm>
        </p:grpSpPr>
        <p:sp>
          <p:nvSpPr>
            <p:cNvPr id="44157" name="Line 27">
              <a:extLst>
                <a:ext uri="{FF2B5EF4-FFF2-40B4-BE49-F238E27FC236}">
                  <a16:creationId xmlns:a16="http://schemas.microsoft.com/office/drawing/2014/main" id="{662E5D55-C207-A5B4-87FA-523549A512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58" name="Line 28">
              <a:extLst>
                <a:ext uri="{FF2B5EF4-FFF2-40B4-BE49-F238E27FC236}">
                  <a16:creationId xmlns:a16="http://schemas.microsoft.com/office/drawing/2014/main" id="{01CD8CE6-0DD4-80E0-BF41-449EBB42E8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108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59" name="Line 29">
              <a:extLst>
                <a:ext uri="{FF2B5EF4-FFF2-40B4-BE49-F238E27FC236}">
                  <a16:creationId xmlns:a16="http://schemas.microsoft.com/office/drawing/2014/main" id="{6E28A80B-64D2-A7A1-02C6-311286423C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089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44050" name="Line 25">
            <a:extLst>
              <a:ext uri="{FF2B5EF4-FFF2-40B4-BE49-F238E27FC236}">
                <a16:creationId xmlns:a16="http://schemas.microsoft.com/office/drawing/2014/main" id="{B0366A4C-02DC-68DB-87AE-63BB9EE4E615}"/>
              </a:ext>
            </a:extLst>
          </p:cNvPr>
          <p:cNvSpPr>
            <a:spLocks noChangeShapeType="1"/>
          </p:cNvSpPr>
          <p:nvPr/>
        </p:nvSpPr>
        <p:spPr bwMode="auto">
          <a:xfrm>
            <a:off x="9821379" y="3600428"/>
            <a:ext cx="23809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51" name="Text Box 3">
            <a:extLst>
              <a:ext uri="{FF2B5EF4-FFF2-40B4-BE49-F238E27FC236}">
                <a16:creationId xmlns:a16="http://schemas.microsoft.com/office/drawing/2014/main" id="{72D8715F-0603-F3AE-089C-79352F958D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2810" y="4397249"/>
            <a:ext cx="299999" cy="1015663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国内大循环</a:t>
            </a:r>
          </a:p>
        </p:txBody>
      </p:sp>
      <p:grpSp>
        <p:nvGrpSpPr>
          <p:cNvPr id="44052" name="Group 57">
            <a:extLst>
              <a:ext uri="{FF2B5EF4-FFF2-40B4-BE49-F238E27FC236}">
                <a16:creationId xmlns:a16="http://schemas.microsoft.com/office/drawing/2014/main" id="{1C1D835E-FE64-66E8-33FF-453CFAA2A314}"/>
              </a:ext>
            </a:extLst>
          </p:cNvPr>
          <p:cNvGrpSpPr>
            <a:grpSpLocks/>
          </p:cNvGrpSpPr>
          <p:nvPr/>
        </p:nvGrpSpPr>
        <p:grpSpPr bwMode="auto">
          <a:xfrm>
            <a:off x="8581702" y="1053047"/>
            <a:ext cx="45713" cy="1133896"/>
            <a:chOff x="0" y="0"/>
            <a:chExt cx="182" cy="1089"/>
          </a:xfrm>
        </p:grpSpPr>
        <p:sp>
          <p:nvSpPr>
            <p:cNvPr id="44154" name="Line 27">
              <a:extLst>
                <a:ext uri="{FF2B5EF4-FFF2-40B4-BE49-F238E27FC236}">
                  <a16:creationId xmlns:a16="http://schemas.microsoft.com/office/drawing/2014/main" id="{1C1D3155-C0B6-A88D-DE03-16765EA182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55" name="Line 28">
              <a:extLst>
                <a:ext uri="{FF2B5EF4-FFF2-40B4-BE49-F238E27FC236}">
                  <a16:creationId xmlns:a16="http://schemas.microsoft.com/office/drawing/2014/main" id="{2B683948-3CBF-53D7-2FB0-EE84276B21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108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56" name="Line 29">
              <a:extLst>
                <a:ext uri="{FF2B5EF4-FFF2-40B4-BE49-F238E27FC236}">
                  <a16:creationId xmlns:a16="http://schemas.microsoft.com/office/drawing/2014/main" id="{E6FB8B3B-74DE-9873-AE81-F4C4DF8BFB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089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44053" name="Line 25">
            <a:extLst>
              <a:ext uri="{FF2B5EF4-FFF2-40B4-BE49-F238E27FC236}">
                <a16:creationId xmlns:a16="http://schemas.microsoft.com/office/drawing/2014/main" id="{CA2971AD-9A48-6F7C-7A4A-9C056F028F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64242" y="1906786"/>
            <a:ext cx="120634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156712" name="Text Box 3">
            <a:extLst>
              <a:ext uri="{FF2B5EF4-FFF2-40B4-BE49-F238E27FC236}">
                <a16:creationId xmlns:a16="http://schemas.microsoft.com/office/drawing/2014/main" id="{4C5C7FB7-DFF0-72F0-E401-209014CE64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4560" y="1322664"/>
            <a:ext cx="576188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质量技术品牌服务</a:t>
            </a:r>
          </a:p>
        </p:txBody>
      </p:sp>
      <p:sp>
        <p:nvSpPr>
          <p:cNvPr id="156713" name="Text Box 3">
            <a:extLst>
              <a:ext uri="{FF2B5EF4-FFF2-40B4-BE49-F238E27FC236}">
                <a16:creationId xmlns:a16="http://schemas.microsoft.com/office/drawing/2014/main" id="{DECF3775-FAC7-D982-7A1B-E9412DB492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4560" y="1951230"/>
            <a:ext cx="634918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对外经济发展方式</a:t>
            </a:r>
          </a:p>
        </p:txBody>
      </p:sp>
      <p:sp>
        <p:nvSpPr>
          <p:cNvPr id="44056" name="Text Box 3">
            <a:extLst>
              <a:ext uri="{FF2B5EF4-FFF2-40B4-BE49-F238E27FC236}">
                <a16:creationId xmlns:a16="http://schemas.microsoft.com/office/drawing/2014/main" id="{65B0748E-ED15-5D6D-AE57-3CA5BB247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6641" y="5067087"/>
            <a:ext cx="1753959" cy="461665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党和政府：经济职能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完善公共服务、设施</a:t>
            </a:r>
          </a:p>
        </p:txBody>
      </p:sp>
      <p:sp>
        <p:nvSpPr>
          <p:cNvPr id="44057" name="Line 25">
            <a:extLst>
              <a:ext uri="{FF2B5EF4-FFF2-40B4-BE49-F238E27FC236}">
                <a16:creationId xmlns:a16="http://schemas.microsoft.com/office/drawing/2014/main" id="{0AE6E9EC-50B5-7514-4FF8-2B0890D34F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86476" y="3981379"/>
            <a:ext cx="282539" cy="100158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58" name="Line 30">
            <a:extLst>
              <a:ext uri="{FF2B5EF4-FFF2-40B4-BE49-F238E27FC236}">
                <a16:creationId xmlns:a16="http://schemas.microsoft.com/office/drawing/2014/main" id="{CDBD6AB5-0BDA-B5B7-C7E4-E730CF3EC53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084895" y="3981378"/>
            <a:ext cx="431744" cy="107459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156721" name="Text Box 3">
            <a:extLst>
              <a:ext uri="{FF2B5EF4-FFF2-40B4-BE49-F238E27FC236}">
                <a16:creationId xmlns:a16="http://schemas.microsoft.com/office/drawing/2014/main" id="{A9332BD9-88C1-7E9A-3A24-1815242951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7385" y="1059342"/>
            <a:ext cx="2468242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开放理念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：两种资源和两个市场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/>
            </a:endParaRPr>
          </a:p>
          <a:p>
            <a:pPr marL="0" marR="0" lvl="0" indent="0" algn="ctr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引进来和走出去</a:t>
            </a:r>
          </a:p>
        </p:txBody>
      </p:sp>
      <p:sp>
        <p:nvSpPr>
          <p:cNvPr id="44060" name="Text Box 3">
            <a:extLst>
              <a:ext uri="{FF2B5EF4-FFF2-40B4-BE49-F238E27FC236}">
                <a16:creationId xmlns:a16="http://schemas.microsoft.com/office/drawing/2014/main" id="{50F1315D-E48A-564D-8A3C-A2E5859E1B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0781" y="3209120"/>
            <a:ext cx="1939673" cy="446276"/>
          </a:xfrm>
          <a:prstGeom prst="rect">
            <a:avLst/>
          </a:prstGeom>
          <a:solidFill>
            <a:srgbClr val="0099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企业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A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（商品）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所有：公有（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国有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）和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非公</a:t>
            </a:r>
          </a:p>
        </p:txBody>
      </p:sp>
      <p:sp>
        <p:nvSpPr>
          <p:cNvPr id="44061" name="Text Box 3">
            <a:extLst>
              <a:ext uri="{FF2B5EF4-FFF2-40B4-BE49-F238E27FC236}">
                <a16:creationId xmlns:a16="http://schemas.microsoft.com/office/drawing/2014/main" id="{65F50442-23AD-5C51-7B9C-2EB670E45C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2468" y="4374224"/>
            <a:ext cx="1265763" cy="461665"/>
          </a:xfrm>
          <a:prstGeom prst="rect">
            <a:avLst/>
          </a:prstGeom>
          <a:solidFill>
            <a:srgbClr val="0099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现代化经济体系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高质量发展</a:t>
            </a:r>
          </a:p>
        </p:txBody>
      </p:sp>
      <p:grpSp>
        <p:nvGrpSpPr>
          <p:cNvPr id="44062" name="组合 71">
            <a:extLst>
              <a:ext uri="{FF2B5EF4-FFF2-40B4-BE49-F238E27FC236}">
                <a16:creationId xmlns:a16="http://schemas.microsoft.com/office/drawing/2014/main" id="{16DCEF5F-AAE9-9497-26F6-AA951CF25DDD}"/>
              </a:ext>
            </a:extLst>
          </p:cNvPr>
          <p:cNvGrpSpPr>
            <a:grpSpLocks/>
          </p:cNvGrpSpPr>
          <p:nvPr/>
        </p:nvGrpSpPr>
        <p:grpSpPr bwMode="auto">
          <a:xfrm>
            <a:off x="1209540" y="3761453"/>
            <a:ext cx="3592807" cy="1856307"/>
            <a:chOff x="-1384084" y="683460"/>
            <a:chExt cx="4327147" cy="2969404"/>
          </a:xfrm>
        </p:grpSpPr>
        <p:grpSp>
          <p:nvGrpSpPr>
            <p:cNvPr id="75" name="Group 26">
              <a:extLst>
                <a:ext uri="{FF2B5EF4-FFF2-40B4-BE49-F238E27FC236}">
                  <a16:creationId xmlns:a16="http://schemas.microsoft.com/office/drawing/2014/main" id="{FA7EFC29-28DB-D614-37DE-812326867A27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063028" y="887386"/>
              <a:ext cx="412628" cy="2424316"/>
              <a:chOff x="3424" y="1562"/>
              <a:chExt cx="581" cy="1109"/>
            </a:xfrm>
            <a:solidFill>
              <a:srgbClr val="92D050"/>
            </a:solidFill>
          </p:grpSpPr>
          <p:sp>
            <p:nvSpPr>
              <p:cNvPr id="78" name="Line 27">
                <a:extLst>
                  <a:ext uri="{FF2B5EF4-FFF2-40B4-BE49-F238E27FC236}">
                    <a16:creationId xmlns:a16="http://schemas.microsoft.com/office/drawing/2014/main" id="{260790FA-F95C-C2EF-1ACE-E0278ADF2E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06" y="1562"/>
                <a:ext cx="399" cy="8"/>
              </a:xfrm>
              <a:prstGeom prst="line">
                <a:avLst/>
              </a:prstGeom>
              <a:grp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  <p:sp>
            <p:nvSpPr>
              <p:cNvPr id="79" name="Line 28">
                <a:extLst>
                  <a:ext uri="{FF2B5EF4-FFF2-40B4-BE49-F238E27FC236}">
                    <a16:creationId xmlns:a16="http://schemas.microsoft.com/office/drawing/2014/main" id="{F52153DD-C393-DFF6-8F38-B7BA55753F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79" y="1582"/>
                <a:ext cx="0" cy="1089"/>
              </a:xfrm>
              <a:prstGeom prst="line">
                <a:avLst/>
              </a:prstGeom>
              <a:grp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  <p:sp>
            <p:nvSpPr>
              <p:cNvPr id="80" name="Line 29">
                <a:extLst>
                  <a:ext uri="{FF2B5EF4-FFF2-40B4-BE49-F238E27FC236}">
                    <a16:creationId xmlns:a16="http://schemas.microsoft.com/office/drawing/2014/main" id="{CA492FAC-E40C-A73C-1BBA-45F5C7658E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2659"/>
                <a:ext cx="182" cy="0"/>
              </a:xfrm>
              <a:prstGeom prst="line">
                <a:avLst/>
              </a:prstGeom>
              <a:grp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  <p:sp>
            <p:nvSpPr>
              <p:cNvPr id="8" name="Line 27">
                <a:extLst>
                  <a:ext uri="{FF2B5EF4-FFF2-40B4-BE49-F238E27FC236}">
                    <a16:creationId xmlns:a16="http://schemas.microsoft.com/office/drawing/2014/main" id="{FCC8D144-E4F5-0291-BA5D-A7C6EA0560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47" y="2651"/>
                <a:ext cx="328" cy="8"/>
              </a:xfrm>
              <a:prstGeom prst="line">
                <a:avLst/>
              </a:prstGeom>
              <a:grp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</p:grpSp>
        <p:sp>
          <p:nvSpPr>
            <p:cNvPr id="76" name="Text Box 3">
              <a:extLst>
                <a:ext uri="{FF2B5EF4-FFF2-40B4-BE49-F238E27FC236}">
                  <a16:creationId xmlns:a16="http://schemas.microsoft.com/office/drawing/2014/main" id="{DA7240B7-A932-9662-C691-DC3C55C728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384084" y="683460"/>
              <a:ext cx="2530102" cy="118158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协调：产业结构优化；新型工业化、农业现代化、信息化和城镇化</a:t>
              </a:r>
            </a:p>
          </p:txBody>
        </p:sp>
        <p:sp>
          <p:nvSpPr>
            <p:cNvPr id="77" name="Text Box 3">
              <a:extLst>
                <a:ext uri="{FF2B5EF4-FFF2-40B4-BE49-F238E27FC236}">
                  <a16:creationId xmlns:a16="http://schemas.microsoft.com/office/drawing/2014/main" id="{857FDD87-BCD7-847E-45BC-308A660AC3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7187" y="2725475"/>
              <a:ext cx="1605876" cy="73849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协调：城乡区域协调发展战略</a:t>
              </a:r>
            </a:p>
          </p:txBody>
        </p:sp>
        <p:sp>
          <p:nvSpPr>
            <p:cNvPr id="129" name="Text Box 3">
              <a:extLst>
                <a:ext uri="{FF2B5EF4-FFF2-40B4-BE49-F238E27FC236}">
                  <a16:creationId xmlns:a16="http://schemas.microsoft.com/office/drawing/2014/main" id="{E9801E20-E5CB-7208-4456-758311D3C8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263921" y="2618974"/>
              <a:ext cx="2442163" cy="103389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协调：虚拟经济和实体经济</a:t>
              </a:r>
              <a:endPara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endParaRPr>
            </a:p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大数据、人工智能、人力资源、现代金融</a:t>
              </a:r>
            </a:p>
          </p:txBody>
        </p:sp>
      </p:grpSp>
      <p:grpSp>
        <p:nvGrpSpPr>
          <p:cNvPr id="44063" name="组合 80">
            <a:extLst>
              <a:ext uri="{FF2B5EF4-FFF2-40B4-BE49-F238E27FC236}">
                <a16:creationId xmlns:a16="http://schemas.microsoft.com/office/drawing/2014/main" id="{F2915649-B8BA-0E7A-C3DF-F24FB3314DA1}"/>
              </a:ext>
            </a:extLst>
          </p:cNvPr>
          <p:cNvGrpSpPr>
            <a:grpSpLocks/>
          </p:cNvGrpSpPr>
          <p:nvPr/>
        </p:nvGrpSpPr>
        <p:grpSpPr bwMode="auto">
          <a:xfrm>
            <a:off x="5503941" y="3503605"/>
            <a:ext cx="1020630" cy="276999"/>
            <a:chOff x="4605340" y="3929070"/>
            <a:chExt cx="1360487" cy="368298"/>
          </a:xfrm>
        </p:grpSpPr>
        <p:sp>
          <p:nvSpPr>
            <p:cNvPr id="44146" name="Line 25">
              <a:extLst>
                <a:ext uri="{FF2B5EF4-FFF2-40B4-BE49-F238E27FC236}">
                  <a16:creationId xmlns:a16="http://schemas.microsoft.com/office/drawing/2014/main" id="{9BCE1644-51A6-2DBD-9FEC-7333C0E1AC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5340" y="4214813"/>
              <a:ext cx="2159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47" name="Line 25">
              <a:extLst>
                <a:ext uri="{FF2B5EF4-FFF2-40B4-BE49-F238E27FC236}">
                  <a16:creationId xmlns:a16="http://schemas.microsoft.com/office/drawing/2014/main" id="{C4B74982-DA3C-1189-BC01-8142F20C00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49927" y="4214813"/>
              <a:ext cx="2159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stealth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48" name="Text Box 3">
              <a:extLst>
                <a:ext uri="{FF2B5EF4-FFF2-40B4-BE49-F238E27FC236}">
                  <a16:creationId xmlns:a16="http://schemas.microsoft.com/office/drawing/2014/main" id="{FA918B59-37FA-01E8-6B4E-844957E1F8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4265" y="3929070"/>
              <a:ext cx="695328" cy="368298"/>
            </a:xfrm>
            <a:prstGeom prst="rect">
              <a:avLst/>
            </a:prstGeom>
            <a:solidFill>
              <a:srgbClr val="00CC66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Arial"/>
                </a:rPr>
                <a:t>价格</a:t>
              </a:r>
            </a:p>
          </p:txBody>
        </p:sp>
      </p:grpSp>
      <p:grpSp>
        <p:nvGrpSpPr>
          <p:cNvPr id="44064" name="组合 87">
            <a:extLst>
              <a:ext uri="{FF2B5EF4-FFF2-40B4-BE49-F238E27FC236}">
                <a16:creationId xmlns:a16="http://schemas.microsoft.com/office/drawing/2014/main" id="{8DBDE92A-2FF4-8975-E970-94B6F02C66DF}"/>
              </a:ext>
            </a:extLst>
          </p:cNvPr>
          <p:cNvGrpSpPr>
            <a:grpSpLocks/>
          </p:cNvGrpSpPr>
          <p:nvPr/>
        </p:nvGrpSpPr>
        <p:grpSpPr bwMode="auto">
          <a:xfrm>
            <a:off x="5503941" y="2913137"/>
            <a:ext cx="1020630" cy="461665"/>
            <a:chOff x="4605340" y="3929070"/>
            <a:chExt cx="1360487" cy="615235"/>
          </a:xfrm>
        </p:grpSpPr>
        <p:sp>
          <p:nvSpPr>
            <p:cNvPr id="44143" name="Line 25">
              <a:extLst>
                <a:ext uri="{FF2B5EF4-FFF2-40B4-BE49-F238E27FC236}">
                  <a16:creationId xmlns:a16="http://schemas.microsoft.com/office/drawing/2014/main" id="{FF31EEF0-6943-9EBB-F140-38D328E292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5340" y="4214813"/>
              <a:ext cx="2159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44" name="Line 25">
              <a:extLst>
                <a:ext uri="{FF2B5EF4-FFF2-40B4-BE49-F238E27FC236}">
                  <a16:creationId xmlns:a16="http://schemas.microsoft.com/office/drawing/2014/main" id="{0BC3184A-5349-131B-0FB3-85F2DFEEF1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49927" y="4214813"/>
              <a:ext cx="2159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stealth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45" name="Text Box 3">
              <a:extLst>
                <a:ext uri="{FF2B5EF4-FFF2-40B4-BE49-F238E27FC236}">
                  <a16:creationId xmlns:a16="http://schemas.microsoft.com/office/drawing/2014/main" id="{248D4E2A-E978-5C46-5885-F63C57B3DF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4265" y="3929070"/>
              <a:ext cx="695328" cy="615235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Arial"/>
                </a:rPr>
                <a:t>市场机制</a:t>
              </a:r>
            </a:p>
          </p:txBody>
        </p:sp>
      </p:grpSp>
      <p:sp>
        <p:nvSpPr>
          <p:cNvPr id="44065" name="Line 15">
            <a:extLst>
              <a:ext uri="{FF2B5EF4-FFF2-40B4-BE49-F238E27FC236}">
                <a16:creationId xmlns:a16="http://schemas.microsoft.com/office/drawing/2014/main" id="{05BF62C0-CF23-8BCA-06BF-F794AA9E20A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16635" y="3878205"/>
            <a:ext cx="0" cy="37777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66" name="Line 25">
            <a:extLst>
              <a:ext uri="{FF2B5EF4-FFF2-40B4-BE49-F238E27FC236}">
                <a16:creationId xmlns:a16="http://schemas.microsoft.com/office/drawing/2014/main" id="{20027AC3-0080-2330-F79C-0ED0CD2F5C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45202" y="3446461"/>
            <a:ext cx="16190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grpSp>
        <p:nvGrpSpPr>
          <p:cNvPr id="44067" name="组合 98">
            <a:extLst>
              <a:ext uri="{FF2B5EF4-FFF2-40B4-BE49-F238E27FC236}">
                <a16:creationId xmlns:a16="http://schemas.microsoft.com/office/drawing/2014/main" id="{61A7EC6F-1C0A-5DF5-78D6-E8B358E04C65}"/>
              </a:ext>
            </a:extLst>
          </p:cNvPr>
          <p:cNvGrpSpPr>
            <a:grpSpLocks/>
          </p:cNvGrpSpPr>
          <p:nvPr/>
        </p:nvGrpSpPr>
        <p:grpSpPr bwMode="auto">
          <a:xfrm>
            <a:off x="3680142" y="5520132"/>
            <a:ext cx="4844417" cy="952269"/>
            <a:chOff x="2055695" y="6001358"/>
            <a:chExt cx="6458177" cy="1272202"/>
          </a:xfrm>
        </p:grpSpPr>
        <p:sp>
          <p:nvSpPr>
            <p:cNvPr id="44135" name="Text Box 3">
              <a:extLst>
                <a:ext uri="{FF2B5EF4-FFF2-40B4-BE49-F238E27FC236}">
                  <a16:creationId xmlns:a16="http://schemas.microsoft.com/office/drawing/2014/main" id="{2EC51F4F-AF11-AE62-29DA-7EB9743745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5695" y="6269249"/>
              <a:ext cx="1533117" cy="411181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99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Arial"/>
                </a:rPr>
                <a:t>新发展理念</a:t>
              </a:r>
            </a:p>
          </p:txBody>
        </p:sp>
        <p:sp>
          <p:nvSpPr>
            <p:cNvPr id="44136" name="Text Box 3">
              <a:extLst>
                <a:ext uri="{FF2B5EF4-FFF2-40B4-BE49-F238E27FC236}">
                  <a16:creationId xmlns:a16="http://schemas.microsoft.com/office/drawing/2014/main" id="{DD3AA6B5-FE30-A499-6207-462BA0E7DC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7295" y="6286728"/>
              <a:ext cx="2148791" cy="986832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Arial"/>
                </a:rPr>
                <a:t>宏调：</a:t>
              </a: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Arial"/>
                </a:rPr>
                <a:t>经济增长、就业、物价稳定、国际收支平衡</a:t>
              </a:r>
              <a:endPara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endParaRPr>
            </a:p>
          </p:txBody>
        </p:sp>
        <p:sp>
          <p:nvSpPr>
            <p:cNvPr id="44137" name="Text Box 3">
              <a:extLst>
                <a:ext uri="{FF2B5EF4-FFF2-40B4-BE49-F238E27FC236}">
                  <a16:creationId xmlns:a16="http://schemas.microsoft.com/office/drawing/2014/main" id="{BBE339AE-B81B-9FFE-A983-5B3BAFA835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96924" y="6269267"/>
              <a:ext cx="1916948" cy="411181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Arial"/>
                </a:rPr>
                <a:t>财政和货币政策</a:t>
              </a: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endParaRPr>
            </a:p>
          </p:txBody>
        </p:sp>
        <p:grpSp>
          <p:nvGrpSpPr>
            <p:cNvPr id="44138" name="Group 16">
              <a:extLst>
                <a:ext uri="{FF2B5EF4-FFF2-40B4-BE49-F238E27FC236}">
                  <a16:creationId xmlns:a16="http://schemas.microsoft.com/office/drawing/2014/main" id="{2142CADF-99A8-EE81-3890-D9845E92C45F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 flipH="1" flipV="1">
              <a:off x="5128199" y="4313450"/>
              <a:ext cx="119856" cy="3810000"/>
              <a:chOff x="3424" y="1570"/>
              <a:chExt cx="182" cy="1089"/>
            </a:xfrm>
          </p:grpSpPr>
          <p:sp>
            <p:nvSpPr>
              <p:cNvPr id="44140" name="Line 17">
                <a:extLst>
                  <a:ext uri="{FF2B5EF4-FFF2-40B4-BE49-F238E27FC236}">
                    <a16:creationId xmlns:a16="http://schemas.microsoft.com/office/drawing/2014/main" id="{5ABEA452-6E86-EAD4-ABF5-E4C6563B6C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1570"/>
                <a:ext cx="18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  <p:sp>
            <p:nvSpPr>
              <p:cNvPr id="44141" name="Line 18">
                <a:extLst>
                  <a:ext uri="{FF2B5EF4-FFF2-40B4-BE49-F238E27FC236}">
                    <a16:creationId xmlns:a16="http://schemas.microsoft.com/office/drawing/2014/main" id="{AC5E0B88-162B-4F31-3B5F-8412B35330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1570"/>
                <a:ext cx="0" cy="1089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  <p:sp>
            <p:nvSpPr>
              <p:cNvPr id="44142" name="Line 19">
                <a:extLst>
                  <a:ext uri="{FF2B5EF4-FFF2-40B4-BE49-F238E27FC236}">
                    <a16:creationId xmlns:a16="http://schemas.microsoft.com/office/drawing/2014/main" id="{3D419DE6-3FB8-E6F7-C8FF-0F5385B0D8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2659"/>
                <a:ext cx="18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</p:grpSp>
        <p:sp>
          <p:nvSpPr>
            <p:cNvPr id="44139" name="Line 20">
              <a:extLst>
                <a:ext uri="{FF2B5EF4-FFF2-40B4-BE49-F238E27FC236}">
                  <a16:creationId xmlns:a16="http://schemas.microsoft.com/office/drawing/2014/main" id="{0610B239-5100-CBF8-E529-1015B183505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 flipH="1" flipV="1">
              <a:off x="5013376" y="6079940"/>
              <a:ext cx="157163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44068" name="Line 25">
            <a:extLst>
              <a:ext uri="{FF2B5EF4-FFF2-40B4-BE49-F238E27FC236}">
                <a16:creationId xmlns:a16="http://schemas.microsoft.com/office/drawing/2014/main" id="{43B06354-3C2A-FDCA-0D6B-03C2ED4CC06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99173" y="2749640"/>
            <a:ext cx="333333" cy="204762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grpSp>
        <p:nvGrpSpPr>
          <p:cNvPr id="44069" name="Group 57">
            <a:extLst>
              <a:ext uri="{FF2B5EF4-FFF2-40B4-BE49-F238E27FC236}">
                <a16:creationId xmlns:a16="http://schemas.microsoft.com/office/drawing/2014/main" id="{5F087883-45B1-6D20-4EF9-A9DADEAF61B2}"/>
              </a:ext>
            </a:extLst>
          </p:cNvPr>
          <p:cNvGrpSpPr>
            <a:grpSpLocks/>
          </p:cNvGrpSpPr>
          <p:nvPr/>
        </p:nvGrpSpPr>
        <p:grpSpPr bwMode="auto">
          <a:xfrm>
            <a:off x="8130930" y="4951740"/>
            <a:ext cx="85715" cy="571426"/>
            <a:chOff x="0" y="0"/>
            <a:chExt cx="182" cy="1089"/>
          </a:xfrm>
        </p:grpSpPr>
        <p:sp>
          <p:nvSpPr>
            <p:cNvPr id="44132" name="Line 27">
              <a:extLst>
                <a:ext uri="{FF2B5EF4-FFF2-40B4-BE49-F238E27FC236}">
                  <a16:creationId xmlns:a16="http://schemas.microsoft.com/office/drawing/2014/main" id="{A8EAC78F-949B-6327-0DF7-281422670B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33" name="Line 28">
              <a:extLst>
                <a:ext uri="{FF2B5EF4-FFF2-40B4-BE49-F238E27FC236}">
                  <a16:creationId xmlns:a16="http://schemas.microsoft.com/office/drawing/2014/main" id="{AB2BED0B-2832-9656-5017-B2811CF361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108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34" name="Line 29">
              <a:extLst>
                <a:ext uri="{FF2B5EF4-FFF2-40B4-BE49-F238E27FC236}">
                  <a16:creationId xmlns:a16="http://schemas.microsoft.com/office/drawing/2014/main" id="{F0A702A0-0DDE-5D99-51E0-ABFE1B3913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089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44070" name="Line 25">
            <a:extLst>
              <a:ext uri="{FF2B5EF4-FFF2-40B4-BE49-F238E27FC236}">
                <a16:creationId xmlns:a16="http://schemas.microsoft.com/office/drawing/2014/main" id="{5A0B02A2-1BDF-2501-FA97-E5CC1D4EAE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13470" y="5250151"/>
            <a:ext cx="120634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71" name="Text Box 3">
            <a:extLst>
              <a:ext uri="{FF2B5EF4-FFF2-40B4-BE49-F238E27FC236}">
                <a16:creationId xmlns:a16="http://schemas.microsoft.com/office/drawing/2014/main" id="{A6694E49-1F26-C978-F0D7-04DC4BDC5B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3788" y="4729519"/>
            <a:ext cx="853965" cy="261610"/>
          </a:xfrm>
          <a:prstGeom prst="rect">
            <a:avLst/>
          </a:prstGeom>
          <a:solidFill>
            <a:srgbClr val="0099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企业投资</a:t>
            </a: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B</a:t>
            </a:r>
            <a:endParaRPr kumimoji="0" lang="zh-CN" altLang="en-US" sz="11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</p:txBody>
      </p:sp>
      <p:sp>
        <p:nvSpPr>
          <p:cNvPr id="44072" name="Text Box 3">
            <a:extLst>
              <a:ext uri="{FF2B5EF4-FFF2-40B4-BE49-F238E27FC236}">
                <a16:creationId xmlns:a16="http://schemas.microsoft.com/office/drawing/2014/main" id="{DF3A601E-6D21-53D9-9942-6637EE5BF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3788" y="5294595"/>
            <a:ext cx="576188" cy="338554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政府财政投资</a:t>
            </a:r>
          </a:p>
        </p:txBody>
      </p:sp>
      <p:sp>
        <p:nvSpPr>
          <p:cNvPr id="44073" name="Line 25">
            <a:extLst>
              <a:ext uri="{FF2B5EF4-FFF2-40B4-BE49-F238E27FC236}">
                <a16:creationId xmlns:a16="http://schemas.microsoft.com/office/drawing/2014/main" id="{DC4CD851-A4BD-CC94-BC5F-D26848914A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30929" y="1746470"/>
            <a:ext cx="879361" cy="793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117" name="Text Box 3">
            <a:extLst>
              <a:ext uri="{FF2B5EF4-FFF2-40B4-BE49-F238E27FC236}">
                <a16:creationId xmlns:a16="http://schemas.microsoft.com/office/drawing/2014/main" id="{0B135505-4553-FF0C-BD34-05B818B0C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5472" y="1572212"/>
            <a:ext cx="922217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全球化</a:t>
            </a:r>
          </a:p>
        </p:txBody>
      </p:sp>
      <p:sp>
        <p:nvSpPr>
          <p:cNvPr id="44075" name="Line 25">
            <a:extLst>
              <a:ext uri="{FF2B5EF4-FFF2-40B4-BE49-F238E27FC236}">
                <a16:creationId xmlns:a16="http://schemas.microsoft.com/office/drawing/2014/main" id="{09E220F4-EA2D-3154-99FD-DBAC9D19751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24570" y="1754408"/>
            <a:ext cx="909520" cy="15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76" name="Text Box 3">
            <a:extLst>
              <a:ext uri="{FF2B5EF4-FFF2-40B4-BE49-F238E27FC236}">
                <a16:creationId xmlns:a16="http://schemas.microsoft.com/office/drawing/2014/main" id="{91A95F2D-69AF-FA3A-DB7D-B13ADA155B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67411" y="1642201"/>
            <a:ext cx="1555548" cy="307777"/>
          </a:xfrm>
          <a:prstGeom prst="rect">
            <a:avLst/>
          </a:prstGeom>
          <a:solidFill>
            <a:srgbClr val="0099FF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对外经济竞争力</a:t>
            </a:r>
          </a:p>
        </p:txBody>
      </p:sp>
      <p:sp>
        <p:nvSpPr>
          <p:cNvPr id="44077" name="Line 15">
            <a:extLst>
              <a:ext uri="{FF2B5EF4-FFF2-40B4-BE49-F238E27FC236}">
                <a16:creationId xmlns:a16="http://schemas.microsoft.com/office/drawing/2014/main" id="{86E54B59-25B5-69D5-F9B7-C824660739A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42033" y="2079803"/>
            <a:ext cx="0" cy="37777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78" name="Text Box 3">
            <a:extLst>
              <a:ext uri="{FF2B5EF4-FFF2-40B4-BE49-F238E27FC236}">
                <a16:creationId xmlns:a16="http://schemas.microsoft.com/office/drawing/2014/main" id="{5F17EFE6-2CE3-F280-AFAD-6E2C185A6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7437" y="1984562"/>
            <a:ext cx="1765816" cy="461665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全球治理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：参与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WTO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等规则制定和修改</a:t>
            </a:r>
          </a:p>
        </p:txBody>
      </p:sp>
      <p:sp>
        <p:nvSpPr>
          <p:cNvPr id="94" name="Text Box 6">
            <a:extLst>
              <a:ext uri="{FF2B5EF4-FFF2-40B4-BE49-F238E27FC236}">
                <a16:creationId xmlns:a16="http://schemas.microsoft.com/office/drawing/2014/main" id="{44CC273B-EB2E-5D61-DBB8-276A0C19C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456" y="2463926"/>
            <a:ext cx="400110" cy="59047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eaVert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91431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黑体" pitchFamily="49" charset="-122"/>
                <a:cs typeface="Arial"/>
              </a:rPr>
              <a:t>质量</a:t>
            </a:r>
          </a:p>
        </p:txBody>
      </p:sp>
      <p:sp>
        <p:nvSpPr>
          <p:cNvPr id="96" name="Text Box 6">
            <a:extLst>
              <a:ext uri="{FF2B5EF4-FFF2-40B4-BE49-F238E27FC236}">
                <a16:creationId xmlns:a16="http://schemas.microsoft.com/office/drawing/2014/main" id="{1DD8B57B-5F38-5AA3-E302-1A5B27BD8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3994" y="2463926"/>
            <a:ext cx="400110" cy="59047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eaVert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91431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黑体" pitchFamily="49" charset="-122"/>
                <a:cs typeface="Arial"/>
              </a:rPr>
              <a:t>成本</a:t>
            </a:r>
          </a:p>
        </p:txBody>
      </p:sp>
      <p:sp>
        <p:nvSpPr>
          <p:cNvPr id="97" name="Line 30">
            <a:extLst>
              <a:ext uri="{FF2B5EF4-FFF2-40B4-BE49-F238E27FC236}">
                <a16:creationId xmlns:a16="http://schemas.microsoft.com/office/drawing/2014/main" id="{85527326-8B1A-3D99-048E-FFF553079721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5936" y="2903570"/>
            <a:ext cx="1016809" cy="3840"/>
          </a:xfrm>
          <a:prstGeom prst="line">
            <a:avLst/>
          </a:prstGeom>
          <a:noFill/>
          <a:ln w="25400">
            <a:solidFill>
              <a:srgbClr val="7A05FB"/>
            </a:solidFill>
            <a:round/>
            <a:headEnd/>
            <a:tailEnd type="triangle" w="med" len="med"/>
          </a:ln>
          <a:scene3d>
            <a:camera prst="orthographicFront"/>
            <a:lightRig rig="threePt" dir="t"/>
          </a:scene3d>
          <a:sp3d extrusionH="76200">
            <a:extrusionClr>
              <a:srgbClr val="0000FF"/>
            </a:extrusionClr>
          </a:sp3d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85" name="Line 15">
            <a:extLst>
              <a:ext uri="{FF2B5EF4-FFF2-40B4-BE49-F238E27FC236}">
                <a16:creationId xmlns:a16="http://schemas.microsoft.com/office/drawing/2014/main" id="{0D8F78B5-038C-EED3-675B-2CE225D7A2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11883" y="1714724"/>
            <a:ext cx="0" cy="37777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86" name="Text Box 3">
            <a:extLst>
              <a:ext uri="{FF2B5EF4-FFF2-40B4-BE49-F238E27FC236}">
                <a16:creationId xmlns:a16="http://schemas.microsoft.com/office/drawing/2014/main" id="{06D2051E-D37C-56CD-4923-E19E9AE21C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0141" y="1654407"/>
            <a:ext cx="942853" cy="276999"/>
          </a:xfrm>
          <a:prstGeom prst="rect">
            <a:avLst/>
          </a:prstGeom>
          <a:solidFill>
            <a:srgbClr val="0099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生产要素</a:t>
            </a:r>
          </a:p>
        </p:txBody>
      </p:sp>
      <p:sp>
        <p:nvSpPr>
          <p:cNvPr id="44087" name="Line 15">
            <a:extLst>
              <a:ext uri="{FF2B5EF4-FFF2-40B4-BE49-F238E27FC236}">
                <a16:creationId xmlns:a16="http://schemas.microsoft.com/office/drawing/2014/main" id="{B39673F1-6EB8-28BA-C661-04A30E9FEA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97599" y="2089326"/>
            <a:ext cx="0" cy="37777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88" name="Text Box 3">
            <a:extLst>
              <a:ext uri="{FF2B5EF4-FFF2-40B4-BE49-F238E27FC236}">
                <a16:creationId xmlns:a16="http://schemas.microsoft.com/office/drawing/2014/main" id="{71FC4995-32DD-8C14-4BA6-322CC69417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6958" y="4576343"/>
            <a:ext cx="1464126" cy="461665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市场规则、秩序：质量、安全、产权</a:t>
            </a:r>
          </a:p>
        </p:txBody>
      </p:sp>
      <p:sp>
        <p:nvSpPr>
          <p:cNvPr id="128" name="Text Box 3">
            <a:extLst>
              <a:ext uri="{FF2B5EF4-FFF2-40B4-BE49-F238E27FC236}">
                <a16:creationId xmlns:a16="http://schemas.microsoft.com/office/drawing/2014/main" id="{36B808E5-581F-1442-ACF3-BC7CAB277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5529" y="3902360"/>
            <a:ext cx="3111413" cy="461665"/>
          </a:xfrm>
          <a:prstGeom prst="rect">
            <a:avLst/>
          </a:prstGeom>
          <a:solidFill>
            <a:srgbClr val="FFFF00"/>
          </a:solidFill>
          <a:ln w="9525">
            <a:solidFill>
              <a:srgbClr val="00B0F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7A05FB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供给侧和需求侧：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不平衡不充分与美好生活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/>
            </a:endParaRPr>
          </a:p>
          <a:p>
            <a:pPr marL="0" marR="0" lvl="0" indent="0" algn="ctr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00FF00"/>
                </a:highlight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质、量、速</a:t>
            </a:r>
          </a:p>
        </p:txBody>
      </p:sp>
      <p:sp>
        <p:nvSpPr>
          <p:cNvPr id="44090" name="Text Box 3">
            <a:extLst>
              <a:ext uri="{FF2B5EF4-FFF2-40B4-BE49-F238E27FC236}">
                <a16:creationId xmlns:a16="http://schemas.microsoft.com/office/drawing/2014/main" id="{91FD73C6-891B-55AC-4613-5B5DDE3E7F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9957" y="2596383"/>
            <a:ext cx="321417" cy="1384995"/>
          </a:xfrm>
          <a:prstGeom prst="rect">
            <a:avLst/>
          </a:prstGeom>
          <a:solidFill>
            <a:srgbClr val="FFC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共享：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rgbClr val="0099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收入分配</a:t>
            </a:r>
          </a:p>
        </p:txBody>
      </p:sp>
      <p:sp>
        <p:nvSpPr>
          <p:cNvPr id="44092" name="Text Box 3">
            <a:extLst>
              <a:ext uri="{FF2B5EF4-FFF2-40B4-BE49-F238E27FC236}">
                <a16:creationId xmlns:a16="http://schemas.microsoft.com/office/drawing/2014/main" id="{03A9F7B1-D221-5F76-5755-E14E7D1D80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7412" y="1468694"/>
            <a:ext cx="300000" cy="646331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外循环</a:t>
            </a:r>
          </a:p>
        </p:txBody>
      </p:sp>
      <p:grpSp>
        <p:nvGrpSpPr>
          <p:cNvPr id="44093" name="Group 2">
            <a:extLst>
              <a:ext uri="{FF2B5EF4-FFF2-40B4-BE49-F238E27FC236}">
                <a16:creationId xmlns:a16="http://schemas.microsoft.com/office/drawing/2014/main" id="{0CE21F14-B93E-6354-FD2E-CBDF5CFBAFF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195986" y="1455996"/>
            <a:ext cx="126984" cy="723806"/>
            <a:chOff x="0" y="0"/>
            <a:chExt cx="182" cy="1089"/>
          </a:xfrm>
        </p:grpSpPr>
        <p:sp>
          <p:nvSpPr>
            <p:cNvPr id="44129" name="Line 27">
              <a:extLst>
                <a:ext uri="{FF2B5EF4-FFF2-40B4-BE49-F238E27FC236}">
                  <a16:creationId xmlns:a16="http://schemas.microsoft.com/office/drawing/2014/main" id="{CEF527C3-139E-AB7E-8099-09F0915ACA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30" name="Line 28">
              <a:extLst>
                <a:ext uri="{FF2B5EF4-FFF2-40B4-BE49-F238E27FC236}">
                  <a16:creationId xmlns:a16="http://schemas.microsoft.com/office/drawing/2014/main" id="{5F8C9A96-40AC-BAD6-8082-9B089BF70A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108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31" name="Line 29">
              <a:extLst>
                <a:ext uri="{FF2B5EF4-FFF2-40B4-BE49-F238E27FC236}">
                  <a16:creationId xmlns:a16="http://schemas.microsoft.com/office/drawing/2014/main" id="{C83256F5-E221-9DB9-27C6-884FCF0CAA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089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44094" name="Line 25">
            <a:extLst>
              <a:ext uri="{FF2B5EF4-FFF2-40B4-BE49-F238E27FC236}">
                <a16:creationId xmlns:a16="http://schemas.microsoft.com/office/drawing/2014/main" id="{2F362B32-6BD5-7A7A-79CF-5E7ED666AF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340430" y="1848056"/>
            <a:ext cx="119047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grpSp>
        <p:nvGrpSpPr>
          <p:cNvPr id="44095" name="Group 21">
            <a:extLst>
              <a:ext uri="{FF2B5EF4-FFF2-40B4-BE49-F238E27FC236}">
                <a16:creationId xmlns:a16="http://schemas.microsoft.com/office/drawing/2014/main" id="{ABABCD24-BAFF-59BB-7DA4-58DF5E66ED3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767410" y="2033772"/>
            <a:ext cx="88888" cy="2826969"/>
            <a:chOff x="3424" y="1570"/>
            <a:chExt cx="182" cy="1089"/>
          </a:xfrm>
        </p:grpSpPr>
        <p:sp>
          <p:nvSpPr>
            <p:cNvPr id="44126" name="Line 22">
              <a:extLst>
                <a:ext uri="{FF2B5EF4-FFF2-40B4-BE49-F238E27FC236}">
                  <a16:creationId xmlns:a16="http://schemas.microsoft.com/office/drawing/2014/main" id="{0071B5C7-F05A-281F-560F-40B972FF5F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1570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27" name="Line 23">
              <a:extLst>
                <a:ext uri="{FF2B5EF4-FFF2-40B4-BE49-F238E27FC236}">
                  <a16:creationId xmlns:a16="http://schemas.microsoft.com/office/drawing/2014/main" id="{714463B1-180A-0202-E1CB-631F323DB6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1570"/>
              <a:ext cx="0" cy="108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28" name="Line 24">
              <a:extLst>
                <a:ext uri="{FF2B5EF4-FFF2-40B4-BE49-F238E27FC236}">
                  <a16:creationId xmlns:a16="http://schemas.microsoft.com/office/drawing/2014/main" id="{92F07945-0A0C-2DD7-4D28-8DF930BC81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2659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44096" name="Text Box 3">
            <a:extLst>
              <a:ext uri="{FF2B5EF4-FFF2-40B4-BE49-F238E27FC236}">
                <a16:creationId xmlns:a16="http://schemas.microsoft.com/office/drawing/2014/main" id="{AE072D19-692B-FC9C-6B54-EBE461B19F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3810" y="2516960"/>
            <a:ext cx="399998" cy="2062103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双循环新发展格局</a:t>
            </a:r>
          </a:p>
        </p:txBody>
      </p:sp>
      <p:sp>
        <p:nvSpPr>
          <p:cNvPr id="44097" name="Line 25">
            <a:extLst>
              <a:ext uri="{FF2B5EF4-FFF2-40B4-BE49-F238E27FC236}">
                <a16:creationId xmlns:a16="http://schemas.microsoft.com/office/drawing/2014/main" id="{49EA9668-A0DA-8C61-9849-359629F68A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30112" y="4660885"/>
            <a:ext cx="302291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98" name="Text Box 3">
            <a:extLst>
              <a:ext uri="{FF2B5EF4-FFF2-40B4-BE49-F238E27FC236}">
                <a16:creationId xmlns:a16="http://schemas.microsoft.com/office/drawing/2014/main" id="{80A19A6F-109C-BAC3-1210-B50DFCBC51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3187" y="212750"/>
            <a:ext cx="4428549" cy="646331"/>
          </a:xfrm>
          <a:prstGeom prst="rect">
            <a:avLst/>
          </a:prstGeom>
          <a:solidFill>
            <a:srgbClr val="00B05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经济与社会效益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</p:txBody>
      </p:sp>
      <p:sp>
        <p:nvSpPr>
          <p:cNvPr id="44099" name="Text Box 3">
            <a:extLst>
              <a:ext uri="{FF2B5EF4-FFF2-40B4-BE49-F238E27FC236}">
                <a16:creationId xmlns:a16="http://schemas.microsoft.com/office/drawing/2014/main" id="{C038D77A-11CD-F795-6E0A-16A8E10BA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8078" y="1970280"/>
            <a:ext cx="1057137" cy="276999"/>
          </a:xfrm>
          <a:prstGeom prst="rect">
            <a:avLst/>
          </a:prstGeom>
          <a:solidFill>
            <a:srgbClr val="92D05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劳动生产率</a:t>
            </a:r>
          </a:p>
        </p:txBody>
      </p:sp>
      <p:sp>
        <p:nvSpPr>
          <p:cNvPr id="44100" name="Text Box 3">
            <a:extLst>
              <a:ext uri="{FF2B5EF4-FFF2-40B4-BE49-F238E27FC236}">
                <a16:creationId xmlns:a16="http://schemas.microsoft.com/office/drawing/2014/main" id="{3F0D3991-ADA1-D6BB-A089-037880DF7A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8230" y="1630597"/>
            <a:ext cx="214284" cy="830997"/>
          </a:xfrm>
          <a:prstGeom prst="rect">
            <a:avLst/>
          </a:prstGeom>
          <a:solidFill>
            <a:srgbClr val="92D05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自主创新</a:t>
            </a:r>
          </a:p>
        </p:txBody>
      </p:sp>
      <p:sp>
        <p:nvSpPr>
          <p:cNvPr id="145" name="Text Box 3">
            <a:extLst>
              <a:ext uri="{FF2B5EF4-FFF2-40B4-BE49-F238E27FC236}">
                <a16:creationId xmlns:a16="http://schemas.microsoft.com/office/drawing/2014/main" id="{639BC1E4-851C-C900-E104-3AFF6F1091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467" y="3494785"/>
            <a:ext cx="758714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以人民为中心</a:t>
            </a:r>
          </a:p>
        </p:txBody>
      </p:sp>
      <p:sp>
        <p:nvSpPr>
          <p:cNvPr id="146" name="Text Box 3">
            <a:extLst>
              <a:ext uri="{FF2B5EF4-FFF2-40B4-BE49-F238E27FC236}">
                <a16:creationId xmlns:a16="http://schemas.microsoft.com/office/drawing/2014/main" id="{C248E243-1FF5-A932-F64B-A7220A09A4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6808" y="2932179"/>
            <a:ext cx="898409" cy="27699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竞争优势</a:t>
            </a: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F02DC12F-53AB-7FA9-056A-44C2A1C8BC0C}"/>
                  </a:ext>
                </a:extLst>
              </p14:cNvPr>
              <p14:cNvContentPartPr/>
              <p14:nvPr/>
            </p14:nvContentPartPr>
            <p14:xfrm>
              <a:off x="5486050" y="5748484"/>
              <a:ext cx="11160" cy="36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F02DC12F-53AB-7FA9-056A-44C2A1C8BC0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68050" y="5640484"/>
                <a:ext cx="468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31787B36-F3C5-85B5-6813-554AA7250BEB}"/>
                  </a:ext>
                </a:extLst>
              </p14:cNvPr>
              <p14:cNvContentPartPr/>
              <p14:nvPr/>
            </p14:nvContentPartPr>
            <p14:xfrm>
              <a:off x="5790930" y="4245320"/>
              <a:ext cx="360" cy="360"/>
            </p14:xfrm>
          </p:contentPart>
        </mc:Choice>
        <mc:Fallback xmlns=""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31787B36-F3C5-85B5-6813-554AA7250BE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72930" y="4137320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B6E8A0FA-C0E4-05B0-96CF-DF9258829558}"/>
                  </a:ext>
                </a:extLst>
              </p14:cNvPr>
              <p14:cNvContentPartPr/>
              <p14:nvPr/>
            </p14:nvContentPartPr>
            <p14:xfrm>
              <a:off x="5444296" y="3142064"/>
              <a:ext cx="360" cy="360"/>
            </p14:xfrm>
          </p:contentPart>
        </mc:Choice>
        <mc:Fallback xmlns=""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B6E8A0FA-C0E4-05B0-96CF-DF925882955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26296" y="3034064"/>
                <a:ext cx="36000" cy="21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4106" name="组合 22">
            <a:extLst>
              <a:ext uri="{FF2B5EF4-FFF2-40B4-BE49-F238E27FC236}">
                <a16:creationId xmlns:a16="http://schemas.microsoft.com/office/drawing/2014/main" id="{740D31AB-8FBC-6446-CDEE-B2E8CE5911DE}"/>
              </a:ext>
            </a:extLst>
          </p:cNvPr>
          <p:cNvGrpSpPr>
            <a:grpSpLocks/>
          </p:cNvGrpSpPr>
          <p:nvPr/>
        </p:nvGrpSpPr>
        <p:grpSpPr bwMode="auto">
          <a:xfrm>
            <a:off x="5759494" y="5727402"/>
            <a:ext cx="95238" cy="125397"/>
            <a:chOff x="5759570" y="5727906"/>
            <a:chExt cx="95040" cy="12600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C7441B6F-4703-51AA-EE05-FB90EBECA8F7}"/>
                    </a:ext>
                  </a:extLst>
                </p14:cNvPr>
                <p14:cNvContentPartPr/>
                <p14:nvPr/>
              </p14:nvContentPartPr>
              <p14:xfrm>
                <a:off x="5843450" y="5727906"/>
                <a:ext cx="360" cy="360"/>
              </p14:xfrm>
            </p:contentPart>
          </mc:Choice>
          <mc:Fallback xmlns=""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C7441B6F-4703-51AA-EE05-FB90EBECA8F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825450" y="561990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1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9F09363C-CC35-22C5-4450-29F540FD6B7B}"/>
                    </a:ext>
                  </a:extLst>
                </p14:cNvPr>
                <p14:cNvContentPartPr/>
                <p14:nvPr/>
              </p14:nvContentPartPr>
              <p14:xfrm>
                <a:off x="5832650" y="5801346"/>
                <a:ext cx="360" cy="360"/>
              </p14:xfrm>
            </p:contentPart>
          </mc:Choice>
          <mc:Fallback xmlns=""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9F09363C-CC35-22C5-4450-29F540FD6B7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814650" y="569334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4189326D-A262-C44C-A509-AB8D4DAF5277}"/>
                    </a:ext>
                  </a:extLst>
                </p14:cNvPr>
                <p14:cNvContentPartPr/>
                <p14:nvPr/>
              </p14:nvContentPartPr>
              <p14:xfrm>
                <a:off x="5822570" y="5769666"/>
                <a:ext cx="360" cy="360"/>
              </p14:xfrm>
            </p:contentPart>
          </mc:Choice>
          <mc:Fallback xmlns=""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4189326D-A262-C44C-A509-AB8D4DAF527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804570" y="566166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5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88695C3A-F7DE-C026-09E1-0DC9497A2915}"/>
                    </a:ext>
                  </a:extLst>
                </p14:cNvPr>
                <p14:cNvContentPartPr/>
                <p14:nvPr/>
              </p14:nvContentPartPr>
              <p14:xfrm>
                <a:off x="5811770" y="5853546"/>
                <a:ext cx="360" cy="360"/>
              </p14:xfrm>
            </p:contentPart>
          </mc:Choice>
          <mc:Fallback xmlns=""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88695C3A-F7DE-C026-09E1-0DC9497A291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793770" y="574554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7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D9DC81A2-7B99-9BAB-DF19-D04BA2F14AB0}"/>
                    </a:ext>
                  </a:extLst>
                </p14:cNvPr>
                <p14:cNvContentPartPr/>
                <p14:nvPr/>
              </p14:nvContentPartPr>
              <p14:xfrm>
                <a:off x="5811770" y="5853546"/>
                <a:ext cx="360" cy="360"/>
              </p14:xfrm>
            </p:contentPart>
          </mc:Choice>
          <mc:Fallback xmlns=""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D9DC81A2-7B99-9BAB-DF19-D04BA2F14AB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793770" y="574554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AAC67A23-669E-1C90-17CB-D6E950649D07}"/>
                    </a:ext>
                  </a:extLst>
                </p14:cNvPr>
                <p14:cNvContentPartPr/>
                <p14:nvPr/>
              </p14:nvContentPartPr>
              <p14:xfrm>
                <a:off x="5759570" y="5822226"/>
                <a:ext cx="360" cy="360"/>
              </p14:xfrm>
            </p:contentPart>
          </mc:Choice>
          <mc:Fallback xmlns=""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AAC67A23-669E-1C90-17CB-D6E950649D0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741570" y="571422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0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57D4E5C8-5F68-95B6-1576-4BD30AE3D288}"/>
                    </a:ext>
                  </a:extLst>
                </p14:cNvPr>
                <p14:cNvContentPartPr/>
                <p14:nvPr/>
              </p14:nvContentPartPr>
              <p14:xfrm>
                <a:off x="5759570" y="5822226"/>
                <a:ext cx="360" cy="360"/>
              </p14:xfrm>
            </p:contentPart>
          </mc:Choice>
          <mc:Fallback xmlns=""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57D4E5C8-5F68-95B6-1576-4BD30AE3D2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741570" y="571422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1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22B98472-CE16-47AD-9EA6-C733259D1747}"/>
                    </a:ext>
                  </a:extLst>
                </p14:cNvPr>
                <p14:cNvContentPartPr/>
                <p14:nvPr/>
              </p14:nvContentPartPr>
              <p14:xfrm>
                <a:off x="5854250" y="5780466"/>
                <a:ext cx="360" cy="360"/>
              </p14:xfrm>
            </p:contentPart>
          </mc:Choice>
          <mc:Fallback xmlns=""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22B98472-CE16-47AD-9EA6-C733259D174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836250" y="567246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107" name="组合 21">
            <a:extLst>
              <a:ext uri="{FF2B5EF4-FFF2-40B4-BE49-F238E27FC236}">
                <a16:creationId xmlns:a16="http://schemas.microsoft.com/office/drawing/2014/main" id="{D87618B8-BD61-4454-0CBE-F5476ECBF7AC}"/>
              </a:ext>
            </a:extLst>
          </p:cNvPr>
          <p:cNvGrpSpPr>
            <a:grpSpLocks/>
          </p:cNvGrpSpPr>
          <p:nvPr/>
        </p:nvGrpSpPr>
        <p:grpSpPr bwMode="auto">
          <a:xfrm>
            <a:off x="6159494" y="5779782"/>
            <a:ext cx="9525" cy="0"/>
            <a:chOff x="6158810" y="5780466"/>
            <a:chExt cx="10800" cy="3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3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2265B97B-0847-4141-AE69-F30476177D40}"/>
                    </a:ext>
                  </a:extLst>
                </p14:cNvPr>
                <p14:cNvContentPartPr/>
                <p14:nvPr/>
              </p14:nvContentPartPr>
              <p14:xfrm>
                <a:off x="6158810" y="5780466"/>
                <a:ext cx="360" cy="360"/>
              </p14:xfrm>
            </p:contentPart>
          </mc:Choice>
          <mc:Fallback xmlns=""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2265B97B-0847-4141-AE69-F30476177D4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140810" y="567246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5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A017F50B-4A48-89AB-49FD-1EC9E4D5AB68}"/>
                    </a:ext>
                  </a:extLst>
                </p14:cNvPr>
                <p14:cNvContentPartPr/>
                <p14:nvPr/>
              </p14:nvContentPartPr>
              <p14:xfrm>
                <a:off x="6169250" y="5780466"/>
                <a:ext cx="360" cy="360"/>
              </p14:xfrm>
            </p:contentPart>
          </mc:Choice>
          <mc:Fallback xmlns=""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A017F50B-4A48-89AB-49FD-1EC9E4D5AB6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151250" y="567246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7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9BD2DBDC-46BC-4AB8-C7FE-31B9CD8DF02C}"/>
                    </a:ext>
                  </a:extLst>
                </p14:cNvPr>
                <p14:cNvContentPartPr/>
                <p14:nvPr/>
              </p14:nvContentPartPr>
              <p14:xfrm>
                <a:off x="6169250" y="5780466"/>
                <a:ext cx="360" cy="360"/>
              </p14:xfrm>
            </p:contentPart>
          </mc:Choice>
          <mc:Fallback xmlns=""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9BD2DBDC-46BC-4AB8-C7FE-31B9CD8DF02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151250" y="567246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8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5A614E52-DF78-447C-591F-9F12F9BD463B}"/>
                  </a:ext>
                </a:extLst>
              </p14:cNvPr>
              <p14:cNvContentPartPr/>
              <p14:nvPr/>
            </p14:nvContentPartPr>
            <p14:xfrm>
              <a:off x="7755914" y="5790239"/>
              <a:ext cx="360" cy="360"/>
            </p14:xfrm>
          </p:contentPart>
        </mc:Choice>
        <mc:Fallback xmlns=""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5A614E52-DF78-447C-591F-9F12F9BD463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737914" y="5682239"/>
                <a:ext cx="36000" cy="21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4109" name="组合 27">
            <a:extLst>
              <a:ext uri="{FF2B5EF4-FFF2-40B4-BE49-F238E27FC236}">
                <a16:creationId xmlns:a16="http://schemas.microsoft.com/office/drawing/2014/main" id="{C08890C2-E24D-4201-0C36-C433CB0ABCEE}"/>
              </a:ext>
            </a:extLst>
          </p:cNvPr>
          <p:cNvGrpSpPr>
            <a:grpSpLocks/>
          </p:cNvGrpSpPr>
          <p:nvPr/>
        </p:nvGrpSpPr>
        <p:grpSpPr bwMode="auto">
          <a:xfrm>
            <a:off x="6053144" y="2165516"/>
            <a:ext cx="1587" cy="0"/>
            <a:chOff x="6053690" y="2164626"/>
            <a:chExt cx="360" cy="3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0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8B4DA44D-D7FB-1612-4EAD-961C17D0CA9C}"/>
                    </a:ext>
                  </a:extLst>
                </p14:cNvPr>
                <p14:cNvContentPartPr/>
                <p14:nvPr/>
              </p14:nvContentPartPr>
              <p14:xfrm>
                <a:off x="6053690" y="2164626"/>
                <a:ext cx="360" cy="360"/>
              </p14:xfrm>
            </p:contentPart>
          </mc:Choice>
          <mc:Fallback xmlns=""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8B4DA44D-D7FB-1612-4EAD-961C17D0CA9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035690" y="205662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2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2863BA9D-0429-248B-AFA5-6EF821EFFC28}"/>
                    </a:ext>
                  </a:extLst>
                </p14:cNvPr>
                <p14:cNvContentPartPr/>
                <p14:nvPr/>
              </p14:nvContentPartPr>
              <p14:xfrm>
                <a:off x="6053690" y="2164626"/>
                <a:ext cx="360" cy="360"/>
              </p14:xfrm>
            </p:contentPart>
          </mc:Choice>
          <mc:Fallback xmlns=""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2863BA9D-0429-248B-AFA5-6EF821EFFC2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035690" y="205662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3">
            <p14:nvContentPartPr>
              <p14:cNvPr id="26" name="墨迹 25">
                <a:extLst>
                  <a:ext uri="{FF2B5EF4-FFF2-40B4-BE49-F238E27FC236}">
                    <a16:creationId xmlns:a16="http://schemas.microsoft.com/office/drawing/2014/main" id="{8FD3B9EB-325E-0105-C7B7-B3F88BC385A1}"/>
                  </a:ext>
                </a:extLst>
              </p14:cNvPr>
              <p14:cNvContentPartPr/>
              <p14:nvPr/>
            </p14:nvContentPartPr>
            <p14:xfrm>
              <a:off x="4120028" y="840524"/>
              <a:ext cx="360" cy="360"/>
            </p14:xfrm>
          </p:contentPart>
        </mc:Choice>
        <mc:Fallback xmlns="">
          <p:pic>
            <p:nvPicPr>
              <p:cNvPr id="26" name="墨迹 25">
                <a:extLst>
                  <a:ext uri="{FF2B5EF4-FFF2-40B4-BE49-F238E27FC236}">
                    <a16:creationId xmlns:a16="http://schemas.microsoft.com/office/drawing/2014/main" id="{8FD3B9EB-325E-0105-C7B7-B3F88BC385A1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102028" y="732524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5">
            <p14:nvContentPartPr>
              <p14:cNvPr id="27" name="墨迹 26">
                <a:extLst>
                  <a:ext uri="{FF2B5EF4-FFF2-40B4-BE49-F238E27FC236}">
                    <a16:creationId xmlns:a16="http://schemas.microsoft.com/office/drawing/2014/main" id="{F91F6475-CACD-9BED-DEB2-10EC3D826832}"/>
                  </a:ext>
                </a:extLst>
              </p14:cNvPr>
              <p14:cNvContentPartPr/>
              <p14:nvPr/>
            </p14:nvContentPartPr>
            <p14:xfrm>
              <a:off x="5118538" y="651548"/>
              <a:ext cx="360" cy="360"/>
            </p14:xfrm>
          </p:contentPart>
        </mc:Choice>
        <mc:Fallback xmlns="">
          <p:pic>
            <p:nvPicPr>
              <p:cNvPr id="27" name="墨迹 26">
                <a:extLst>
                  <a:ext uri="{FF2B5EF4-FFF2-40B4-BE49-F238E27FC236}">
                    <a16:creationId xmlns:a16="http://schemas.microsoft.com/office/drawing/2014/main" id="{F91F6475-CACD-9BED-DEB2-10EC3D826832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100538" y="543548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7">
            <p14:nvContentPartPr>
              <p14:cNvPr id="29" name="墨迹 28">
                <a:extLst>
                  <a:ext uri="{FF2B5EF4-FFF2-40B4-BE49-F238E27FC236}">
                    <a16:creationId xmlns:a16="http://schemas.microsoft.com/office/drawing/2014/main" id="{2015ECFB-B060-036E-27DD-A7A01B5A8710}"/>
                  </a:ext>
                </a:extLst>
              </p14:cNvPr>
              <p14:cNvContentPartPr/>
              <p14:nvPr/>
            </p14:nvContentPartPr>
            <p14:xfrm>
              <a:off x="10751084" y="6536782"/>
              <a:ext cx="360" cy="360"/>
            </p14:xfrm>
          </p:contentPart>
        </mc:Choice>
        <mc:Fallback xmlns="">
          <p:pic>
            <p:nvPicPr>
              <p:cNvPr id="29" name="墨迹 28">
                <a:extLst>
                  <a:ext uri="{FF2B5EF4-FFF2-40B4-BE49-F238E27FC236}">
                    <a16:creationId xmlns:a16="http://schemas.microsoft.com/office/drawing/2014/main" id="{2015ECFB-B060-036E-27DD-A7A01B5A8710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0733084" y="6428782"/>
                <a:ext cx="3600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143" name="Text Box 3">
            <a:extLst>
              <a:ext uri="{FF2B5EF4-FFF2-40B4-BE49-F238E27FC236}">
                <a16:creationId xmlns:a16="http://schemas.microsoft.com/office/drawing/2014/main" id="{18A39314-54A8-2C0E-705C-DFA03359DC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7065" y="945965"/>
            <a:ext cx="1150346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投资和贸易的自由化和便利化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EEAA6C7-D14B-19FC-3044-3610BFB08B7F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188681" y="6117335"/>
            <a:ext cx="3856611" cy="456997"/>
          </a:xfrm>
          <a:prstGeom prst="rect">
            <a:avLst/>
          </a:prstGeom>
        </p:spPr>
      </p:pic>
      <p:sp>
        <p:nvSpPr>
          <p:cNvPr id="44084" name="Line 25">
            <a:extLst>
              <a:ext uri="{FF2B5EF4-FFF2-40B4-BE49-F238E27FC236}">
                <a16:creationId xmlns:a16="http://schemas.microsoft.com/office/drawing/2014/main" id="{69625D3F-7EA0-593D-3241-E1E5B68AE6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4590" y="3991355"/>
            <a:ext cx="517457" cy="1098486"/>
          </a:xfrm>
          <a:prstGeom prst="line">
            <a:avLst/>
          </a:prstGeom>
          <a:noFill/>
          <a:ln w="25400">
            <a:solidFill>
              <a:srgbClr val="7A05FB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16" name="Line 30">
            <a:extLst>
              <a:ext uri="{FF2B5EF4-FFF2-40B4-BE49-F238E27FC236}">
                <a16:creationId xmlns:a16="http://schemas.microsoft.com/office/drawing/2014/main" id="{444006F9-F8DB-6452-455F-8F26E3844274}"/>
              </a:ext>
            </a:extLst>
          </p:cNvPr>
          <p:cNvSpPr>
            <a:spLocks noChangeShapeType="1"/>
          </p:cNvSpPr>
          <p:nvPr/>
        </p:nvSpPr>
        <p:spPr bwMode="auto">
          <a:xfrm>
            <a:off x="4622990" y="1952381"/>
            <a:ext cx="1134916" cy="1004518"/>
          </a:xfrm>
          <a:prstGeom prst="line">
            <a:avLst/>
          </a:prstGeom>
          <a:noFill/>
          <a:ln w="25400">
            <a:solidFill>
              <a:srgbClr val="7A05FB"/>
            </a:solidFill>
            <a:round/>
            <a:headEnd/>
            <a:tailEnd type="triangle" w="med" len="med"/>
          </a:ln>
          <a:scene3d>
            <a:camera prst="orthographicFront"/>
            <a:lightRig rig="threePt" dir="t"/>
          </a:scene3d>
          <a:sp3d extrusionH="76200">
            <a:extrusionClr>
              <a:srgbClr val="0000FF"/>
            </a:extrusionClr>
          </a:sp3d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2440000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Text Box 3">
            <a:extLst>
              <a:ext uri="{FF2B5EF4-FFF2-40B4-BE49-F238E27FC236}">
                <a16:creationId xmlns:a16="http://schemas.microsoft.com/office/drawing/2014/main" id="{4D43984F-7AA0-023B-63CE-2B88B5AC19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1815554"/>
            <a:ext cx="97155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3000" b="1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07523" name="Text Box 5">
            <a:extLst>
              <a:ext uri="{FF2B5EF4-FFF2-40B4-BE49-F238E27FC236}">
                <a16:creationId xmlns:a16="http://schemas.microsoft.com/office/drawing/2014/main" id="{236552A5-2A35-5C45-D551-888CFABF91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463" y="3753892"/>
            <a:ext cx="1403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07524" name="Text Box 6">
            <a:extLst>
              <a:ext uri="{FF2B5EF4-FFF2-40B4-BE49-F238E27FC236}">
                <a16:creationId xmlns:a16="http://schemas.microsoft.com/office/drawing/2014/main" id="{EE22CC02-67D4-97C7-24B6-049FEAEA2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2313" y="3582442"/>
            <a:ext cx="3509962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100" b="1">
                <a:solidFill>
                  <a:srgbClr val="FF0000"/>
                </a:solidFill>
                <a:ea typeface="宋体" panose="02010600030101010101" pitchFamily="2" charset="-122"/>
              </a:rPr>
              <a:t>  </a:t>
            </a:r>
          </a:p>
        </p:txBody>
      </p:sp>
      <p:sp>
        <p:nvSpPr>
          <p:cNvPr id="11270" name="Text Box 2">
            <a:extLst>
              <a:ext uri="{FF2B5EF4-FFF2-40B4-BE49-F238E27FC236}">
                <a16:creationId xmlns:a16="http://schemas.microsoft.com/office/drawing/2014/main" id="{A3C8BF8B-39C0-8D22-8D24-D922814264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0538" y="2406104"/>
            <a:ext cx="1143000" cy="461963"/>
          </a:xfrm>
          <a:prstGeom prst="rect">
            <a:avLst/>
          </a:prstGeom>
          <a:solidFill>
            <a:schemeClr val="bg1"/>
          </a:solidFill>
          <a:ln w="9525" cmpd="sng">
            <a:solidFill>
              <a:srgbClr val="3366FF"/>
            </a:solidFill>
            <a:miter lim="800000"/>
          </a:ln>
        </p:spPr>
        <p:txBody>
          <a:bodyPr>
            <a:spAutoFit/>
          </a:bodyPr>
          <a:lstStyle/>
          <a:p>
            <a:pPr algn="ctr" fontAlgn="t"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来源</a:t>
            </a:r>
          </a:p>
        </p:txBody>
      </p:sp>
      <p:sp>
        <p:nvSpPr>
          <p:cNvPr id="11271" name="Text Box 2">
            <a:extLst>
              <a:ext uri="{FF2B5EF4-FFF2-40B4-BE49-F238E27FC236}">
                <a16:creationId xmlns:a16="http://schemas.microsoft.com/office/drawing/2014/main" id="{FB2CFE8A-ABC4-8771-0EE3-5834563D4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4725" y="2312442"/>
            <a:ext cx="1863725" cy="600075"/>
          </a:xfrm>
          <a:prstGeom prst="rect">
            <a:avLst/>
          </a:prstGeom>
          <a:solidFill>
            <a:schemeClr val="bg1"/>
          </a:solidFill>
          <a:ln w="9525" cmpd="sng">
            <a:solidFill>
              <a:srgbClr val="3366FF"/>
            </a:solidFill>
            <a:miter lim="800000"/>
          </a:ln>
        </p:spPr>
        <p:txBody>
          <a:bodyPr>
            <a:spAutoFit/>
          </a:bodyPr>
          <a:lstStyle/>
          <a:p>
            <a:pPr algn="ctr" fontAlgn="t">
              <a:spcBef>
                <a:spcPct val="50000"/>
              </a:spcBef>
              <a:defRPr/>
            </a:pPr>
            <a:r>
              <a:rPr lang="zh-CN" altLang="en-US" sz="21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地位：</a:t>
            </a:r>
            <a:r>
              <a:rPr lang="zh-CN" altLang="en-US" sz="12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历史和人民的选择，宪法和法律赋予</a:t>
            </a:r>
          </a:p>
        </p:txBody>
      </p:sp>
      <p:sp>
        <p:nvSpPr>
          <p:cNvPr id="11272" name="Text Box 2">
            <a:extLst>
              <a:ext uri="{FF2B5EF4-FFF2-40B4-BE49-F238E27FC236}">
                <a16:creationId xmlns:a16="http://schemas.microsoft.com/office/drawing/2014/main" id="{228E6AFE-177E-B3F0-E0F3-931E14533F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6763" y="2426742"/>
            <a:ext cx="1028700" cy="415925"/>
          </a:xfrm>
          <a:prstGeom prst="rect">
            <a:avLst/>
          </a:prstGeom>
          <a:solidFill>
            <a:schemeClr val="bg1"/>
          </a:solidFill>
          <a:ln w="9525" cmpd="sng">
            <a:solidFill>
              <a:srgbClr val="3366FF"/>
            </a:solidFill>
            <a:miter lim="800000"/>
          </a:ln>
        </p:spPr>
        <p:txBody>
          <a:bodyPr>
            <a:spAutoFit/>
          </a:bodyPr>
          <a:lstStyle/>
          <a:p>
            <a:pPr algn="ctr" fontAlgn="t">
              <a:spcBef>
                <a:spcPct val="50000"/>
              </a:spcBef>
              <a:defRPr/>
            </a:pPr>
            <a:r>
              <a:rPr lang="zh-CN" altLang="en-US" sz="21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规则</a:t>
            </a:r>
          </a:p>
        </p:txBody>
      </p:sp>
      <p:sp>
        <p:nvSpPr>
          <p:cNvPr id="11273" name="Text Box 2">
            <a:extLst>
              <a:ext uri="{FF2B5EF4-FFF2-40B4-BE49-F238E27FC236}">
                <a16:creationId xmlns:a16="http://schemas.microsoft.com/office/drawing/2014/main" id="{CE6FACF0-D41A-7B1C-A7D4-CA18808AC9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4613" y="2426742"/>
            <a:ext cx="971550" cy="415925"/>
          </a:xfrm>
          <a:prstGeom prst="rect">
            <a:avLst/>
          </a:prstGeom>
          <a:solidFill>
            <a:schemeClr val="bg1"/>
          </a:solidFill>
          <a:ln w="9525" cmpd="sng">
            <a:solidFill>
              <a:srgbClr val="3366FF"/>
            </a:solidFill>
            <a:miter lim="800000"/>
          </a:ln>
        </p:spPr>
        <p:txBody>
          <a:bodyPr>
            <a:spAutoFit/>
          </a:bodyPr>
          <a:lstStyle/>
          <a:p>
            <a:pPr algn="ctr" fontAlgn="t">
              <a:spcBef>
                <a:spcPct val="50000"/>
              </a:spcBef>
              <a:defRPr/>
            </a:pPr>
            <a:r>
              <a:rPr lang="zh-CN" altLang="en-US" sz="21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治理</a:t>
            </a:r>
          </a:p>
        </p:txBody>
      </p:sp>
      <p:sp>
        <p:nvSpPr>
          <p:cNvPr id="11274" name="Text Box 2">
            <a:extLst>
              <a:ext uri="{FF2B5EF4-FFF2-40B4-BE49-F238E27FC236}">
                <a16:creationId xmlns:a16="http://schemas.microsoft.com/office/drawing/2014/main" id="{3B594864-78A4-5E2B-AC85-0C2445F2AF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3413" y="3112542"/>
            <a:ext cx="935037" cy="1754187"/>
          </a:xfrm>
          <a:prstGeom prst="rect">
            <a:avLst/>
          </a:prstGeom>
          <a:solidFill>
            <a:schemeClr val="bg1"/>
          </a:solidFill>
          <a:ln w="9525" cmpd="sng">
            <a:solidFill>
              <a:srgbClr val="3366FF"/>
            </a:solidFill>
            <a:miter lim="800000"/>
          </a:ln>
        </p:spPr>
        <p:txBody>
          <a:bodyPr>
            <a:spAutoFit/>
          </a:bodyPr>
          <a:lstStyle/>
          <a:p>
            <a:pPr algn="ctr" fontAlgn="t">
              <a:spcBef>
                <a:spcPct val="50000"/>
              </a:spcBef>
              <a:defRPr/>
            </a:pPr>
            <a:r>
              <a:rPr lang="zh-CN" altLang="en-US" sz="27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性质</a:t>
            </a:r>
            <a:endParaRPr lang="en-US" altLang="zh-CN" sz="27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 fontAlgn="t">
              <a:spcBef>
                <a:spcPct val="50000"/>
              </a:spcBef>
              <a:defRPr/>
            </a:pPr>
            <a:r>
              <a:rPr lang="zh-CN" altLang="en-US" sz="27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理念</a:t>
            </a:r>
            <a:endParaRPr lang="en-US" altLang="zh-CN" sz="27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 fontAlgn="t">
              <a:spcBef>
                <a:spcPct val="50000"/>
              </a:spcBef>
              <a:defRPr/>
            </a:pPr>
            <a:r>
              <a:rPr lang="zh-CN" altLang="en-US" sz="27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思想</a:t>
            </a:r>
          </a:p>
        </p:txBody>
      </p:sp>
      <p:sp>
        <p:nvSpPr>
          <p:cNvPr id="11275" name="Text Box 2">
            <a:extLst>
              <a:ext uri="{FF2B5EF4-FFF2-40B4-BE49-F238E27FC236}">
                <a16:creationId xmlns:a16="http://schemas.microsoft.com/office/drawing/2014/main" id="{0535F535-AAC0-3984-0950-DFF12BF29A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8689" y="3252009"/>
            <a:ext cx="1971633" cy="1492716"/>
          </a:xfrm>
          <a:prstGeom prst="rect">
            <a:avLst/>
          </a:prstGeom>
          <a:solidFill>
            <a:schemeClr val="bg1"/>
          </a:solidFill>
          <a:ln w="9525" cmpd="sng">
            <a:solidFill>
              <a:srgbClr val="3366FF"/>
            </a:solidFill>
            <a:miter lim="800000"/>
          </a:ln>
        </p:spPr>
        <p:txBody>
          <a:bodyPr wrap="square">
            <a:spAutoFit/>
          </a:bodyPr>
          <a:lstStyle/>
          <a:p>
            <a:pPr algn="ctr" fontAlgn="t">
              <a:spcBef>
                <a:spcPct val="50000"/>
              </a:spcBef>
              <a:defRPr/>
            </a:pPr>
            <a:r>
              <a:rPr lang="zh-CN" altLang="en-US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党中央：</a:t>
            </a:r>
            <a:r>
              <a:rPr lang="zh-CN" altLang="en-US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中国特色社会主义事业核心</a:t>
            </a:r>
            <a:endParaRPr lang="en-US" altLang="zh-CN" sz="1400" b="1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 fontAlgn="t">
              <a:spcBef>
                <a:spcPct val="50000"/>
              </a:spcBef>
              <a:defRPr/>
            </a:pPr>
            <a:r>
              <a:rPr lang="zh-CN" altLang="en-US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协调各方，总揽全局</a:t>
            </a:r>
            <a:endParaRPr lang="en-US" altLang="zh-CN" sz="1400" b="1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 fontAlgn="t">
              <a:spcBef>
                <a:spcPct val="50000"/>
              </a:spcBef>
              <a:defRPr/>
            </a:pPr>
            <a:r>
              <a:rPr lang="zh-CN" altLang="en-US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基层：</a:t>
            </a:r>
            <a:r>
              <a:rPr lang="zh-CN" altLang="en-US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战斗堡垒</a:t>
            </a:r>
            <a:endParaRPr lang="en-US" altLang="zh-CN" sz="14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 fontAlgn="t">
              <a:spcBef>
                <a:spcPct val="50000"/>
              </a:spcBef>
              <a:defRPr/>
            </a:pPr>
            <a:r>
              <a:rPr lang="zh-CN" altLang="en-US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党员：</a:t>
            </a:r>
            <a:r>
              <a:rPr lang="zh-CN" altLang="en-US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先锋模范作用</a:t>
            </a:r>
            <a:endParaRPr lang="zh-CN" altLang="en-US" sz="1400" b="1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  <p:sp>
        <p:nvSpPr>
          <p:cNvPr id="11276" name="Text Box 2">
            <a:extLst>
              <a:ext uri="{FF2B5EF4-FFF2-40B4-BE49-F238E27FC236}">
                <a16:creationId xmlns:a16="http://schemas.microsoft.com/office/drawing/2014/main" id="{B93F3BA5-03EE-5E63-D1DB-EE93E13AA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6263" y="3106192"/>
            <a:ext cx="1598612" cy="2031325"/>
          </a:xfrm>
          <a:prstGeom prst="rect">
            <a:avLst/>
          </a:prstGeom>
          <a:solidFill>
            <a:schemeClr val="bg1"/>
          </a:solidFill>
          <a:ln w="9525" cmpd="sng">
            <a:solidFill>
              <a:srgbClr val="3366FF"/>
            </a:solidFill>
            <a:miter lim="800000"/>
          </a:ln>
        </p:spPr>
        <p:txBody>
          <a:bodyPr>
            <a:spAutoFit/>
          </a:bodyPr>
          <a:lstStyle/>
          <a:p>
            <a:pPr algn="ctr" fontAlgn="t">
              <a:spcBef>
                <a:spcPct val="50000"/>
              </a:spcBef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强：依法治国</a:t>
            </a:r>
          </a:p>
          <a:p>
            <a:pPr algn="ctr" fontAlgn="t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程：</a:t>
            </a:r>
            <a:r>
              <a:rPr lang="zh-CN" altLang="en-US" sz="15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民主集中制</a:t>
            </a:r>
            <a:endParaRPr lang="en-US" altLang="zh-CN" sz="15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itchFamily="49" charset="-122"/>
              <a:ea typeface="黑体" pitchFamily="49" charset="-122"/>
            </a:endParaRPr>
          </a:p>
          <a:p>
            <a:pPr algn="ctr" fontAlgn="t">
              <a:spcBef>
                <a:spcPct val="50000"/>
              </a:spcBef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道：全心全意</a:t>
            </a:r>
            <a:endParaRPr lang="en-US" altLang="zh-CN" b="1" dirty="0">
              <a:effectLst>
                <a:outerShdw blurRad="38100" dist="38100" dir="2700000" algn="tl">
                  <a:srgbClr val="C0C0C0"/>
                </a:outerShdw>
              </a:effectLst>
              <a:latin typeface="黑体" pitchFamily="49" charset="-122"/>
              <a:ea typeface="黑体" pitchFamily="49" charset="-122"/>
            </a:endParaRPr>
          </a:p>
          <a:p>
            <a:pPr algn="ctr" fontAlgn="t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黑体" pitchFamily="49" charset="-122"/>
                <a:ea typeface="黑体" pitchFamily="49" charset="-122"/>
              </a:rPr>
              <a:t>以人民为中心</a:t>
            </a:r>
            <a:endParaRPr lang="en-US" altLang="zh-CN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highlight>
                <a:srgbClr val="FFFF00"/>
              </a:highlight>
              <a:latin typeface="黑体" pitchFamily="49" charset="-122"/>
              <a:ea typeface="黑体" pitchFamily="49" charset="-122"/>
            </a:endParaRPr>
          </a:p>
          <a:p>
            <a:pPr algn="ctr" fontAlgn="t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人民立场</a:t>
            </a:r>
          </a:p>
        </p:txBody>
      </p:sp>
      <p:sp>
        <p:nvSpPr>
          <p:cNvPr id="11277" name="Text Box 2">
            <a:extLst>
              <a:ext uri="{FF2B5EF4-FFF2-40B4-BE49-F238E27FC236}">
                <a16:creationId xmlns:a16="http://schemas.microsoft.com/office/drawing/2014/main" id="{695AB553-4E5B-BD57-0F8E-9C8EFAB496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2713" y="2890342"/>
            <a:ext cx="2422525" cy="2189061"/>
          </a:xfrm>
          <a:prstGeom prst="rect">
            <a:avLst/>
          </a:prstGeom>
          <a:solidFill>
            <a:schemeClr val="bg1"/>
          </a:solidFill>
          <a:ln w="9525" cmpd="sng">
            <a:solidFill>
              <a:srgbClr val="3366FF"/>
            </a:solidFill>
            <a:miter lim="800000"/>
          </a:ln>
        </p:spPr>
        <p:txBody>
          <a:bodyPr wrap="square">
            <a:spAutoFit/>
          </a:bodyPr>
          <a:lstStyle/>
          <a:p>
            <a:pPr algn="ctr" fontAlgn="t">
              <a:spcBef>
                <a:spcPct val="50000"/>
              </a:spcBef>
              <a:defRPr/>
            </a:pPr>
            <a:r>
              <a:rPr lang="zh-CN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全面领导</a:t>
            </a:r>
            <a:endParaRPr lang="en-US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</a:endParaRPr>
          </a:p>
          <a:p>
            <a:pPr algn="ctr" fontAlgn="t">
              <a:spcBef>
                <a:spcPct val="50000"/>
              </a:spcBef>
              <a:defRPr/>
            </a:pPr>
            <a:r>
              <a:rPr lang="zh-CN" altLang="en-US" sz="11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（</a:t>
            </a:r>
            <a:r>
              <a:rPr lang="zh-CN" altLang="en-US" sz="11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思想、组织、</a:t>
            </a:r>
            <a:r>
              <a:rPr lang="zh-CN" altLang="en-US" sz="11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政治</a:t>
            </a:r>
            <a:r>
              <a:rPr lang="zh-CN" altLang="en-US" sz="11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）</a:t>
            </a:r>
            <a:endParaRPr lang="en-US" altLang="zh-CN" sz="1100" b="1" dirty="0"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</a:endParaRPr>
          </a:p>
          <a:p>
            <a:pPr algn="ctr" fontAlgn="t">
              <a:spcBef>
                <a:spcPct val="50000"/>
              </a:spcBef>
              <a:defRPr/>
            </a:pPr>
            <a:r>
              <a:rPr lang="zh-CN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执政方式</a:t>
            </a:r>
            <a:endParaRPr lang="en-US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</a:endParaRPr>
          </a:p>
          <a:p>
            <a:pPr algn="ctr" fontAlgn="t">
              <a:spcBef>
                <a:spcPct val="50000"/>
              </a:spcBef>
              <a:defRPr/>
            </a:pPr>
            <a:r>
              <a:rPr lang="zh-CN" altLang="en-US" sz="10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（</a:t>
            </a:r>
            <a:r>
              <a:rPr lang="zh-CN" altLang="en-US" sz="105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科学、民主</a:t>
            </a:r>
            <a:r>
              <a:rPr lang="en-US" altLang="zh-CN" sz="105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—</a:t>
            </a:r>
            <a:r>
              <a:rPr lang="zh-CN" altLang="en-US" sz="105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民主协商、</a:t>
            </a:r>
            <a:r>
              <a:rPr lang="zh-CN" altLang="en-US" sz="105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依法</a:t>
            </a:r>
            <a:r>
              <a:rPr lang="zh-CN" altLang="en-US" sz="10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）</a:t>
            </a:r>
            <a:endParaRPr lang="en-US" altLang="zh-CN" sz="1050" b="1" dirty="0"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</a:endParaRPr>
          </a:p>
          <a:p>
            <a:pPr algn="ctr" fontAlgn="t">
              <a:spcBef>
                <a:spcPct val="50000"/>
              </a:spcBef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党要管党，从严治党</a:t>
            </a:r>
            <a:endParaRPr lang="en-US" altLang="zh-CN" b="1" dirty="0"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</a:endParaRPr>
          </a:p>
          <a:p>
            <a:pPr algn="ctr" fontAlgn="t">
              <a:spcBef>
                <a:spcPct val="50000"/>
              </a:spcBef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先进性和纯洁性</a:t>
            </a:r>
            <a:endParaRPr lang="en-US" altLang="zh-CN" b="1" dirty="0"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</a:endParaRPr>
          </a:p>
        </p:txBody>
      </p:sp>
      <p:sp>
        <p:nvSpPr>
          <p:cNvPr id="343054" name="右箭头 14">
            <a:extLst>
              <a:ext uri="{FF2B5EF4-FFF2-40B4-BE49-F238E27FC236}">
                <a16:creationId xmlns:a16="http://schemas.microsoft.com/office/drawing/2014/main" id="{2485C765-5728-33AF-E604-C6CCB9E41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0768" y="2454531"/>
            <a:ext cx="365125" cy="384175"/>
          </a:xfrm>
          <a:prstGeom prst="rightArrow">
            <a:avLst>
              <a:gd name="adj1" fmla="val 50000"/>
              <a:gd name="adj2" fmla="val 46931"/>
            </a:avLst>
          </a:prstGeom>
          <a:solidFill>
            <a:srgbClr val="00B050"/>
          </a:solidFill>
          <a:ln w="25400">
            <a:solidFill>
              <a:srgbClr val="3481A7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zh-CN" altLang="en-US" sz="1350" b="1">
              <a:solidFill>
                <a:srgbClr val="FF0000"/>
              </a:solidFill>
            </a:endParaRPr>
          </a:p>
        </p:txBody>
      </p:sp>
      <p:sp>
        <p:nvSpPr>
          <p:cNvPr id="343055" name="右箭头 15">
            <a:extLst>
              <a:ext uri="{FF2B5EF4-FFF2-40B4-BE49-F238E27FC236}">
                <a16:creationId xmlns:a16="http://schemas.microsoft.com/office/drawing/2014/main" id="{1CD7AE86-F85C-4111-76F5-C09B8F3C9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0363" y="2480717"/>
            <a:ext cx="327025" cy="384175"/>
          </a:xfrm>
          <a:prstGeom prst="rightArrow">
            <a:avLst>
              <a:gd name="adj1" fmla="val 50000"/>
              <a:gd name="adj2" fmla="val 47074"/>
            </a:avLst>
          </a:prstGeom>
          <a:solidFill>
            <a:srgbClr val="00B050"/>
          </a:solidFill>
          <a:ln w="25400">
            <a:solidFill>
              <a:srgbClr val="3481A7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zh-CN" altLang="en-US" sz="1350" b="1">
              <a:solidFill>
                <a:srgbClr val="FF0000"/>
              </a:solidFill>
            </a:endParaRPr>
          </a:p>
        </p:txBody>
      </p:sp>
      <p:sp>
        <p:nvSpPr>
          <p:cNvPr id="343056" name="右箭头 16">
            <a:extLst>
              <a:ext uri="{FF2B5EF4-FFF2-40B4-BE49-F238E27FC236}">
                <a16:creationId xmlns:a16="http://schemas.microsoft.com/office/drawing/2014/main" id="{4EE23741-959D-326D-9337-D2488F527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0250" y="2461667"/>
            <a:ext cx="407988" cy="384175"/>
          </a:xfrm>
          <a:prstGeom prst="rightArrow">
            <a:avLst>
              <a:gd name="adj1" fmla="val 50000"/>
              <a:gd name="adj2" fmla="val 49989"/>
            </a:avLst>
          </a:prstGeom>
          <a:solidFill>
            <a:srgbClr val="00B050"/>
          </a:solidFill>
          <a:ln w="25400">
            <a:solidFill>
              <a:srgbClr val="3481A7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zh-CN" altLang="en-US" sz="1350" b="1">
              <a:solidFill>
                <a:srgbClr val="FF0000"/>
              </a:solidFill>
            </a:endParaRPr>
          </a:p>
        </p:txBody>
      </p:sp>
      <p:sp>
        <p:nvSpPr>
          <p:cNvPr id="343057" name="右箭头 17">
            <a:extLst>
              <a:ext uri="{FF2B5EF4-FFF2-40B4-BE49-F238E27FC236}">
                <a16:creationId xmlns:a16="http://schemas.microsoft.com/office/drawing/2014/main" id="{D53BF468-AB38-D3A9-C81A-01C7C1FC3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6564" y="3561804"/>
            <a:ext cx="308016" cy="384175"/>
          </a:xfrm>
          <a:prstGeom prst="rightArrow">
            <a:avLst>
              <a:gd name="adj1" fmla="val 50000"/>
              <a:gd name="adj2" fmla="val 42278"/>
            </a:avLst>
          </a:prstGeom>
          <a:solidFill>
            <a:srgbClr val="00B050"/>
          </a:solidFill>
          <a:ln w="25400">
            <a:solidFill>
              <a:srgbClr val="3481A7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zh-CN" altLang="en-US" sz="1350" b="1">
              <a:solidFill>
                <a:srgbClr val="FF0000"/>
              </a:solidFill>
            </a:endParaRPr>
          </a:p>
        </p:txBody>
      </p:sp>
      <p:sp>
        <p:nvSpPr>
          <p:cNvPr id="343059" name="右箭头 19">
            <a:extLst>
              <a:ext uri="{FF2B5EF4-FFF2-40B4-BE49-F238E27FC236}">
                <a16:creationId xmlns:a16="http://schemas.microsoft.com/office/drawing/2014/main" id="{A353B11A-7466-25E3-86D7-76515EE3D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0912" y="3515767"/>
            <a:ext cx="325437" cy="384175"/>
          </a:xfrm>
          <a:prstGeom prst="rightArrow">
            <a:avLst>
              <a:gd name="adj1" fmla="val 50000"/>
              <a:gd name="adj2" fmla="val 47074"/>
            </a:avLst>
          </a:prstGeom>
          <a:solidFill>
            <a:srgbClr val="00B050"/>
          </a:solidFill>
          <a:ln w="25400">
            <a:solidFill>
              <a:srgbClr val="3481A7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zh-CN" altLang="en-US" sz="1350" b="1">
              <a:solidFill>
                <a:srgbClr val="FF0000"/>
              </a:solidFill>
            </a:endParaRPr>
          </a:p>
        </p:txBody>
      </p:sp>
      <p:sp>
        <p:nvSpPr>
          <p:cNvPr id="343061" name="右箭头 15">
            <a:extLst>
              <a:ext uri="{FF2B5EF4-FFF2-40B4-BE49-F238E27FC236}">
                <a16:creationId xmlns:a16="http://schemas.microsoft.com/office/drawing/2014/main" id="{5EF6C632-1F4D-7728-77E3-E127C1705D8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656263" y="2879179"/>
            <a:ext cx="327025" cy="384175"/>
          </a:xfrm>
          <a:prstGeom prst="rightArrow">
            <a:avLst>
              <a:gd name="adj1" fmla="val 50000"/>
              <a:gd name="adj2" fmla="val 47074"/>
            </a:avLst>
          </a:prstGeom>
          <a:solidFill>
            <a:srgbClr val="00B050"/>
          </a:solidFill>
          <a:ln w="25400">
            <a:solidFill>
              <a:srgbClr val="3481A7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zh-CN" altLang="en-US" sz="1350" b="1">
              <a:solidFill>
                <a:srgbClr val="FF0000"/>
              </a:solidFill>
            </a:endParaRPr>
          </a:p>
        </p:txBody>
      </p:sp>
      <p:sp>
        <p:nvSpPr>
          <p:cNvPr id="24" name="Text Box 2">
            <a:extLst>
              <a:ext uri="{FF2B5EF4-FFF2-40B4-BE49-F238E27FC236}">
                <a16:creationId xmlns:a16="http://schemas.microsoft.com/office/drawing/2014/main" id="{663DE588-A559-2616-D042-133A0D0F54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7150" y="3795167"/>
            <a:ext cx="1809750" cy="300037"/>
          </a:xfrm>
          <a:prstGeom prst="rect">
            <a:avLst/>
          </a:prstGeom>
          <a:solidFill>
            <a:srgbClr val="FF0000"/>
          </a:solidFill>
          <a:ln w="9525" cmpd="sng">
            <a:solidFill>
              <a:srgbClr val="3366FF"/>
            </a:solidFill>
            <a:miter lim="800000"/>
          </a:ln>
        </p:spPr>
        <p:txBody>
          <a:bodyPr>
            <a:spAutoFit/>
          </a:bodyPr>
          <a:lstStyle/>
          <a:p>
            <a:pPr algn="ctr" fontAlgn="t">
              <a:spcBef>
                <a:spcPct val="50000"/>
              </a:spcBef>
              <a:defRPr/>
            </a:pPr>
            <a:r>
              <a:rPr lang="zh-CN" altLang="en-US" sz="135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立党为公，执政为民</a:t>
            </a:r>
          </a:p>
        </p:txBody>
      </p:sp>
      <p:sp>
        <p:nvSpPr>
          <p:cNvPr id="25" name="Text Box 2">
            <a:extLst>
              <a:ext uri="{FF2B5EF4-FFF2-40B4-BE49-F238E27FC236}">
                <a16:creationId xmlns:a16="http://schemas.microsoft.com/office/drawing/2014/main" id="{8BB54039-EA79-C5B9-DE18-7A891316A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4225" y="3287167"/>
            <a:ext cx="1068388" cy="300037"/>
          </a:xfrm>
          <a:prstGeom prst="rect">
            <a:avLst/>
          </a:prstGeom>
          <a:solidFill>
            <a:srgbClr val="FF0000"/>
          </a:solidFill>
          <a:ln w="9525" cmpd="sng">
            <a:solidFill>
              <a:srgbClr val="3366FF"/>
            </a:solidFill>
            <a:miter lim="800000"/>
          </a:ln>
        </p:spPr>
        <p:txBody>
          <a:bodyPr>
            <a:spAutoFit/>
          </a:bodyPr>
          <a:lstStyle/>
          <a:p>
            <a:pPr algn="ctr" fontAlgn="t">
              <a:spcBef>
                <a:spcPct val="50000"/>
              </a:spcBef>
              <a:defRPr/>
            </a:pPr>
            <a:r>
              <a:rPr lang="zh-CN" altLang="en-US" sz="135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两个先锋队</a:t>
            </a:r>
          </a:p>
        </p:txBody>
      </p:sp>
      <p:sp>
        <p:nvSpPr>
          <p:cNvPr id="26" name="Text Box 2">
            <a:extLst>
              <a:ext uri="{FF2B5EF4-FFF2-40B4-BE49-F238E27FC236}">
                <a16:creationId xmlns:a16="http://schemas.microsoft.com/office/drawing/2014/main" id="{2A3C356C-DEDE-E785-A0AD-40A1101AB0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6" y="568776"/>
            <a:ext cx="1085850" cy="1384995"/>
          </a:xfrm>
          <a:prstGeom prst="rect">
            <a:avLst/>
          </a:prstGeom>
          <a:solidFill>
            <a:schemeClr val="bg1"/>
          </a:solidFill>
          <a:ln w="9525" cmpd="sng">
            <a:solidFill>
              <a:srgbClr val="3366FF"/>
            </a:solidFill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党的全面领导</a:t>
            </a:r>
          </a:p>
        </p:txBody>
      </p:sp>
      <p:sp>
        <p:nvSpPr>
          <p:cNvPr id="27" name="Text Box 2">
            <a:extLst>
              <a:ext uri="{FF2B5EF4-FFF2-40B4-BE49-F238E27FC236}">
                <a16:creationId xmlns:a16="http://schemas.microsoft.com/office/drawing/2014/main" id="{3B8D0269-9390-173A-4C10-FE6C002C64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7176" y="519610"/>
            <a:ext cx="4292600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sng">
            <a:solidFill>
              <a:schemeClr val="accent1"/>
            </a:solidFill>
            <a:miter lim="800000"/>
          </a:ln>
        </p:spPr>
        <p:txBody>
          <a:bodyPr>
            <a:spAutoFit/>
          </a:bodyPr>
          <a:lstStyle/>
          <a:p>
            <a:pPr marL="285750" indent="-285750" fontAlgn="t">
              <a:spcBef>
                <a:spcPct val="500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中国共产党是我国最高政治领导力量</a:t>
            </a:r>
          </a:p>
          <a:p>
            <a:pPr marL="285750" indent="-285750" fontAlgn="t">
              <a:spcBef>
                <a:spcPct val="500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中国共产党领导是中国特色社会主义                 最本质的特征</a:t>
            </a:r>
          </a:p>
          <a:p>
            <a:pPr marL="285750" indent="-285750" fontAlgn="t">
              <a:spcBef>
                <a:spcPct val="500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是中国特色社会主义制度的最大优势</a:t>
            </a:r>
          </a:p>
        </p:txBody>
      </p:sp>
      <p:sp>
        <p:nvSpPr>
          <p:cNvPr id="28" name="Text Box 2">
            <a:extLst>
              <a:ext uri="{FF2B5EF4-FFF2-40B4-BE49-F238E27FC236}">
                <a16:creationId xmlns:a16="http://schemas.microsoft.com/office/drawing/2014/main" id="{EFF2121D-8417-9109-9FC1-8A3F9619C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988" y="4303167"/>
            <a:ext cx="2740025" cy="482600"/>
          </a:xfrm>
          <a:prstGeom prst="rect">
            <a:avLst/>
          </a:prstGeom>
          <a:solidFill>
            <a:srgbClr val="FF0000"/>
          </a:solidFill>
          <a:ln w="9525" cmpd="sng">
            <a:solidFill>
              <a:srgbClr val="3366FF"/>
            </a:solidFill>
            <a:miter lim="800000"/>
          </a:ln>
        </p:spPr>
        <p:txBody>
          <a:bodyPr>
            <a:spAutoFit/>
          </a:bodyPr>
          <a:lstStyle/>
          <a:p>
            <a:pPr algn="ctr" fontAlgn="t">
              <a:spcBef>
                <a:spcPct val="50000"/>
              </a:spcBef>
              <a:defRPr/>
            </a:pPr>
            <a:r>
              <a:rPr lang="zh-CN" altLang="en-US" sz="1013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马恩列斯毛邓三科习</a:t>
            </a:r>
            <a:endParaRPr lang="en-US" altLang="zh-CN" sz="1013" b="1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 algn="ctr" fontAlgn="t">
              <a:spcBef>
                <a:spcPct val="50000"/>
              </a:spcBef>
              <a:defRPr/>
            </a:pPr>
            <a:r>
              <a:rPr lang="zh-CN" altLang="en-US" sz="1013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解放思想、实事求是、与时俱进、求真务实</a:t>
            </a:r>
          </a:p>
        </p:txBody>
      </p:sp>
      <p:sp>
        <p:nvSpPr>
          <p:cNvPr id="2" name="右箭头 17">
            <a:extLst>
              <a:ext uri="{FF2B5EF4-FFF2-40B4-BE49-F238E27FC236}">
                <a16:creationId xmlns:a16="http://schemas.microsoft.com/office/drawing/2014/main" id="{1E12A6CF-F967-D004-20D5-04F51AC706C1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7289007" y="1643310"/>
            <a:ext cx="684212" cy="384175"/>
          </a:xfrm>
          <a:prstGeom prst="rightArrow">
            <a:avLst>
              <a:gd name="adj1" fmla="val 50000"/>
              <a:gd name="adj2" fmla="val 42278"/>
            </a:avLst>
          </a:prstGeom>
          <a:solidFill>
            <a:srgbClr val="00B050"/>
          </a:solidFill>
          <a:ln w="25400">
            <a:solidFill>
              <a:srgbClr val="3481A7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zh-CN" altLang="en-US" sz="1350" b="1">
              <a:solidFill>
                <a:srgbClr val="FF0000"/>
              </a:solidFill>
            </a:endParaRP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9684E828-D682-240A-C854-F529A53EC0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3113" y="972591"/>
            <a:ext cx="5572125" cy="415925"/>
          </a:xfrm>
          <a:prstGeom prst="rect">
            <a:avLst/>
          </a:prstGeom>
          <a:solidFill>
            <a:schemeClr val="bg1"/>
          </a:solidFill>
          <a:ln w="9525" cmpd="sng">
            <a:solidFill>
              <a:srgbClr val="3366FF"/>
            </a:solidFill>
            <a:miter lim="800000"/>
          </a:ln>
        </p:spPr>
        <p:txBody>
          <a:bodyPr>
            <a:spAutoFit/>
          </a:bodyPr>
          <a:lstStyle/>
          <a:p>
            <a:pPr algn="ctr" fontAlgn="t">
              <a:spcBef>
                <a:spcPct val="50000"/>
              </a:spcBef>
              <a:defRPr/>
            </a:pPr>
            <a:r>
              <a:rPr lang="zh-CN" altLang="en-US" sz="21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不忘初心，牢记使命</a:t>
            </a:r>
            <a:r>
              <a:rPr lang="en-US" altLang="zh-CN" sz="21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--</a:t>
            </a:r>
            <a:r>
              <a:rPr lang="zh-CN" altLang="en-US" sz="21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以人民为中心：</a:t>
            </a:r>
            <a:r>
              <a:rPr lang="zh-CN" altLang="en-US" sz="21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站富强</a:t>
            </a:r>
            <a:endParaRPr lang="en-US" altLang="zh-CN" sz="2100" b="1" dirty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" name="右箭头 15">
            <a:extLst>
              <a:ext uri="{FF2B5EF4-FFF2-40B4-BE49-F238E27FC236}">
                <a16:creationId xmlns:a16="http://schemas.microsoft.com/office/drawing/2014/main" id="{871A8A31-4256-7A4D-7860-69E71640B00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0080625" y="5055642"/>
            <a:ext cx="327025" cy="384175"/>
          </a:xfrm>
          <a:prstGeom prst="rightArrow">
            <a:avLst>
              <a:gd name="adj1" fmla="val 50000"/>
              <a:gd name="adj2" fmla="val 47074"/>
            </a:avLst>
          </a:prstGeom>
          <a:solidFill>
            <a:srgbClr val="00B050"/>
          </a:solidFill>
          <a:ln w="25400">
            <a:solidFill>
              <a:srgbClr val="3481A7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zh-CN" altLang="en-US" sz="1350" b="1">
              <a:solidFill>
                <a:srgbClr val="FF0000"/>
              </a:solidFill>
            </a:endParaRP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B60D8ED-52C2-D7DE-8B91-1B85060A2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0693" y="5527428"/>
            <a:ext cx="1766887" cy="715962"/>
          </a:xfrm>
          <a:prstGeom prst="rect">
            <a:avLst/>
          </a:prstGeom>
          <a:solidFill>
            <a:schemeClr val="bg1"/>
          </a:solidFill>
          <a:ln w="9525" cmpd="sng">
            <a:solidFill>
              <a:srgbClr val="3366FF"/>
            </a:solidFill>
            <a:miter lim="800000"/>
          </a:ln>
        </p:spPr>
        <p:txBody>
          <a:bodyPr>
            <a:spAutoFit/>
          </a:bodyPr>
          <a:lstStyle/>
          <a:p>
            <a:pPr algn="ctr" fontAlgn="t">
              <a:spcBef>
                <a:spcPct val="50000"/>
              </a:spcBef>
              <a:defRPr/>
            </a:pPr>
            <a:r>
              <a:rPr lang="zh-CN" altLang="en-US" sz="135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价值判断和价值选择的标准：客观规律、广大人民利益的利益</a:t>
            </a:r>
            <a:endParaRPr lang="en-US" altLang="zh-CN" sz="135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  <p:sp>
        <p:nvSpPr>
          <p:cNvPr id="4" name="右箭头 17">
            <a:extLst>
              <a:ext uri="{FF2B5EF4-FFF2-40B4-BE49-F238E27FC236}">
                <a16:creationId xmlns:a16="http://schemas.microsoft.com/office/drawing/2014/main" id="{7A9BA13A-32F3-7F4B-41F8-C5E800CA1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4137" y="3516619"/>
            <a:ext cx="308016" cy="384175"/>
          </a:xfrm>
          <a:prstGeom prst="rightArrow">
            <a:avLst>
              <a:gd name="adj1" fmla="val 50000"/>
              <a:gd name="adj2" fmla="val 42278"/>
            </a:avLst>
          </a:prstGeom>
          <a:solidFill>
            <a:srgbClr val="00B050"/>
          </a:solidFill>
          <a:ln w="25400">
            <a:solidFill>
              <a:srgbClr val="3481A7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zh-CN" altLang="en-US" sz="135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2616182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441752" y="447277"/>
            <a:ext cx="7192230" cy="830997"/>
          </a:xfrm>
          <a:prstGeom prst="rect">
            <a:avLst/>
          </a:prstGeom>
          <a:solidFill>
            <a:schemeClr val="bg1"/>
          </a:solidFill>
          <a:ln w="9525" cmpd="sng">
            <a:solidFill>
              <a:srgbClr val="3366FF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全民守法</a:t>
            </a:r>
            <a:r>
              <a:rPr lang="en-US" altLang="zh-CN" sz="4800" b="1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—</a:t>
            </a:r>
            <a:r>
              <a:rPr lang="zh-CN" altLang="en-US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全过程人民民主</a:t>
            </a:r>
            <a:endParaRPr lang="zh-CN" altLang="en-US" sz="4800" b="1" dirty="0"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15715" name="Text Box 3"/>
          <p:cNvSpPr txBox="1">
            <a:spLocks noChangeArrowheads="1"/>
          </p:cNvSpPr>
          <p:nvPr/>
        </p:nvSpPr>
        <p:spPr bwMode="auto">
          <a:xfrm>
            <a:off x="1871664" y="1470025"/>
            <a:ext cx="14033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/>
              <a:t> </a:t>
            </a:r>
          </a:p>
        </p:txBody>
      </p:sp>
      <p:sp>
        <p:nvSpPr>
          <p:cNvPr id="115716" name="Text Box 4"/>
          <p:cNvSpPr txBox="1">
            <a:spLocks noChangeArrowheads="1"/>
          </p:cNvSpPr>
          <p:nvPr/>
        </p:nvSpPr>
        <p:spPr bwMode="auto">
          <a:xfrm>
            <a:off x="4308546" y="1470025"/>
            <a:ext cx="55403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2000" b="1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115717" name="Text Box 5"/>
          <p:cNvSpPr txBox="1">
            <a:spLocks noChangeArrowheads="1"/>
          </p:cNvSpPr>
          <p:nvPr/>
        </p:nvSpPr>
        <p:spPr bwMode="auto">
          <a:xfrm>
            <a:off x="1793877" y="4060966"/>
            <a:ext cx="20288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2400" b="1"/>
              <a:t> </a:t>
            </a:r>
          </a:p>
        </p:txBody>
      </p:sp>
      <p:sp>
        <p:nvSpPr>
          <p:cNvPr id="115718" name="Text Box 6"/>
          <p:cNvSpPr txBox="1">
            <a:spLocks noChangeArrowheads="1"/>
          </p:cNvSpPr>
          <p:nvPr/>
        </p:nvSpPr>
        <p:spPr bwMode="auto">
          <a:xfrm>
            <a:off x="4847463" y="3832086"/>
            <a:ext cx="50720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2000" b="1">
                <a:solidFill>
                  <a:srgbClr val="FF0000"/>
                </a:solidFill>
              </a:rPr>
              <a:t>  </a:t>
            </a: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1612306" y="2288492"/>
            <a:ext cx="2211668" cy="522287"/>
          </a:xfrm>
          <a:prstGeom prst="rect">
            <a:avLst/>
          </a:prstGeom>
          <a:solidFill>
            <a:schemeClr val="bg1"/>
          </a:solidFill>
          <a:ln w="9525" cmpd="sng">
            <a:solidFill>
              <a:srgbClr val="3366FF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权利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/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力来源</a:t>
            </a: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4441896" y="2268679"/>
            <a:ext cx="1573213" cy="522287"/>
          </a:xfrm>
          <a:prstGeom prst="rect">
            <a:avLst/>
          </a:prstGeom>
          <a:solidFill>
            <a:schemeClr val="bg1"/>
          </a:solidFill>
          <a:ln w="9525" cmpd="sng">
            <a:solidFill>
              <a:srgbClr val="3366FF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权利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/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力</a:t>
            </a: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6543675" y="2299227"/>
            <a:ext cx="1768475" cy="522287"/>
          </a:xfrm>
          <a:prstGeom prst="rect">
            <a:avLst/>
          </a:prstGeom>
          <a:solidFill>
            <a:schemeClr val="bg1"/>
          </a:solidFill>
          <a:ln w="9525" cmpd="sng">
            <a:solidFill>
              <a:srgbClr val="3366FF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依法治国</a:t>
            </a:r>
          </a:p>
        </p:txBody>
      </p: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8920957" y="2292258"/>
            <a:ext cx="1658937" cy="523875"/>
          </a:xfrm>
          <a:prstGeom prst="rect">
            <a:avLst/>
          </a:prstGeom>
          <a:solidFill>
            <a:schemeClr val="bg1"/>
          </a:solidFill>
          <a:ln w="9525" cmpd="sng">
            <a:solidFill>
              <a:srgbClr val="3366FF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政治参与</a:t>
            </a:r>
          </a:p>
        </p:txBody>
      </p:sp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1705178" y="3197214"/>
            <a:ext cx="982663" cy="1908215"/>
          </a:xfrm>
          <a:prstGeom prst="rect">
            <a:avLst/>
          </a:prstGeom>
          <a:solidFill>
            <a:schemeClr val="bg1"/>
          </a:solidFill>
          <a:ln w="9525" cmpd="sng">
            <a:solidFill>
              <a:srgbClr val="3366FF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国体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最广泛</a:t>
            </a:r>
            <a:endParaRPr lang="en-US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最真实</a:t>
            </a:r>
            <a:endParaRPr lang="en-US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最管用</a:t>
            </a:r>
          </a:p>
        </p:txBody>
      </p:sp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4135086" y="3253870"/>
            <a:ext cx="1170765" cy="1785104"/>
          </a:xfrm>
          <a:prstGeom prst="rect">
            <a:avLst/>
          </a:prstGeom>
          <a:solidFill>
            <a:schemeClr val="bg1"/>
          </a:solidFill>
          <a:ln w="9525" cmpd="sng">
            <a:solidFill>
              <a:srgbClr val="3366FF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知情权</a:t>
            </a:r>
            <a:endParaRPr lang="en-US" altLang="zh-CN" sz="20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参与权</a:t>
            </a:r>
            <a:endParaRPr lang="en-US" altLang="zh-CN" sz="20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表达权</a:t>
            </a:r>
            <a:endParaRPr lang="en-US" altLang="zh-CN" sz="20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zh-CN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监督权</a:t>
            </a:r>
            <a:endParaRPr lang="en-US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6151566" y="3268256"/>
            <a:ext cx="2071885" cy="1477328"/>
          </a:xfrm>
          <a:prstGeom prst="rect">
            <a:avLst/>
          </a:prstGeom>
          <a:solidFill>
            <a:schemeClr val="bg1"/>
          </a:solidFill>
          <a:ln w="9525" cmpd="sng">
            <a:solidFill>
              <a:srgbClr val="3366FF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1.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依据宪法和法律行使权利和义务</a:t>
            </a:r>
            <a:endParaRPr lang="en-US" altLang="zh-CN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>
              <a:spcBef>
                <a:spcPct val="50000"/>
              </a:spcBef>
              <a:buFontTx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2.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有序政治参与</a:t>
            </a:r>
            <a:endParaRPr lang="en-US" altLang="zh-CN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>
              <a:spcBef>
                <a:spcPct val="50000"/>
              </a:spcBef>
              <a:buFontTx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3.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法治意识、实践</a:t>
            </a: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8962680" y="3289529"/>
            <a:ext cx="1465259" cy="2123658"/>
          </a:xfrm>
          <a:prstGeom prst="rect">
            <a:avLst/>
          </a:prstGeom>
          <a:solidFill>
            <a:schemeClr val="bg1"/>
          </a:solidFill>
          <a:ln w="9525" cmpd="sng">
            <a:solidFill>
              <a:srgbClr val="3366FF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民主决策</a:t>
            </a:r>
            <a:endParaRPr lang="en-US" altLang="zh-CN" sz="24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itchFamily="2" charset="-122"/>
              <a:ea typeface="黑体" pitchFamily="2" charset="-122"/>
            </a:endParaRPr>
          </a:p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民主管理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黑体" pitchFamily="2" charset="-122"/>
              <a:ea typeface="黑体" pitchFamily="2" charset="-122"/>
            </a:endParaRPr>
          </a:p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民主监督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黑体" pitchFamily="2" charset="-122"/>
              <a:ea typeface="黑体" pitchFamily="2" charset="-122"/>
            </a:endParaRPr>
          </a:p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民主协商</a:t>
            </a:r>
          </a:p>
        </p:txBody>
      </p:sp>
      <p:sp>
        <p:nvSpPr>
          <p:cNvPr id="15" name="右箭头 14"/>
          <p:cNvSpPr/>
          <p:nvPr/>
        </p:nvSpPr>
        <p:spPr>
          <a:xfrm>
            <a:off x="3845788" y="2359193"/>
            <a:ext cx="588963" cy="511175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400">
              <a:solidFill>
                <a:srgbClr val="FF0000"/>
              </a:solidFill>
              <a:ea typeface="宋体" pitchFamily="2" charset="-122"/>
            </a:endParaRPr>
          </a:p>
        </p:txBody>
      </p:sp>
      <p:sp>
        <p:nvSpPr>
          <p:cNvPr id="16" name="右箭头 15"/>
          <p:cNvSpPr/>
          <p:nvPr/>
        </p:nvSpPr>
        <p:spPr>
          <a:xfrm>
            <a:off x="6007949" y="2338318"/>
            <a:ext cx="588962" cy="512763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400">
              <a:solidFill>
                <a:srgbClr val="FF0000"/>
              </a:solidFill>
              <a:ea typeface="宋体" pitchFamily="2" charset="-122"/>
            </a:endParaRPr>
          </a:p>
        </p:txBody>
      </p:sp>
      <p:sp>
        <p:nvSpPr>
          <p:cNvPr id="17" name="右箭头 16"/>
          <p:cNvSpPr/>
          <p:nvPr/>
        </p:nvSpPr>
        <p:spPr>
          <a:xfrm>
            <a:off x="8330406" y="2338318"/>
            <a:ext cx="590550" cy="512763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400">
              <a:solidFill>
                <a:srgbClr val="FF0000"/>
              </a:solidFill>
              <a:ea typeface="宋体" pitchFamily="2" charset="-122"/>
            </a:endParaRPr>
          </a:p>
        </p:txBody>
      </p:sp>
      <p:sp>
        <p:nvSpPr>
          <p:cNvPr id="18" name="右箭头 17"/>
          <p:cNvSpPr/>
          <p:nvPr/>
        </p:nvSpPr>
        <p:spPr>
          <a:xfrm>
            <a:off x="2895671" y="3581408"/>
            <a:ext cx="982663" cy="511175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400">
              <a:solidFill>
                <a:srgbClr val="FF0000"/>
              </a:solidFill>
              <a:ea typeface="宋体" pitchFamily="2" charset="-122"/>
            </a:endParaRPr>
          </a:p>
        </p:txBody>
      </p:sp>
      <p:sp>
        <p:nvSpPr>
          <p:cNvPr id="19" name="右箭头 18"/>
          <p:cNvSpPr/>
          <p:nvPr/>
        </p:nvSpPr>
        <p:spPr>
          <a:xfrm>
            <a:off x="5562603" y="3657608"/>
            <a:ext cx="588963" cy="512763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400">
              <a:solidFill>
                <a:srgbClr val="FF0000"/>
              </a:solidFill>
              <a:ea typeface="宋体" pitchFamily="2" charset="-122"/>
            </a:endParaRPr>
          </a:p>
        </p:txBody>
      </p:sp>
      <p:sp>
        <p:nvSpPr>
          <p:cNvPr id="20" name="右箭头 19"/>
          <p:cNvSpPr/>
          <p:nvPr/>
        </p:nvSpPr>
        <p:spPr>
          <a:xfrm>
            <a:off x="8312150" y="3638559"/>
            <a:ext cx="590550" cy="512763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400">
              <a:solidFill>
                <a:srgbClr val="FF0000"/>
              </a:solidFill>
              <a:ea typeface="宋体" pitchFamily="2" charset="-122"/>
            </a:endParaRPr>
          </a:p>
        </p:txBody>
      </p:sp>
      <p:sp>
        <p:nvSpPr>
          <p:cNvPr id="21" name="Text Box 2"/>
          <p:cNvSpPr txBox="1">
            <a:spLocks noChangeArrowheads="1"/>
          </p:cNvSpPr>
          <p:nvPr/>
        </p:nvSpPr>
        <p:spPr bwMode="auto">
          <a:xfrm>
            <a:off x="2819471" y="3124271"/>
            <a:ext cx="982663" cy="430887"/>
          </a:xfrm>
          <a:prstGeom prst="rect">
            <a:avLst/>
          </a:prstGeom>
          <a:solidFill>
            <a:schemeClr val="bg1"/>
          </a:solidFill>
          <a:ln w="9525" cmpd="sng">
            <a:solidFill>
              <a:srgbClr val="3366FF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11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宪法和法律赋予</a:t>
            </a:r>
          </a:p>
        </p:txBody>
      </p:sp>
    </p:spTree>
    <p:extLst>
      <p:ext uri="{BB962C8B-B14F-4D97-AF65-F5344CB8AC3E}">
        <p14:creationId xmlns:p14="http://schemas.microsoft.com/office/powerpoint/2010/main" val="703361080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>
            <a:extLst>
              <a:ext uri="{FF2B5EF4-FFF2-40B4-BE49-F238E27FC236}">
                <a16:creationId xmlns:a16="http://schemas.microsoft.com/office/drawing/2014/main" id="{61462132-DDED-7EAF-318A-8944003D6F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76" y="648522"/>
            <a:ext cx="2582128" cy="769938"/>
          </a:xfrm>
          <a:prstGeom prst="rect">
            <a:avLst/>
          </a:prstGeom>
          <a:solidFill>
            <a:schemeClr val="bg1"/>
          </a:solidFill>
          <a:ln w="9525" cmpd="sng">
            <a:solidFill>
              <a:srgbClr val="3366FF"/>
            </a:solidFill>
            <a:miter lim="800000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法治政府</a:t>
            </a:r>
          </a:p>
        </p:txBody>
      </p:sp>
      <p:sp>
        <p:nvSpPr>
          <p:cNvPr id="82947" name="Text Box 3">
            <a:extLst>
              <a:ext uri="{FF2B5EF4-FFF2-40B4-BE49-F238E27FC236}">
                <a16:creationId xmlns:a16="http://schemas.microsoft.com/office/drawing/2014/main" id="{BA89AB83-44EF-81BD-918A-F0CBB8BD37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994722"/>
            <a:ext cx="1295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4000" b="1">
                <a:solidFill>
                  <a:srgbClr val="080808"/>
                </a:solidFill>
                <a:ea typeface="SimSun" panose="02010600030101010101" pitchFamily="2" charset="-122"/>
              </a:rPr>
              <a:t> </a:t>
            </a:r>
          </a:p>
        </p:txBody>
      </p:sp>
      <p:sp>
        <p:nvSpPr>
          <p:cNvPr id="82948" name="Text Box 5">
            <a:extLst>
              <a:ext uri="{FF2B5EF4-FFF2-40B4-BE49-F238E27FC236}">
                <a16:creationId xmlns:a16="http://schemas.microsoft.com/office/drawing/2014/main" id="{FF05E7A5-DD54-D1F4-C9C5-1689E20FA3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0903" y="4136828"/>
            <a:ext cx="18716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080808"/>
                </a:solidFill>
                <a:ea typeface="SimSun" panose="02010600030101010101" pitchFamily="2" charset="-122"/>
              </a:rPr>
              <a:t> </a:t>
            </a:r>
          </a:p>
        </p:txBody>
      </p:sp>
      <p:sp>
        <p:nvSpPr>
          <p:cNvPr id="82949" name="Text Box 6">
            <a:extLst>
              <a:ext uri="{FF2B5EF4-FFF2-40B4-BE49-F238E27FC236}">
                <a16:creationId xmlns:a16="http://schemas.microsoft.com/office/drawing/2014/main" id="{0FBCBE3D-C394-90E5-151C-0272B11E6A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3316" y="3908228"/>
            <a:ext cx="4679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SimSun" panose="02010600030101010101" pitchFamily="2" charset="-122"/>
              </a:rPr>
              <a:t>  </a:t>
            </a:r>
          </a:p>
        </p:txBody>
      </p:sp>
      <p:sp>
        <p:nvSpPr>
          <p:cNvPr id="11270" name="Text Box 2">
            <a:extLst>
              <a:ext uri="{FF2B5EF4-FFF2-40B4-BE49-F238E27FC236}">
                <a16:creationId xmlns:a16="http://schemas.microsoft.com/office/drawing/2014/main" id="{35B978F7-91AC-D100-5671-CC89F26855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7503" y="2368353"/>
            <a:ext cx="1524000" cy="588963"/>
          </a:xfrm>
          <a:prstGeom prst="rect">
            <a:avLst/>
          </a:prstGeom>
          <a:solidFill>
            <a:schemeClr val="bg1"/>
          </a:solidFill>
          <a:ln w="9525" cmpd="sng">
            <a:solidFill>
              <a:srgbClr val="3366FF"/>
            </a:solidFill>
            <a:miter lim="800000"/>
          </a:ln>
        </p:spPr>
        <p:txBody>
          <a:bodyPr>
            <a:spAutoFit/>
          </a:bodyPr>
          <a:lstStyle/>
          <a:p>
            <a:pPr algn="ctr" fontAlgn="t">
              <a:spcBef>
                <a:spcPct val="50000"/>
              </a:spcBef>
              <a:defRPr/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来源</a:t>
            </a:r>
          </a:p>
        </p:txBody>
      </p:sp>
      <p:sp>
        <p:nvSpPr>
          <p:cNvPr id="11271" name="Text Box 2">
            <a:extLst>
              <a:ext uri="{FF2B5EF4-FFF2-40B4-BE49-F238E27FC236}">
                <a16:creationId xmlns:a16="http://schemas.microsoft.com/office/drawing/2014/main" id="{3901A705-CD3A-C934-A5CB-E8BA672954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3828" y="2417566"/>
            <a:ext cx="1676400" cy="528637"/>
          </a:xfrm>
          <a:prstGeom prst="rect">
            <a:avLst/>
          </a:prstGeom>
          <a:solidFill>
            <a:schemeClr val="bg1"/>
          </a:solidFill>
          <a:ln w="9525" cmpd="sng">
            <a:solidFill>
              <a:srgbClr val="3366FF"/>
            </a:solidFill>
            <a:miter lim="800000"/>
          </a:ln>
        </p:spPr>
        <p:txBody>
          <a:bodyPr>
            <a:spAutoFit/>
          </a:bodyPr>
          <a:lstStyle/>
          <a:p>
            <a:pPr algn="ctr" fontAlgn="t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全面履职</a:t>
            </a:r>
          </a:p>
        </p:txBody>
      </p:sp>
      <p:sp>
        <p:nvSpPr>
          <p:cNvPr id="11272" name="Text Box 2">
            <a:extLst>
              <a:ext uri="{FF2B5EF4-FFF2-40B4-BE49-F238E27FC236}">
                <a16:creationId xmlns:a16="http://schemas.microsoft.com/office/drawing/2014/main" id="{9E6FC61B-7FA1-FC84-256D-5C9F8B21E4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7778" y="2417566"/>
            <a:ext cx="1681163" cy="523875"/>
          </a:xfrm>
          <a:prstGeom prst="rect">
            <a:avLst/>
          </a:prstGeom>
          <a:solidFill>
            <a:schemeClr val="bg1"/>
          </a:solidFill>
          <a:ln w="9525" cmpd="sng">
            <a:solidFill>
              <a:srgbClr val="3366FF"/>
            </a:solidFill>
            <a:miter lim="800000"/>
          </a:ln>
        </p:spPr>
        <p:txBody>
          <a:bodyPr>
            <a:spAutoFit/>
          </a:bodyPr>
          <a:lstStyle/>
          <a:p>
            <a:pPr algn="ctr" fontAlgn="t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权责法定</a:t>
            </a:r>
          </a:p>
        </p:txBody>
      </p:sp>
      <p:sp>
        <p:nvSpPr>
          <p:cNvPr id="11273" name="Text Box 2">
            <a:extLst>
              <a:ext uri="{FF2B5EF4-FFF2-40B4-BE49-F238E27FC236}">
                <a16:creationId xmlns:a16="http://schemas.microsoft.com/office/drawing/2014/main" id="{579F360A-AF47-A0E1-F16F-DADCE5CF84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0614" y="2358828"/>
            <a:ext cx="1295400" cy="528638"/>
          </a:xfrm>
          <a:prstGeom prst="rect">
            <a:avLst/>
          </a:prstGeom>
          <a:solidFill>
            <a:schemeClr val="bg1"/>
          </a:solidFill>
          <a:ln w="9525" cmpd="sng">
            <a:solidFill>
              <a:srgbClr val="3366FF"/>
            </a:solidFill>
            <a:miter lim="800000"/>
          </a:ln>
        </p:spPr>
        <p:txBody>
          <a:bodyPr>
            <a:spAutoFit/>
          </a:bodyPr>
          <a:lstStyle/>
          <a:p>
            <a:pPr algn="ctr" fontAlgn="t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治理</a:t>
            </a:r>
          </a:p>
        </p:txBody>
      </p:sp>
      <p:sp>
        <p:nvSpPr>
          <p:cNvPr id="11274" name="Text Box 2">
            <a:extLst>
              <a:ext uri="{FF2B5EF4-FFF2-40B4-BE49-F238E27FC236}">
                <a16:creationId xmlns:a16="http://schemas.microsoft.com/office/drawing/2014/main" id="{0F237642-6A1D-8D5F-0D4B-76853E2DE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553" y="3411341"/>
            <a:ext cx="1835150" cy="1200150"/>
          </a:xfrm>
          <a:prstGeom prst="rect">
            <a:avLst/>
          </a:prstGeom>
          <a:solidFill>
            <a:schemeClr val="bg1"/>
          </a:solidFill>
          <a:ln w="9525" cmpd="sng">
            <a:solidFill>
              <a:srgbClr val="3366FF"/>
            </a:solidFill>
            <a:miter lim="800000"/>
          </a:ln>
        </p:spPr>
        <p:txBody>
          <a:bodyPr>
            <a:spAutoFit/>
          </a:bodyPr>
          <a:lstStyle/>
          <a:p>
            <a:pPr algn="ctr" fontAlgn="t"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08080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（人大）权力机关的执行机关</a:t>
            </a:r>
          </a:p>
        </p:txBody>
      </p:sp>
      <p:sp>
        <p:nvSpPr>
          <p:cNvPr id="11275" name="Text Box 2">
            <a:extLst>
              <a:ext uri="{FF2B5EF4-FFF2-40B4-BE49-F238E27FC236}">
                <a16:creationId xmlns:a16="http://schemas.microsoft.com/office/drawing/2014/main" id="{9207AAA4-0998-3416-E4C4-3FFFE04941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7478" y="3311328"/>
            <a:ext cx="1616075" cy="2478088"/>
          </a:xfrm>
          <a:prstGeom prst="rect">
            <a:avLst/>
          </a:prstGeom>
          <a:solidFill>
            <a:schemeClr val="bg1"/>
          </a:solidFill>
          <a:ln w="9525" cmpd="sng">
            <a:solidFill>
              <a:srgbClr val="3366FF"/>
            </a:solidFill>
            <a:miter lim="800000"/>
          </a:ln>
        </p:spPr>
        <p:txBody>
          <a:bodyPr>
            <a:spAutoFit/>
          </a:bodyPr>
          <a:lstStyle/>
          <a:p>
            <a:pPr algn="ctr" fontAlgn="t">
              <a:spcBef>
                <a:spcPct val="50000"/>
              </a:spcBef>
              <a:defRPr/>
            </a:pPr>
            <a:r>
              <a:rPr lang="zh-CN" altLang="en-US" sz="2000" b="1" dirty="0">
                <a:solidFill>
                  <a:srgbClr val="08080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49" charset="-122"/>
              </a:rPr>
              <a:t>职能科学：</a:t>
            </a:r>
          </a:p>
          <a:p>
            <a:pPr algn="ctr" fontAlgn="t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宏观调控</a:t>
            </a:r>
            <a:endParaRPr lang="en-US" altLang="zh-CN" b="1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 algn="ctr" fontAlgn="t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市场监管</a:t>
            </a:r>
            <a:endParaRPr lang="en-US" altLang="zh-CN" b="1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 algn="ctr" fontAlgn="t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社会管理</a:t>
            </a:r>
            <a:endParaRPr lang="en-US" altLang="zh-CN" b="1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 algn="ctr" fontAlgn="t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公共服务</a:t>
            </a:r>
            <a:endParaRPr lang="en-US" altLang="zh-CN" b="1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 algn="ctr" fontAlgn="t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生态文明</a:t>
            </a:r>
            <a:endParaRPr lang="zh-CN" altLang="en-US" sz="2400" b="1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  <p:sp>
        <p:nvSpPr>
          <p:cNvPr id="11276" name="Text Box 2">
            <a:extLst>
              <a:ext uri="{FF2B5EF4-FFF2-40B4-BE49-F238E27FC236}">
                <a16:creationId xmlns:a16="http://schemas.microsoft.com/office/drawing/2014/main" id="{40B626E4-43D2-1211-6C7B-AEA0FA74D8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9100" y="3205967"/>
            <a:ext cx="2535603" cy="2185214"/>
          </a:xfrm>
          <a:prstGeom prst="rect">
            <a:avLst/>
          </a:prstGeom>
          <a:solidFill>
            <a:schemeClr val="bg1"/>
          </a:solidFill>
          <a:ln w="9525" cmpd="sng">
            <a:solidFill>
              <a:srgbClr val="3366FF"/>
            </a:solidFill>
            <a:miter lim="800000"/>
          </a:ln>
        </p:spPr>
        <p:txBody>
          <a:bodyPr wrap="square">
            <a:spAutoFit/>
          </a:bodyPr>
          <a:lstStyle/>
          <a:p>
            <a:pPr algn="ctr" fontAlgn="t">
              <a:lnSpc>
                <a:spcPct val="150000"/>
              </a:lnSpc>
              <a:spcBef>
                <a:spcPct val="50000"/>
              </a:spcBef>
              <a:defRPr/>
            </a:pPr>
            <a:r>
              <a:rPr lang="zh-CN" alt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法无授权不可为，法定职责必须为</a:t>
            </a:r>
            <a:r>
              <a:rPr lang="zh-CN" altLang="en-US" sz="1600" b="1" dirty="0">
                <a:solidFill>
                  <a:srgbClr val="08080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，不作为、乱作为、失职渎职、懒政怠政</a:t>
            </a:r>
            <a:endParaRPr lang="en-US" altLang="zh-CN" sz="1600" b="1" dirty="0">
              <a:solidFill>
                <a:srgbClr val="080808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itchFamily="2" charset="-122"/>
            </a:endParaRPr>
          </a:p>
          <a:p>
            <a:pPr algn="ctr" fontAlgn="t">
              <a:lnSpc>
                <a:spcPct val="150000"/>
              </a:lnSpc>
              <a:spcBef>
                <a:spcPct val="50000"/>
              </a:spcBef>
              <a:defRPr/>
            </a:pPr>
            <a:r>
              <a:rPr lang="zh-CN" altLang="en-US" sz="1200" b="1" dirty="0">
                <a:solidFill>
                  <a:srgbClr val="08080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（有法必依、执法必严、违法必究）</a:t>
            </a:r>
          </a:p>
          <a:p>
            <a:pPr algn="ctr" fontAlgn="t">
              <a:lnSpc>
                <a:spcPct val="150000"/>
              </a:lnSpc>
              <a:spcBef>
                <a:spcPct val="50000"/>
              </a:spcBef>
              <a:buFont typeface="Arial" pitchFamily="34" charset="0"/>
              <a:buNone/>
              <a:defRPr/>
            </a:pPr>
            <a:r>
              <a:rPr lang="zh-CN" altLang="en-US" sz="2000" b="1" dirty="0">
                <a:solidFill>
                  <a:srgbClr val="08080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人民满意</a:t>
            </a:r>
            <a:endParaRPr lang="zh-CN" altLang="en-US" sz="3600" b="1" dirty="0">
              <a:solidFill>
                <a:srgbClr val="080808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itchFamily="2" charset="-122"/>
            </a:endParaRPr>
          </a:p>
        </p:txBody>
      </p:sp>
      <p:sp>
        <p:nvSpPr>
          <p:cNvPr id="11277" name="Text Box 2">
            <a:extLst>
              <a:ext uri="{FF2B5EF4-FFF2-40B4-BE49-F238E27FC236}">
                <a16:creationId xmlns:a16="http://schemas.microsoft.com/office/drawing/2014/main" id="{16C4D537-8F86-78D8-6A52-1B2C68025F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2241" y="3351895"/>
            <a:ext cx="3593976" cy="2215991"/>
          </a:xfrm>
          <a:prstGeom prst="rect">
            <a:avLst/>
          </a:prstGeom>
          <a:solidFill>
            <a:schemeClr val="bg1"/>
          </a:solidFill>
          <a:ln w="9525" cmpd="sng">
            <a:solidFill>
              <a:srgbClr val="3366FF"/>
            </a:solidFill>
            <a:miter lim="800000"/>
          </a:ln>
        </p:spPr>
        <p:txBody>
          <a:bodyPr wrap="square">
            <a:spAutoFit/>
          </a:bodyPr>
          <a:lstStyle/>
          <a:p>
            <a:pPr fontAlgn="t">
              <a:spcBef>
                <a:spcPct val="50000"/>
              </a:spcBef>
              <a:defRPr/>
            </a:pPr>
            <a:r>
              <a:rPr lang="en-US" altLang="zh-CN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决策：</a:t>
            </a:r>
            <a:endParaRPr lang="en-US" altLang="zh-CN" b="1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t">
              <a:spcBef>
                <a:spcPct val="50000"/>
              </a:spcBef>
              <a:defRPr/>
            </a:pPr>
            <a:r>
              <a:rPr lang="zh-CN" altLang="en-US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  <a:ea typeface="宋体" pitchFamily="2" charset="-122"/>
              </a:rPr>
              <a:t>（科学、民主、法治）</a:t>
            </a:r>
            <a:endParaRPr lang="en-US" altLang="zh-CN" sz="1400" b="1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  <a:ea typeface="宋体" pitchFamily="2" charset="-122"/>
            </a:endParaRPr>
          </a:p>
          <a:p>
            <a:pPr fontAlgn="t">
              <a:spcBef>
                <a:spcPct val="50000"/>
              </a:spcBef>
              <a:defRPr/>
            </a:pPr>
            <a:r>
              <a:rPr lang="en-US" altLang="zh-CN" sz="2000" b="1" dirty="0">
                <a:solidFill>
                  <a:srgbClr val="08080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b="1" dirty="0">
                <a:solidFill>
                  <a:srgbClr val="08080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执行：（智能高效）</a:t>
            </a:r>
            <a:endParaRPr lang="en-US" altLang="zh-CN" b="1" dirty="0">
              <a:solidFill>
                <a:srgbClr val="08080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t">
              <a:spcBef>
                <a:spcPct val="50000"/>
              </a:spcBef>
              <a:defRPr/>
            </a:pPr>
            <a:r>
              <a:rPr lang="zh-CN" altLang="en-US" sz="1400" b="1" dirty="0">
                <a:solidFill>
                  <a:srgbClr val="08080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  <a:ea typeface="宋体" pitchFamily="2" charset="-122"/>
              </a:rPr>
              <a:t>（</a:t>
            </a:r>
            <a:r>
              <a:rPr lang="zh-CN" altLang="en-US" sz="1100" b="1" dirty="0">
                <a:solidFill>
                  <a:srgbClr val="08080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  <a:ea typeface="宋体" pitchFamily="2" charset="-122"/>
              </a:rPr>
              <a:t>执法严明、严格公正文明、</a:t>
            </a:r>
            <a:r>
              <a:rPr lang="zh-CN" altLang="en-US" sz="11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  <a:ea typeface="宋体" pitchFamily="2" charset="-122"/>
              </a:rPr>
              <a:t>人民调解制度</a:t>
            </a:r>
            <a:r>
              <a:rPr lang="zh-CN" altLang="en-US" sz="1400" b="1" dirty="0">
                <a:solidFill>
                  <a:srgbClr val="08080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  <a:ea typeface="宋体" pitchFamily="2" charset="-122"/>
              </a:rPr>
              <a:t>）</a:t>
            </a:r>
            <a:endParaRPr lang="en-US" altLang="zh-CN" sz="1400" b="1" dirty="0">
              <a:solidFill>
                <a:srgbClr val="08080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  <a:ea typeface="宋体" pitchFamily="2" charset="-122"/>
            </a:endParaRPr>
          </a:p>
          <a:p>
            <a:pPr fontAlgn="t">
              <a:spcBef>
                <a:spcPct val="50000"/>
              </a:spcBef>
              <a:defRPr/>
            </a:pPr>
            <a:r>
              <a:rPr lang="en-US" altLang="zh-CN" b="1" dirty="0">
                <a:solidFill>
                  <a:srgbClr val="08080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b="1" dirty="0">
                <a:solidFill>
                  <a:srgbClr val="08080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监督：（公开公正、廉洁诚信）</a:t>
            </a:r>
            <a:endParaRPr lang="en-US" altLang="zh-CN" b="1" dirty="0">
              <a:solidFill>
                <a:srgbClr val="08080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t">
              <a:spcBef>
                <a:spcPct val="50000"/>
              </a:spcBef>
              <a:buFont typeface="Arial" pitchFamily="34" charset="0"/>
              <a:buNone/>
              <a:defRPr/>
            </a:pPr>
            <a:r>
              <a:rPr lang="zh-CN" altLang="en-US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宋体" pitchFamily="2" charset="-122"/>
                <a:ea typeface="宋体" pitchFamily="2" charset="-122"/>
              </a:rPr>
              <a:t>强化对权力的制约和监督，制度笼子、阳光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highlight>
                <a:srgbClr val="FFFF00"/>
              </a:highlight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2958" name="右箭头 14">
            <a:extLst>
              <a:ext uri="{FF2B5EF4-FFF2-40B4-BE49-F238E27FC236}">
                <a16:creationId xmlns:a16="http://schemas.microsoft.com/office/drawing/2014/main" id="{EA8AC9EB-209E-1DE7-4D81-7FC852D26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5666" y="2376291"/>
            <a:ext cx="487362" cy="511175"/>
          </a:xfrm>
          <a:prstGeom prst="rightArrow">
            <a:avLst>
              <a:gd name="adj1" fmla="val 50000"/>
              <a:gd name="adj2" fmla="val 46931"/>
            </a:avLst>
          </a:prstGeom>
          <a:solidFill>
            <a:srgbClr val="00B050"/>
          </a:solidFill>
          <a:ln w="25400">
            <a:solidFill>
              <a:srgbClr val="3481A7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800" b="1">
              <a:solidFill>
                <a:srgbClr val="FF0000"/>
              </a:solidFill>
              <a:ea typeface="SimSun" panose="02010600030101010101" pitchFamily="2" charset="-122"/>
            </a:endParaRPr>
          </a:p>
        </p:txBody>
      </p:sp>
      <p:sp>
        <p:nvSpPr>
          <p:cNvPr id="82959" name="右箭头 15">
            <a:extLst>
              <a:ext uri="{FF2B5EF4-FFF2-40B4-BE49-F238E27FC236}">
                <a16:creationId xmlns:a16="http://schemas.microsoft.com/office/drawing/2014/main" id="{C7A53939-CB56-76EF-B713-0700C4E60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7716" y="2404866"/>
            <a:ext cx="436562" cy="512762"/>
          </a:xfrm>
          <a:prstGeom prst="rightArrow">
            <a:avLst>
              <a:gd name="adj1" fmla="val 50000"/>
              <a:gd name="adj2" fmla="val 47074"/>
            </a:avLst>
          </a:prstGeom>
          <a:solidFill>
            <a:srgbClr val="00B050"/>
          </a:solidFill>
          <a:ln w="25400">
            <a:solidFill>
              <a:srgbClr val="3481A7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800" b="1">
              <a:solidFill>
                <a:srgbClr val="FF0000"/>
              </a:solidFill>
              <a:ea typeface="SimSun" panose="02010600030101010101" pitchFamily="2" charset="-122"/>
            </a:endParaRPr>
          </a:p>
        </p:txBody>
      </p:sp>
      <p:sp>
        <p:nvSpPr>
          <p:cNvPr id="82960" name="右箭头 16">
            <a:extLst>
              <a:ext uri="{FF2B5EF4-FFF2-40B4-BE49-F238E27FC236}">
                <a16:creationId xmlns:a16="http://schemas.microsoft.com/office/drawing/2014/main" id="{4CC69D4E-5433-1A33-27A7-115FDAE66F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3566" y="2427091"/>
            <a:ext cx="544512" cy="512762"/>
          </a:xfrm>
          <a:prstGeom prst="rightArrow">
            <a:avLst>
              <a:gd name="adj1" fmla="val 50000"/>
              <a:gd name="adj2" fmla="val 49989"/>
            </a:avLst>
          </a:prstGeom>
          <a:solidFill>
            <a:srgbClr val="00B050"/>
          </a:solidFill>
          <a:ln w="25400">
            <a:solidFill>
              <a:srgbClr val="3481A7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800" b="1">
              <a:solidFill>
                <a:srgbClr val="FF0000"/>
              </a:solidFill>
              <a:ea typeface="SimSun" panose="02010600030101010101" pitchFamily="2" charset="-122"/>
            </a:endParaRPr>
          </a:p>
        </p:txBody>
      </p:sp>
      <p:sp>
        <p:nvSpPr>
          <p:cNvPr id="82961" name="右箭头 17">
            <a:extLst>
              <a:ext uri="{FF2B5EF4-FFF2-40B4-BE49-F238E27FC236}">
                <a16:creationId xmlns:a16="http://schemas.microsoft.com/office/drawing/2014/main" id="{CCB588A9-A4A2-12DD-E4C8-A0F5C0755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4341" y="3795516"/>
            <a:ext cx="766762" cy="512762"/>
          </a:xfrm>
          <a:prstGeom prst="rightArrow">
            <a:avLst>
              <a:gd name="adj1" fmla="val 50000"/>
              <a:gd name="adj2" fmla="val 42278"/>
            </a:avLst>
          </a:prstGeom>
          <a:solidFill>
            <a:srgbClr val="00B050"/>
          </a:solidFill>
          <a:ln w="25400">
            <a:solidFill>
              <a:srgbClr val="3481A7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800" b="1">
              <a:solidFill>
                <a:srgbClr val="FF0000"/>
              </a:solidFill>
              <a:ea typeface="SimSun" panose="02010600030101010101" pitchFamily="2" charset="-122"/>
            </a:endParaRPr>
          </a:p>
        </p:txBody>
      </p:sp>
      <p:sp>
        <p:nvSpPr>
          <p:cNvPr id="82962" name="右箭头 18">
            <a:extLst>
              <a:ext uri="{FF2B5EF4-FFF2-40B4-BE49-F238E27FC236}">
                <a16:creationId xmlns:a16="http://schemas.microsoft.com/office/drawing/2014/main" id="{B9749A95-C11E-904A-9F0E-6B7C51E3D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0378" y="3843141"/>
            <a:ext cx="396875" cy="512762"/>
          </a:xfrm>
          <a:prstGeom prst="rightArrow">
            <a:avLst>
              <a:gd name="adj1" fmla="val 50000"/>
              <a:gd name="adj2" fmla="val 47074"/>
            </a:avLst>
          </a:prstGeom>
          <a:solidFill>
            <a:srgbClr val="00B050"/>
          </a:solidFill>
          <a:ln w="25400">
            <a:solidFill>
              <a:srgbClr val="3481A7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800" b="1">
              <a:solidFill>
                <a:srgbClr val="FF0000"/>
              </a:solidFill>
              <a:ea typeface="SimSun" panose="02010600030101010101" pitchFamily="2" charset="-122"/>
            </a:endParaRPr>
          </a:p>
        </p:txBody>
      </p:sp>
      <p:sp>
        <p:nvSpPr>
          <p:cNvPr id="82963" name="右箭头 19">
            <a:extLst>
              <a:ext uri="{FF2B5EF4-FFF2-40B4-BE49-F238E27FC236}">
                <a16:creationId xmlns:a16="http://schemas.microsoft.com/office/drawing/2014/main" id="{CFA09A1D-5BC7-0227-C067-91312AD30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3916" y="3806076"/>
            <a:ext cx="433387" cy="512762"/>
          </a:xfrm>
          <a:prstGeom prst="rightArrow">
            <a:avLst>
              <a:gd name="adj1" fmla="val 50000"/>
              <a:gd name="adj2" fmla="val 47074"/>
            </a:avLst>
          </a:prstGeom>
          <a:solidFill>
            <a:srgbClr val="00B050"/>
          </a:solidFill>
          <a:ln w="25400">
            <a:solidFill>
              <a:srgbClr val="3481A7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800" b="1">
              <a:solidFill>
                <a:srgbClr val="FF0000"/>
              </a:solidFill>
              <a:ea typeface="SimSun" panose="02010600030101010101" pitchFamily="2" charset="-122"/>
            </a:endParaRPr>
          </a:p>
        </p:txBody>
      </p:sp>
      <p:sp>
        <p:nvSpPr>
          <p:cNvPr id="11284" name="Text Box 2">
            <a:extLst>
              <a:ext uri="{FF2B5EF4-FFF2-40B4-BE49-F238E27FC236}">
                <a16:creationId xmlns:a16="http://schemas.microsoft.com/office/drawing/2014/main" id="{3A94C53C-1BCD-9449-62D7-9E11460112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2903" y="3206553"/>
            <a:ext cx="906463" cy="527050"/>
          </a:xfrm>
          <a:prstGeom prst="rect">
            <a:avLst/>
          </a:prstGeom>
          <a:solidFill>
            <a:schemeClr val="bg1"/>
          </a:solidFill>
          <a:ln w="9525" cmpd="sng">
            <a:solidFill>
              <a:srgbClr val="3366FF"/>
            </a:solidFill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1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宪法和法律赋予</a:t>
            </a:r>
          </a:p>
        </p:txBody>
      </p:sp>
      <p:sp>
        <p:nvSpPr>
          <p:cNvPr id="22" name="Text Box 2">
            <a:extLst>
              <a:ext uri="{FF2B5EF4-FFF2-40B4-BE49-F238E27FC236}">
                <a16:creationId xmlns:a16="http://schemas.microsoft.com/office/drawing/2014/main" id="{62F60A49-6858-10A8-413F-3DAF54B5AB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2310" y="340778"/>
            <a:ext cx="5056662" cy="1785104"/>
          </a:xfrm>
          <a:prstGeom prst="rect">
            <a:avLst/>
          </a:prstGeom>
          <a:solidFill>
            <a:schemeClr val="bg1"/>
          </a:solidFill>
          <a:ln w="9525" cmpd="sng">
            <a:solidFill>
              <a:srgbClr val="3366FF"/>
            </a:solidFill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政府作用：</a:t>
            </a:r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管理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和</a:t>
            </a:r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服务</a:t>
            </a:r>
            <a:endParaRPr lang="en-US" altLang="zh-CN" sz="20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itchFamily="2" charset="-122"/>
            </a:endParaRPr>
          </a:p>
          <a:p>
            <a:pPr>
              <a:spcBef>
                <a:spcPct val="50000"/>
              </a:spcBef>
              <a:defRPr/>
            </a:pPr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管理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：行政决策权、执法权（自由裁量权）</a:t>
            </a:r>
            <a:endParaRPr lang="en-US" altLang="zh-CN" sz="20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itchFamily="2" charset="-122"/>
            </a:endParaRPr>
          </a:p>
          <a:p>
            <a:pPr>
              <a:spcBef>
                <a:spcPct val="50000"/>
              </a:spcBef>
              <a:defRPr/>
            </a:pP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           等，依法行政       </a:t>
            </a:r>
            <a:endParaRPr lang="en-US" altLang="zh-CN" sz="20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itchFamily="2" charset="-122"/>
            </a:endParaRPr>
          </a:p>
          <a:p>
            <a:pPr>
              <a:spcBef>
                <a:spcPct val="50000"/>
              </a:spcBef>
              <a:defRPr/>
            </a:pPr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服务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：服务型政府、转变政府职能</a:t>
            </a:r>
          </a:p>
        </p:txBody>
      </p:sp>
      <p:sp>
        <p:nvSpPr>
          <p:cNvPr id="82966" name="右箭头 18">
            <a:extLst>
              <a:ext uri="{FF2B5EF4-FFF2-40B4-BE49-F238E27FC236}">
                <a16:creationId xmlns:a16="http://schemas.microsoft.com/office/drawing/2014/main" id="{BD946A38-0572-3CA2-7CBF-6C674BC768E4}"/>
              </a:ext>
            </a:extLst>
          </p:cNvPr>
          <p:cNvSpPr>
            <a:spLocks noChangeArrowheads="1"/>
          </p:cNvSpPr>
          <p:nvPr/>
        </p:nvSpPr>
        <p:spPr bwMode="auto">
          <a:xfrm rot="-2291149">
            <a:off x="4960599" y="1682940"/>
            <a:ext cx="1336176" cy="512763"/>
          </a:xfrm>
          <a:prstGeom prst="rightArrow">
            <a:avLst>
              <a:gd name="adj1" fmla="val 50000"/>
              <a:gd name="adj2" fmla="val 47087"/>
            </a:avLst>
          </a:prstGeom>
          <a:solidFill>
            <a:srgbClr val="00B050"/>
          </a:solidFill>
          <a:ln w="25400">
            <a:solidFill>
              <a:srgbClr val="3481A7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800" b="1">
              <a:solidFill>
                <a:srgbClr val="FF0000"/>
              </a:solidFill>
              <a:ea typeface="SimSun" panose="02010600030101010101" pitchFamily="2" charset="-122"/>
            </a:endParaRPr>
          </a:p>
        </p:txBody>
      </p:sp>
      <p:sp>
        <p:nvSpPr>
          <p:cNvPr id="24" name="Text Box 2">
            <a:extLst>
              <a:ext uri="{FF2B5EF4-FFF2-40B4-BE49-F238E27FC236}">
                <a16:creationId xmlns:a16="http://schemas.microsoft.com/office/drawing/2014/main" id="{4217159A-903F-0150-3663-0933760784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6638" y="745360"/>
            <a:ext cx="1676400" cy="528637"/>
          </a:xfrm>
          <a:prstGeom prst="rect">
            <a:avLst/>
          </a:prstGeom>
          <a:solidFill>
            <a:schemeClr val="bg1"/>
          </a:solidFill>
          <a:ln w="9525" cmpd="sng">
            <a:solidFill>
              <a:srgbClr val="3366FF"/>
            </a:solidFill>
            <a:miter lim="800000"/>
          </a:ln>
        </p:spPr>
        <p:txBody>
          <a:bodyPr>
            <a:spAutoFit/>
          </a:bodyPr>
          <a:lstStyle/>
          <a:p>
            <a:pPr algn="ctr" fontAlgn="t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行政权力</a:t>
            </a:r>
          </a:p>
        </p:txBody>
      </p:sp>
      <p:sp>
        <p:nvSpPr>
          <p:cNvPr id="82968" name="右箭头 15">
            <a:extLst>
              <a:ext uri="{FF2B5EF4-FFF2-40B4-BE49-F238E27FC236}">
                <a16:creationId xmlns:a16="http://schemas.microsoft.com/office/drawing/2014/main" id="{2AFBB952-2496-B089-18FB-D87F5D021D5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258528" y="2828729"/>
            <a:ext cx="287337" cy="512762"/>
          </a:xfrm>
          <a:prstGeom prst="rightArrow">
            <a:avLst>
              <a:gd name="adj1" fmla="val 50000"/>
              <a:gd name="adj2" fmla="val 47074"/>
            </a:avLst>
          </a:prstGeom>
          <a:solidFill>
            <a:srgbClr val="00B050"/>
          </a:solidFill>
          <a:ln w="25400">
            <a:solidFill>
              <a:srgbClr val="3481A7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800" b="1">
              <a:solidFill>
                <a:srgbClr val="FF0000"/>
              </a:solidFill>
              <a:ea typeface="SimSun" panose="02010600030101010101" pitchFamily="2" charset="-122"/>
            </a:endParaRPr>
          </a:p>
        </p:txBody>
      </p:sp>
      <p:sp>
        <p:nvSpPr>
          <p:cNvPr id="82969" name="右箭头 15">
            <a:extLst>
              <a:ext uri="{FF2B5EF4-FFF2-40B4-BE49-F238E27FC236}">
                <a16:creationId xmlns:a16="http://schemas.microsoft.com/office/drawing/2014/main" id="{B19ABC26-517B-02D6-789F-9D244BFA25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0688" y="704085"/>
            <a:ext cx="381000" cy="512762"/>
          </a:xfrm>
          <a:prstGeom prst="rightArrow">
            <a:avLst>
              <a:gd name="adj1" fmla="val 50000"/>
              <a:gd name="adj2" fmla="val 47074"/>
            </a:avLst>
          </a:prstGeom>
          <a:solidFill>
            <a:srgbClr val="00B050"/>
          </a:solidFill>
          <a:ln w="25400">
            <a:solidFill>
              <a:srgbClr val="3481A7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800" b="1">
              <a:solidFill>
                <a:srgbClr val="FF0000"/>
              </a:solidFill>
              <a:ea typeface="SimSun" panose="02010600030101010101" pitchFamily="2" charset="-122"/>
            </a:endParaRPr>
          </a:p>
        </p:txBody>
      </p:sp>
      <p:sp>
        <p:nvSpPr>
          <p:cNvPr id="82970" name="右箭头 17">
            <a:extLst>
              <a:ext uri="{FF2B5EF4-FFF2-40B4-BE49-F238E27FC236}">
                <a16:creationId xmlns:a16="http://schemas.microsoft.com/office/drawing/2014/main" id="{954C8FD1-8C2D-C51D-46AF-CD8254064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9100" y="764410"/>
            <a:ext cx="766763" cy="512762"/>
          </a:xfrm>
          <a:prstGeom prst="rightArrow">
            <a:avLst>
              <a:gd name="adj1" fmla="val 50000"/>
              <a:gd name="adj2" fmla="val 42278"/>
            </a:avLst>
          </a:prstGeom>
          <a:solidFill>
            <a:srgbClr val="00B050"/>
          </a:solidFill>
          <a:ln w="25400">
            <a:solidFill>
              <a:srgbClr val="3481A7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800" b="1">
              <a:solidFill>
                <a:srgbClr val="FF0000"/>
              </a:solidFill>
              <a:ea typeface="SimSun" panose="02010600030101010101" pitchFamily="2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B8378C61-FF05-DE89-B3AD-A9CC1945579B}"/>
                  </a:ext>
                </a:extLst>
              </p14:cNvPr>
              <p14:cNvContentPartPr/>
              <p14:nvPr/>
            </p14:nvContentPartPr>
            <p14:xfrm>
              <a:off x="3511440" y="2901960"/>
              <a:ext cx="8376120" cy="27500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B8378C61-FF05-DE89-B3AD-A9CC1945579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02080" y="2892600"/>
                <a:ext cx="8394840" cy="276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26503708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66" name="组合 18">
            <a:extLst>
              <a:ext uri="{FF2B5EF4-FFF2-40B4-BE49-F238E27FC236}">
                <a16:creationId xmlns:a16="http://schemas.microsoft.com/office/drawing/2014/main" id="{487B23C3-C0E9-C242-83E6-DBDFCD693694}"/>
              </a:ext>
            </a:extLst>
          </p:cNvPr>
          <p:cNvGrpSpPr>
            <a:grpSpLocks/>
          </p:cNvGrpSpPr>
          <p:nvPr/>
        </p:nvGrpSpPr>
        <p:grpSpPr bwMode="auto">
          <a:xfrm>
            <a:off x="1974458" y="798847"/>
            <a:ext cx="9714437" cy="3589748"/>
            <a:chOff x="7955" y="-1225477"/>
            <a:chExt cx="15530889" cy="4970551"/>
          </a:xfrm>
        </p:grpSpPr>
        <p:grpSp>
          <p:nvGrpSpPr>
            <p:cNvPr id="62471" name="组合 12">
              <a:extLst>
                <a:ext uri="{FF2B5EF4-FFF2-40B4-BE49-F238E27FC236}">
                  <a16:creationId xmlns:a16="http://schemas.microsoft.com/office/drawing/2014/main" id="{16456ADD-D5A5-EB93-AFCB-11E2B7989A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55" y="-1225477"/>
              <a:ext cx="11769672" cy="4970551"/>
              <a:chOff x="-443766" y="-2168628"/>
              <a:chExt cx="12472339" cy="8034034"/>
            </a:xfrm>
          </p:grpSpPr>
          <p:grpSp>
            <p:nvGrpSpPr>
              <p:cNvPr id="62475" name="组合 6">
                <a:extLst>
                  <a:ext uri="{FF2B5EF4-FFF2-40B4-BE49-F238E27FC236}">
                    <a16:creationId xmlns:a16="http://schemas.microsoft.com/office/drawing/2014/main" id="{F1FA397A-0C84-A0B3-8F3E-F2A095989DC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443766" y="-2168628"/>
                <a:ext cx="8550009" cy="8034034"/>
                <a:chOff x="-443766" y="-2168628"/>
                <a:chExt cx="8550009" cy="8034034"/>
              </a:xfrm>
            </p:grpSpPr>
            <p:graphicFrame>
              <p:nvGraphicFramePr>
                <p:cNvPr id="2" name="图示 1">
                  <a:extLst>
                    <a:ext uri="{FF2B5EF4-FFF2-40B4-BE49-F238E27FC236}">
                      <a16:creationId xmlns:a16="http://schemas.microsoft.com/office/drawing/2014/main" id="{EB4A247B-5155-9B74-5CE5-F98D0044FE07}"/>
                    </a:ext>
                  </a:extLst>
                </p:cNvPr>
                <p:cNvGraphicFramePr/>
                <p:nvPr/>
              </p:nvGraphicFramePr>
              <p:xfrm>
                <a:off x="2721809" y="36627"/>
                <a:ext cx="5384434" cy="5179603"/>
              </p:xfrm>
              <a:graphic>
                <a:graphicData uri="http://schemas.openxmlformats.org/drawingml/2006/diagram">
                  <dgm:relIds xmlns:dgm="http://schemas.openxmlformats.org/drawingml/2006/diagram" xmlns:r="http://schemas.openxmlformats.org/officeDocument/2006/relationships" r:dm="rId3" r:lo="rId4" r:qs="rId5" r:cs="rId6"/>
                </a:graphicData>
              </a:graphic>
            </p:graphicFrame>
            <p:graphicFrame>
              <p:nvGraphicFramePr>
                <p:cNvPr id="9" name="图示 8">
                  <a:extLst>
                    <a:ext uri="{FF2B5EF4-FFF2-40B4-BE49-F238E27FC236}">
                      <a16:creationId xmlns:a16="http://schemas.microsoft.com/office/drawing/2014/main" id="{EA214447-49B9-7C85-FEFA-6845A0B8B2BD}"/>
                    </a:ext>
                  </a:extLst>
                </p:cNvPr>
                <p:cNvGraphicFramePr/>
                <p:nvPr/>
              </p:nvGraphicFramePr>
              <p:xfrm>
                <a:off x="-443766" y="-2168628"/>
                <a:ext cx="2044466" cy="8034034"/>
              </p:xfrm>
              <a:graphic>
                <a:graphicData uri="http://schemas.openxmlformats.org/drawingml/2006/diagram">
                  <dgm:relIds xmlns:dgm="http://schemas.openxmlformats.org/drawingml/2006/diagram" xmlns:r="http://schemas.openxmlformats.org/officeDocument/2006/relationships" r:dm="rId8" r:lo="rId9" r:qs="rId10" r:cs="rId11"/>
                </a:graphicData>
              </a:graphic>
            </p:graphicFrame>
            <p:sp>
              <p:nvSpPr>
                <p:cNvPr id="10" name="右箭头 9">
                  <a:extLst>
                    <a:ext uri="{FF2B5EF4-FFF2-40B4-BE49-F238E27FC236}">
                      <a16:creationId xmlns:a16="http://schemas.microsoft.com/office/drawing/2014/main" id="{580EFDCC-319E-795D-BC59-01EF8ECDBF3D}"/>
                    </a:ext>
                  </a:extLst>
                </p:cNvPr>
                <p:cNvSpPr/>
                <p:nvPr/>
              </p:nvSpPr>
              <p:spPr>
                <a:xfrm>
                  <a:off x="2027911" y="1402039"/>
                  <a:ext cx="1737435" cy="621759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200"/>
                </a:p>
              </p:txBody>
            </p:sp>
            <p:sp>
              <p:nvSpPr>
                <p:cNvPr id="11" name="右箭头 10">
                  <a:extLst>
                    <a:ext uri="{FF2B5EF4-FFF2-40B4-BE49-F238E27FC236}">
                      <a16:creationId xmlns:a16="http://schemas.microsoft.com/office/drawing/2014/main" id="{2484DA83-795C-C350-C86B-FD097310856D}"/>
                    </a:ext>
                  </a:extLst>
                </p:cNvPr>
                <p:cNvSpPr/>
                <p:nvPr/>
              </p:nvSpPr>
              <p:spPr>
                <a:xfrm>
                  <a:off x="1734751" y="4187516"/>
                  <a:ext cx="839133" cy="564913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200"/>
                </a:p>
              </p:txBody>
            </p:sp>
            <p:sp>
              <p:nvSpPr>
                <p:cNvPr id="18" name="右箭头 17">
                  <a:extLst>
                    <a:ext uri="{FF2B5EF4-FFF2-40B4-BE49-F238E27FC236}">
                      <a16:creationId xmlns:a16="http://schemas.microsoft.com/office/drawing/2014/main" id="{0046996A-E0B1-F30D-5FF1-A0B26DA44A8E}"/>
                    </a:ext>
                  </a:extLst>
                </p:cNvPr>
                <p:cNvSpPr/>
                <p:nvPr/>
              </p:nvSpPr>
              <p:spPr>
                <a:xfrm>
                  <a:off x="2027911" y="-1728072"/>
                  <a:ext cx="1737435" cy="689263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200"/>
                </a:p>
              </p:txBody>
            </p:sp>
          </p:grpSp>
          <p:grpSp>
            <p:nvGrpSpPr>
              <p:cNvPr id="62476" name="组合 12">
                <a:extLst>
                  <a:ext uri="{FF2B5EF4-FFF2-40B4-BE49-F238E27FC236}">
                    <a16:creationId xmlns:a16="http://schemas.microsoft.com/office/drawing/2014/main" id="{12D87ACD-62F8-1E85-B9F4-81CC6C7F32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27017" y="544207"/>
                <a:ext cx="4301556" cy="4854801"/>
                <a:chOff x="7727017" y="544207"/>
                <a:chExt cx="4301556" cy="4854801"/>
              </a:xfrm>
            </p:grpSpPr>
            <p:graphicFrame>
              <p:nvGraphicFramePr>
                <p:cNvPr id="6" name="图示 5">
                  <a:extLst>
                    <a:ext uri="{FF2B5EF4-FFF2-40B4-BE49-F238E27FC236}">
                      <a16:creationId xmlns:a16="http://schemas.microsoft.com/office/drawing/2014/main" id="{10F1E1FC-53BB-D23D-23C4-CC6DFE6A6454}"/>
                    </a:ext>
                  </a:extLst>
                </p:cNvPr>
                <p:cNvGraphicFramePr/>
                <p:nvPr/>
              </p:nvGraphicFramePr>
              <p:xfrm>
                <a:off x="7799416" y="544207"/>
                <a:ext cx="4229157" cy="4854801"/>
              </p:xfrm>
              <a:graphic>
                <a:graphicData uri="http://schemas.openxmlformats.org/drawingml/2006/diagram">
                  <dgm:relIds xmlns:dgm="http://schemas.openxmlformats.org/drawingml/2006/diagram" xmlns:r="http://schemas.openxmlformats.org/officeDocument/2006/relationships" r:dm="rId13" r:lo="rId14" r:qs="rId15" r:cs="rId16"/>
                </a:graphicData>
              </a:graphic>
            </p:graphicFrame>
            <p:sp>
              <p:nvSpPr>
                <p:cNvPr id="12" name="右箭头 11">
                  <a:extLst>
                    <a:ext uri="{FF2B5EF4-FFF2-40B4-BE49-F238E27FC236}">
                      <a16:creationId xmlns:a16="http://schemas.microsoft.com/office/drawing/2014/main" id="{B4F0E536-A3E7-9330-547C-E5779553BB46}"/>
                    </a:ext>
                  </a:extLst>
                </p:cNvPr>
                <p:cNvSpPr/>
                <p:nvPr/>
              </p:nvSpPr>
              <p:spPr>
                <a:xfrm>
                  <a:off x="7727017" y="2855064"/>
                  <a:ext cx="379224" cy="426348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200" dirty="0"/>
                </a:p>
              </p:txBody>
            </p:sp>
          </p:grpSp>
        </p:grpSp>
        <p:grpSp>
          <p:nvGrpSpPr>
            <p:cNvPr id="62472" name="组合 17">
              <a:extLst>
                <a:ext uri="{FF2B5EF4-FFF2-40B4-BE49-F238E27FC236}">
                  <a16:creationId xmlns:a16="http://schemas.microsoft.com/office/drawing/2014/main" id="{1D8799F2-FAD5-8326-132C-6AC1EB74CF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666398" y="-7052"/>
              <a:ext cx="3872446" cy="3594056"/>
              <a:chOff x="11666398" y="-7052"/>
              <a:chExt cx="3872446" cy="3594056"/>
            </a:xfrm>
          </p:grpSpPr>
          <p:graphicFrame>
            <p:nvGraphicFramePr>
              <p:cNvPr id="16" name="图示 15">
                <a:extLst>
                  <a:ext uri="{FF2B5EF4-FFF2-40B4-BE49-F238E27FC236}">
                    <a16:creationId xmlns:a16="http://schemas.microsoft.com/office/drawing/2014/main" id="{9A417B54-EFA7-6CDC-C013-0FF6D66CDDAB}"/>
                  </a:ext>
                </a:extLst>
              </p:cNvPr>
              <p:cNvGraphicFramePr/>
              <p:nvPr/>
            </p:nvGraphicFramePr>
            <p:xfrm>
              <a:off x="11666398" y="382452"/>
              <a:ext cx="3018052" cy="3204552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8" r:lo="rId19" r:qs="rId20" r:cs="rId21"/>
              </a:graphicData>
            </a:graphic>
          </p:graphicFrame>
          <p:sp>
            <p:nvSpPr>
              <p:cNvPr id="38921" name="TextBox 16">
                <a:extLst>
                  <a:ext uri="{FF2B5EF4-FFF2-40B4-BE49-F238E27FC236}">
                    <a16:creationId xmlns:a16="http://schemas.microsoft.com/office/drawing/2014/main" id="{BF863111-EEE6-81FF-DF5A-5AD7E6DC9C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730085" y="-7052"/>
                <a:ext cx="808759" cy="3537155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zh-CN" altLang="en-US" sz="2000" b="1" dirty="0">
                    <a:solidFill>
                      <a:srgbClr val="FFFFFF"/>
                    </a:solidFill>
                    <a:ea typeface="宋体" panose="02010600030101010101" pitchFamily="2" charset="-122"/>
                  </a:rPr>
                  <a:t>依法治国的总目标</a:t>
                </a:r>
              </a:p>
            </p:txBody>
          </p:sp>
        </p:grpSp>
      </p:grpSp>
      <p:sp>
        <p:nvSpPr>
          <p:cNvPr id="62467" name="TextBox 19">
            <a:extLst>
              <a:ext uri="{FF2B5EF4-FFF2-40B4-BE49-F238E27FC236}">
                <a16:creationId xmlns:a16="http://schemas.microsoft.com/office/drawing/2014/main" id="{20D4F4EE-51B0-1832-C7B5-39850EC1A2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2163" y="740903"/>
            <a:ext cx="5295900" cy="887413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200" b="1" dirty="0">
                <a:ea typeface="SimSun" panose="02010600030101010101" pitchFamily="2" charset="-122"/>
              </a:rPr>
              <a:t>公民公共参与：</a:t>
            </a:r>
            <a:r>
              <a:rPr lang="zh-CN" altLang="en-US" sz="1200" b="1" dirty="0">
                <a:solidFill>
                  <a:srgbClr val="FF0000"/>
                </a:solidFill>
                <a:ea typeface="SimSun" panose="02010600030101010101" pitchFamily="2" charset="-122"/>
              </a:rPr>
              <a:t>民主决策  民主管理  民主监督  民主协商等；</a:t>
            </a:r>
            <a:endParaRPr lang="en-US" altLang="zh-CN" sz="1200" b="1" dirty="0">
              <a:solidFill>
                <a:srgbClr val="FF0000"/>
              </a:solidFill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200" b="1" dirty="0">
                <a:ea typeface="SimSun" panose="02010600030101010101" pitchFamily="2" charset="-122"/>
              </a:rPr>
              <a:t>国家机关：</a:t>
            </a:r>
            <a:r>
              <a:rPr lang="zh-CN" altLang="en-US" sz="1200" dirty="0">
                <a:ea typeface="SimSun" panose="02010600030101010101" pitchFamily="2" charset="-122"/>
              </a:rPr>
              <a:t>决策  执行  公开  管理   服务等；</a:t>
            </a:r>
            <a:endParaRPr lang="en-US" altLang="zh-CN" sz="1200" dirty="0"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200" b="1" dirty="0">
                <a:ea typeface="SimSun" panose="02010600030101010101" pitchFamily="2" charset="-122"/>
              </a:rPr>
              <a:t>社会团体：</a:t>
            </a:r>
            <a:r>
              <a:rPr lang="zh-CN" altLang="en-US" sz="1200" dirty="0">
                <a:ea typeface="SimSun" panose="02010600030101010101" pitchFamily="2" charset="-122"/>
              </a:rPr>
              <a:t>遵循社会规则参与到政府、市场和社会治理过程。</a:t>
            </a:r>
          </a:p>
        </p:txBody>
      </p:sp>
      <p:sp>
        <p:nvSpPr>
          <p:cNvPr id="19" name="Text Box 2">
            <a:extLst>
              <a:ext uri="{FF2B5EF4-FFF2-40B4-BE49-F238E27FC236}">
                <a16:creationId xmlns:a16="http://schemas.microsoft.com/office/drawing/2014/main" id="{4FDCBCA9-A196-1CF7-5139-D947652436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6099" y="782110"/>
            <a:ext cx="1110201" cy="213585"/>
          </a:xfrm>
          <a:prstGeom prst="rect">
            <a:avLst/>
          </a:prstGeom>
          <a:solidFill>
            <a:schemeClr val="bg1"/>
          </a:solidFill>
          <a:ln w="9525" cmpd="sng">
            <a:solidFill>
              <a:srgbClr val="3366FF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788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领导治理体系和机制</a:t>
            </a:r>
          </a:p>
        </p:txBody>
      </p:sp>
      <p:sp>
        <p:nvSpPr>
          <p:cNvPr id="38917" name="TextBox 20">
            <a:extLst>
              <a:ext uri="{FF2B5EF4-FFF2-40B4-BE49-F238E27FC236}">
                <a16:creationId xmlns:a16="http://schemas.microsoft.com/office/drawing/2014/main" id="{FDB9F730-5467-8E76-2D08-0A1F69B146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14" y="411320"/>
            <a:ext cx="1868488" cy="154657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285750" indent="-285750"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1350" dirty="0">
                <a:solidFill>
                  <a:srgbClr val="FF0000"/>
                </a:solidFill>
                <a:latin typeface="黑体" panose="02010609060101010101" pitchFamily="49" charset="-122"/>
              </a:rPr>
              <a:t>中国共产党是我国最高政治领导力量</a:t>
            </a:r>
            <a:endParaRPr lang="en-US" altLang="zh-CN" sz="1350" dirty="0">
              <a:solidFill>
                <a:srgbClr val="FF0000"/>
              </a:solidFill>
              <a:latin typeface="黑体" panose="02010609060101010101" pitchFamily="49" charset="-122"/>
            </a:endParaRPr>
          </a:p>
          <a:p>
            <a:pPr marL="285750" indent="-285750"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1350" dirty="0">
                <a:solidFill>
                  <a:srgbClr val="FF0000"/>
                </a:solidFill>
                <a:latin typeface="黑体" panose="02010609060101010101" pitchFamily="49" charset="-122"/>
              </a:rPr>
              <a:t>中国共产党领导是中国特色社会主义                 最本质的特征</a:t>
            </a:r>
            <a:endParaRPr lang="en-US" altLang="zh-CN" sz="1350" dirty="0">
              <a:solidFill>
                <a:srgbClr val="FF0000"/>
              </a:solidFill>
              <a:latin typeface="黑体" panose="02010609060101010101" pitchFamily="49" charset="-122"/>
            </a:endParaRPr>
          </a:p>
          <a:p>
            <a:pPr marL="285750" indent="-285750"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1350" dirty="0">
                <a:solidFill>
                  <a:srgbClr val="FF0000"/>
                </a:solidFill>
                <a:latin typeface="黑体" panose="02010609060101010101" pitchFamily="49" charset="-122"/>
              </a:rPr>
              <a:t>是中国特色社会主义制度的最大优势。</a:t>
            </a:r>
          </a:p>
        </p:txBody>
      </p:sp>
      <p:sp>
        <p:nvSpPr>
          <p:cNvPr id="62470" name="文本框 3">
            <a:extLst>
              <a:ext uri="{FF2B5EF4-FFF2-40B4-BE49-F238E27FC236}">
                <a16:creationId xmlns:a16="http://schemas.microsoft.com/office/drawing/2014/main" id="{104713C8-2504-ACC7-D386-A0BFFF79F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7424" y="4653060"/>
            <a:ext cx="7836027" cy="170053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ea typeface="SimSun" panose="02010600030101010101" pitchFamily="2" charset="-122"/>
              </a:rPr>
              <a:t>党、源、权、规、治</a:t>
            </a:r>
            <a:endParaRPr lang="en-US" altLang="zh-CN" sz="1800" dirty="0"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ea typeface="SimSun" panose="02010600030101010101" pitchFamily="2" charset="-122"/>
              </a:rPr>
              <a:t>全过程人民民主：国体</a:t>
            </a:r>
            <a:r>
              <a:rPr lang="en-US" altLang="zh-CN" sz="1800" dirty="0">
                <a:ea typeface="SimSun" panose="02010600030101010101" pitchFamily="2" charset="-122"/>
              </a:rPr>
              <a:t>—</a:t>
            </a:r>
            <a:r>
              <a:rPr lang="zh-CN" altLang="en-US" sz="1800" dirty="0">
                <a:ea typeface="SimSun" panose="02010600030101010101" pitchFamily="2" charset="-122"/>
              </a:rPr>
              <a:t>政体</a:t>
            </a:r>
            <a:r>
              <a:rPr lang="en-US" altLang="zh-CN" sz="1800" dirty="0">
                <a:ea typeface="SimSun" panose="02010600030101010101" pitchFamily="2" charset="-122"/>
              </a:rPr>
              <a:t>---</a:t>
            </a:r>
            <a:r>
              <a:rPr lang="zh-CN" altLang="en-US" sz="1800" dirty="0">
                <a:ea typeface="SimSun" panose="02010600030101010101" pitchFamily="2" charset="-122"/>
              </a:rPr>
              <a:t>政治制度</a:t>
            </a:r>
            <a:r>
              <a:rPr lang="en-US" altLang="zh-CN" sz="1800" dirty="0">
                <a:ea typeface="SimSun" panose="02010600030101010101" pitchFamily="2" charset="-122"/>
              </a:rPr>
              <a:t>----</a:t>
            </a:r>
            <a:r>
              <a:rPr lang="zh-CN" altLang="en-US" sz="1800" dirty="0">
                <a:ea typeface="SimSun" panose="02010600030101010101" pitchFamily="2" charset="-122"/>
              </a:rPr>
              <a:t>公民参与具体形式</a:t>
            </a:r>
            <a:r>
              <a:rPr lang="en-US" altLang="zh-CN" sz="1800" dirty="0">
                <a:ea typeface="SimSun" panose="02010600030101010101" pitchFamily="2" charset="-122"/>
              </a:rPr>
              <a:t>4</a:t>
            </a:r>
            <a:r>
              <a:rPr lang="zh-CN" altLang="en-US" sz="1800" dirty="0">
                <a:ea typeface="SimSun" panose="02010600030101010101" pitchFamily="2" charset="-122"/>
              </a:rPr>
              <a:t>种</a:t>
            </a:r>
            <a:endParaRPr lang="en-US" altLang="zh-CN" sz="1800" dirty="0"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ea typeface="SimSun" panose="02010600030101010101" pitchFamily="2" charset="-122"/>
              </a:rPr>
              <a:t>依法治国：人大</a:t>
            </a:r>
            <a:r>
              <a:rPr lang="en-US" altLang="zh-CN" sz="1800" dirty="0">
                <a:ea typeface="SimSun" panose="02010600030101010101" pitchFamily="2" charset="-122"/>
              </a:rPr>
              <a:t>---</a:t>
            </a:r>
            <a:r>
              <a:rPr lang="zh-CN" altLang="en-US" sz="1800" dirty="0">
                <a:ea typeface="SimSun" panose="02010600030101010101" pitchFamily="2" charset="-122"/>
              </a:rPr>
              <a:t>政府</a:t>
            </a:r>
            <a:r>
              <a:rPr lang="en-US" altLang="zh-CN" sz="1800" dirty="0">
                <a:ea typeface="SimSun" panose="02010600030101010101" pitchFamily="2" charset="-122"/>
              </a:rPr>
              <a:t>---</a:t>
            </a:r>
            <a:r>
              <a:rPr lang="zh-CN" altLang="en-US" sz="1800" dirty="0">
                <a:ea typeface="SimSun" panose="02010600030101010101" pitchFamily="2" charset="-122"/>
              </a:rPr>
              <a:t>司法</a:t>
            </a:r>
            <a:r>
              <a:rPr lang="en-US" altLang="zh-CN" sz="1800" dirty="0">
                <a:ea typeface="SimSun" panose="02010600030101010101" pitchFamily="2" charset="-122"/>
              </a:rPr>
              <a:t>---</a:t>
            </a:r>
            <a:r>
              <a:rPr lang="zh-CN" altLang="en-US" sz="1800" dirty="0">
                <a:ea typeface="SimSun" panose="02010600030101010101" pitchFamily="2" charset="-122"/>
              </a:rPr>
              <a:t>全民</a:t>
            </a:r>
            <a:endParaRPr lang="en-US" altLang="zh-CN" sz="1800" dirty="0"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solidFill>
                  <a:srgbClr val="FF0000"/>
                </a:solidFill>
                <a:ea typeface="SimSun" panose="02010600030101010101" pitchFamily="2" charset="-122"/>
              </a:rPr>
              <a:t>党人法：全过程人民民主</a:t>
            </a:r>
            <a:r>
              <a:rPr lang="en-US" altLang="zh-CN" sz="1800" dirty="0">
                <a:solidFill>
                  <a:srgbClr val="FF0000"/>
                </a:solidFill>
                <a:ea typeface="SimSun" panose="02010600030101010101" pitchFamily="2" charset="-122"/>
              </a:rPr>
              <a:t>---</a:t>
            </a:r>
            <a:r>
              <a:rPr lang="zh-CN" altLang="en-US" sz="1800" dirty="0">
                <a:solidFill>
                  <a:srgbClr val="FF0000"/>
                </a:solidFill>
                <a:ea typeface="SimSun" panose="02010600030101010101" pitchFamily="2" charset="-122"/>
              </a:rPr>
              <a:t>多元主体参与治理</a:t>
            </a:r>
            <a:r>
              <a:rPr lang="en-US" altLang="zh-CN" sz="1800" dirty="0">
                <a:solidFill>
                  <a:srgbClr val="FF0000"/>
                </a:solidFill>
                <a:ea typeface="SimSun" panose="02010600030101010101" pitchFamily="2" charset="-122"/>
              </a:rPr>
              <a:t>---</a:t>
            </a:r>
            <a:r>
              <a:rPr lang="zh-CN" altLang="en-US" sz="1800" dirty="0">
                <a:solidFill>
                  <a:srgbClr val="FF0000"/>
                </a:solidFill>
                <a:ea typeface="SimSun" panose="02010600030101010101" pitchFamily="2" charset="-122"/>
              </a:rPr>
              <a:t>治理体系和治理能力现代化</a:t>
            </a:r>
          </a:p>
        </p:txBody>
      </p:sp>
      <p:sp>
        <p:nvSpPr>
          <p:cNvPr id="20" name="文本框 3">
            <a:extLst>
              <a:ext uri="{FF2B5EF4-FFF2-40B4-BE49-F238E27FC236}">
                <a16:creationId xmlns:a16="http://schemas.microsoft.com/office/drawing/2014/main" id="{177D2583-2C6D-4981-4C49-075B624B2B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7424" y="4087302"/>
            <a:ext cx="6348729" cy="33855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 dirty="0">
                <a:ea typeface="SimSun" panose="02010600030101010101" pitchFamily="2" charset="-122"/>
              </a:rPr>
              <a:t>党的领导：科学立法（良法之治）、严格执法、公正司法和全民守法</a:t>
            </a:r>
          </a:p>
        </p:txBody>
      </p:sp>
    </p:spTree>
    <p:extLst>
      <p:ext uri="{BB962C8B-B14F-4D97-AF65-F5344CB8AC3E}">
        <p14:creationId xmlns:p14="http://schemas.microsoft.com/office/powerpoint/2010/main" val="401036425"/>
      </p:ext>
    </p:extLst>
  </p:cSld>
  <p:clrMapOvr>
    <a:masterClrMapping/>
  </p:clrMapOvr>
  <p:transition spd="slow" advClick="0" advTm="0">
    <p:random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ECFFC0-D83B-2EB8-7FD5-9A7D24F14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8D9CF7-BEB8-BC22-788F-4C40F3D5A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266700" algn="just">
              <a:lnSpc>
                <a:spcPct val="200000"/>
              </a:lnSpc>
            </a:pPr>
            <a:r>
              <a:rPr lang="zh-CN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）（</a:t>
            </a:r>
            <a:r>
              <a:rPr lang="en-US" altLang="zh-CN" sz="2400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lang="zh-CN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分）发挥党组织在基层治理中的领导核心作用，通过党建法治共建机制为维护社会和谐提供坚强的政治保证；充分发扬人民民主，三条</a:t>
            </a:r>
            <a:r>
              <a:rPr lang="en-US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枫</a:t>
            </a:r>
            <a:r>
              <a:rPr lang="en-US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景线聚焦“依靠基层治理主体把问题化解在基层”，真正实现了人民当家作主；坚持依法治国，强调运用法治思维和法治方式开展工作，保证了基层治理的公平公正。 “一米法庭”将党的领导、人民当家作主、依法治国三者有机统一，充分发挥制度优势，把纠纷化解落在实处，使人民群众真正获益。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5525593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0F31B-782A-696E-3D63-636386A37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6A9EFD-BB0D-EACF-F4B2-9A9FDE4FD7D0}"/>
              </a:ext>
            </a:extLst>
          </p:cNvPr>
          <p:cNvSpPr txBox="1"/>
          <p:nvPr/>
        </p:nvSpPr>
        <p:spPr>
          <a:xfrm>
            <a:off x="4686300" y="1600199"/>
            <a:ext cx="871538" cy="341632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公正司法</a:t>
            </a:r>
          </a:p>
        </p:txBody>
      </p:sp>
      <p:sp>
        <p:nvSpPr>
          <p:cNvPr id="3" name="箭头: 上 2">
            <a:extLst>
              <a:ext uri="{FF2B5EF4-FFF2-40B4-BE49-F238E27FC236}">
                <a16:creationId xmlns:a16="http://schemas.microsoft.com/office/drawing/2014/main" id="{23056AA6-0B27-8996-4B9C-31DCD465D78F}"/>
              </a:ext>
            </a:extLst>
          </p:cNvPr>
          <p:cNvSpPr/>
          <p:nvPr/>
        </p:nvSpPr>
        <p:spPr>
          <a:xfrm>
            <a:off x="4836319" y="1128713"/>
            <a:ext cx="421481" cy="44291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AE594AF-1032-A872-BD99-3AFBB8E701A9}"/>
              </a:ext>
            </a:extLst>
          </p:cNvPr>
          <p:cNvSpPr txBox="1"/>
          <p:nvPr/>
        </p:nvSpPr>
        <p:spPr>
          <a:xfrm>
            <a:off x="585788" y="376326"/>
            <a:ext cx="11044237" cy="707886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在司法活动的过程和结果中坚持和体现公平正义</a:t>
            </a:r>
          </a:p>
        </p:txBody>
      </p:sp>
      <p:sp>
        <p:nvSpPr>
          <p:cNvPr id="5" name="箭头: 下 4">
            <a:extLst>
              <a:ext uri="{FF2B5EF4-FFF2-40B4-BE49-F238E27FC236}">
                <a16:creationId xmlns:a16="http://schemas.microsoft.com/office/drawing/2014/main" id="{62469964-E043-F40C-AA73-9308E93D1F65}"/>
              </a:ext>
            </a:extLst>
          </p:cNvPr>
          <p:cNvSpPr/>
          <p:nvPr/>
        </p:nvSpPr>
        <p:spPr>
          <a:xfrm>
            <a:off x="8387954" y="5150180"/>
            <a:ext cx="407194" cy="39844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A5ABCA1-798C-7B17-FAE5-B965CDCE7C69}"/>
              </a:ext>
            </a:extLst>
          </p:cNvPr>
          <p:cNvSpPr txBox="1"/>
          <p:nvPr/>
        </p:nvSpPr>
        <p:spPr>
          <a:xfrm>
            <a:off x="1138239" y="5665768"/>
            <a:ext cx="10163170" cy="95410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保障当事人的知情权、陈述权、辩护辩论权，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落实罪刑法定、疑罪从无、非法证据排除等法律原则的法律制度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26B1CED8-5AC7-77A8-875A-F5DE92FC7B24}"/>
              </a:ext>
            </a:extLst>
          </p:cNvPr>
          <p:cNvSpPr/>
          <p:nvPr/>
        </p:nvSpPr>
        <p:spPr>
          <a:xfrm>
            <a:off x="5572125" y="2928938"/>
            <a:ext cx="814388" cy="7786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箭头: 左 7">
            <a:extLst>
              <a:ext uri="{FF2B5EF4-FFF2-40B4-BE49-F238E27FC236}">
                <a16:creationId xmlns:a16="http://schemas.microsoft.com/office/drawing/2014/main" id="{1FEF9E75-E8DC-37BE-B7CC-04B536F0995E}"/>
              </a:ext>
            </a:extLst>
          </p:cNvPr>
          <p:cNvSpPr/>
          <p:nvPr/>
        </p:nvSpPr>
        <p:spPr>
          <a:xfrm>
            <a:off x="3800475" y="2999720"/>
            <a:ext cx="871538" cy="58644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5433352-1509-39B5-B0ED-F1E8FA1E7F1E}"/>
              </a:ext>
            </a:extLst>
          </p:cNvPr>
          <p:cNvSpPr txBox="1"/>
          <p:nvPr/>
        </p:nvSpPr>
        <p:spPr>
          <a:xfrm>
            <a:off x="213122" y="2758023"/>
            <a:ext cx="3512344" cy="1200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司法程序公正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司法结果要公正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3792960-E8AE-1AA3-6EEF-2ADC504F61F4}"/>
              </a:ext>
            </a:extLst>
          </p:cNvPr>
          <p:cNvSpPr txBox="1"/>
          <p:nvPr/>
        </p:nvSpPr>
        <p:spPr>
          <a:xfrm>
            <a:off x="3955256" y="1851720"/>
            <a:ext cx="7143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内涵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71CE74E-510E-0667-B214-35C788069DD1}"/>
              </a:ext>
            </a:extLst>
          </p:cNvPr>
          <p:cNvSpPr txBox="1"/>
          <p:nvPr/>
        </p:nvSpPr>
        <p:spPr>
          <a:xfrm>
            <a:off x="6915153" y="1557338"/>
            <a:ext cx="4933950" cy="3539430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1.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确保审判权和检察权依法独立行使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2.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以事实为根据、以法律为准绳，事实认定符合客观真相、办案结果公正，办案程序公正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3.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坚持司法为民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4.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加强人权司法保障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4C5CBD1-E009-E1CF-563D-98E15CD99747}"/>
              </a:ext>
            </a:extLst>
          </p:cNvPr>
          <p:cNvSpPr txBox="1"/>
          <p:nvPr/>
        </p:nvSpPr>
        <p:spPr>
          <a:xfrm>
            <a:off x="5738813" y="1642051"/>
            <a:ext cx="48101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具体要求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589736B2-D2AE-B46D-2E73-F24F651ED0E7}"/>
              </a:ext>
            </a:extLst>
          </p:cNvPr>
          <p:cNvCxnSpPr/>
          <p:nvPr/>
        </p:nvCxnSpPr>
        <p:spPr>
          <a:xfrm>
            <a:off x="6450806" y="1642051"/>
            <a:ext cx="58341" cy="3229987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D52CDFC-2BCD-6691-3FCF-8C9961669F21}"/>
              </a:ext>
            </a:extLst>
          </p:cNvPr>
          <p:cNvCxnSpPr/>
          <p:nvPr/>
        </p:nvCxnSpPr>
        <p:spPr>
          <a:xfrm>
            <a:off x="6512718" y="1843564"/>
            <a:ext cx="347665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1877BAF0-16D5-7CBB-3AAA-C1C892A5A989}"/>
              </a:ext>
            </a:extLst>
          </p:cNvPr>
          <p:cNvCxnSpPr/>
          <p:nvPr/>
        </p:nvCxnSpPr>
        <p:spPr>
          <a:xfrm>
            <a:off x="6460330" y="2631758"/>
            <a:ext cx="347665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BF94B0EB-3E35-956A-882B-34CC0E23E670}"/>
              </a:ext>
            </a:extLst>
          </p:cNvPr>
          <p:cNvCxnSpPr/>
          <p:nvPr/>
        </p:nvCxnSpPr>
        <p:spPr>
          <a:xfrm>
            <a:off x="6509147" y="4065508"/>
            <a:ext cx="347665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2281FC2B-5D2C-91EF-0B8A-03E68561421B}"/>
              </a:ext>
            </a:extLst>
          </p:cNvPr>
          <p:cNvCxnSpPr/>
          <p:nvPr/>
        </p:nvCxnSpPr>
        <p:spPr>
          <a:xfrm>
            <a:off x="6634162" y="4801392"/>
            <a:ext cx="347665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7691535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8B3C4-EC38-D39D-0255-2DB7033FC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A93F21D-5F28-C3FA-A049-CA71832C0FE0}"/>
              </a:ext>
            </a:extLst>
          </p:cNvPr>
          <p:cNvSpPr txBox="1"/>
          <p:nvPr/>
        </p:nvSpPr>
        <p:spPr>
          <a:xfrm>
            <a:off x="4686300" y="1610647"/>
            <a:ext cx="871538" cy="341632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全民守法</a:t>
            </a:r>
          </a:p>
        </p:txBody>
      </p:sp>
      <p:sp>
        <p:nvSpPr>
          <p:cNvPr id="3" name="箭头: 上 2">
            <a:extLst>
              <a:ext uri="{FF2B5EF4-FFF2-40B4-BE49-F238E27FC236}">
                <a16:creationId xmlns:a16="http://schemas.microsoft.com/office/drawing/2014/main" id="{1140714C-36C7-036D-35CF-B5FD383DD10E}"/>
              </a:ext>
            </a:extLst>
          </p:cNvPr>
          <p:cNvSpPr/>
          <p:nvPr/>
        </p:nvSpPr>
        <p:spPr>
          <a:xfrm>
            <a:off x="4943475" y="1110486"/>
            <a:ext cx="421481" cy="44291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FC799D7-668D-CAF5-683E-EF56A1D2F81C}"/>
              </a:ext>
            </a:extLst>
          </p:cNvPr>
          <p:cNvSpPr txBox="1"/>
          <p:nvPr/>
        </p:nvSpPr>
        <p:spPr>
          <a:xfrm>
            <a:off x="1005961" y="36181"/>
            <a:ext cx="9215436" cy="1077218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所有社会成员普遍尊重和信仰法律，依法行使权利和履行义务的状态</a:t>
            </a:r>
          </a:p>
        </p:txBody>
      </p:sp>
      <p:sp>
        <p:nvSpPr>
          <p:cNvPr id="5" name="箭头: 下 4">
            <a:extLst>
              <a:ext uri="{FF2B5EF4-FFF2-40B4-BE49-F238E27FC236}">
                <a16:creationId xmlns:a16="http://schemas.microsoft.com/office/drawing/2014/main" id="{FC6FE4E4-3C6F-57D9-BEE2-3B8E21246FB1}"/>
              </a:ext>
            </a:extLst>
          </p:cNvPr>
          <p:cNvSpPr/>
          <p:nvPr/>
        </p:nvSpPr>
        <p:spPr>
          <a:xfrm>
            <a:off x="4950619" y="5016519"/>
            <a:ext cx="407194" cy="39844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21C3611-E3F3-C870-3D1A-6B35CF66518A}"/>
              </a:ext>
            </a:extLst>
          </p:cNvPr>
          <p:cNvSpPr txBox="1"/>
          <p:nvPr/>
        </p:nvSpPr>
        <p:spPr>
          <a:xfrm>
            <a:off x="1968103" y="5668567"/>
            <a:ext cx="5436394" cy="707886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法治社会、法治国家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307F97B4-A98F-609B-D7AA-5A0A83DC61A4}"/>
              </a:ext>
            </a:extLst>
          </p:cNvPr>
          <p:cNvSpPr/>
          <p:nvPr/>
        </p:nvSpPr>
        <p:spPr>
          <a:xfrm>
            <a:off x="5748339" y="2965490"/>
            <a:ext cx="814388" cy="7786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箭头: 左 7">
            <a:extLst>
              <a:ext uri="{FF2B5EF4-FFF2-40B4-BE49-F238E27FC236}">
                <a16:creationId xmlns:a16="http://schemas.microsoft.com/office/drawing/2014/main" id="{8E3AA358-69ED-76A7-45AD-D93FE4C9F726}"/>
              </a:ext>
            </a:extLst>
          </p:cNvPr>
          <p:cNvSpPr/>
          <p:nvPr/>
        </p:nvSpPr>
        <p:spPr>
          <a:xfrm>
            <a:off x="3800475" y="2999720"/>
            <a:ext cx="871538" cy="58644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B3988B8-D6E5-F697-DE0E-D704271BCEC4}"/>
              </a:ext>
            </a:extLst>
          </p:cNvPr>
          <p:cNvSpPr txBox="1"/>
          <p:nvPr/>
        </p:nvSpPr>
        <p:spPr>
          <a:xfrm>
            <a:off x="376236" y="2410866"/>
            <a:ext cx="3371850" cy="18158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1.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依法行使权利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2.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依法履行义务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3.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依法维护自我正当权益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08BFDE9-9ED2-7342-DE15-8F344B13638F}"/>
              </a:ext>
            </a:extLst>
          </p:cNvPr>
          <p:cNvSpPr txBox="1"/>
          <p:nvPr/>
        </p:nvSpPr>
        <p:spPr>
          <a:xfrm>
            <a:off x="3955256" y="1851720"/>
            <a:ext cx="7143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内涵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F62FBE-42C0-BFD1-9D96-5D03F3165C87}"/>
              </a:ext>
            </a:extLst>
          </p:cNvPr>
          <p:cNvSpPr txBox="1"/>
          <p:nvPr/>
        </p:nvSpPr>
        <p:spPr>
          <a:xfrm>
            <a:off x="6572253" y="1395195"/>
            <a:ext cx="5020861" cy="39703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1.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增强全民法治观念，推进普法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2.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调动人民群众投身依法治国实践的积极性和主动性。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3.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不断加强公民道德建设，弘扬优秀传统文化，增强法治的道德底蕴，强化规则意识、倡导契约精神、弘扬公序良俗、引导人们自觉地履行法定义务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FD8A47D-6D5A-B7D8-F8F9-660446839D59}"/>
              </a:ext>
            </a:extLst>
          </p:cNvPr>
          <p:cNvSpPr txBox="1"/>
          <p:nvPr/>
        </p:nvSpPr>
        <p:spPr>
          <a:xfrm>
            <a:off x="5738813" y="1642051"/>
            <a:ext cx="48101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具体要求</a:t>
            </a:r>
          </a:p>
        </p:txBody>
      </p:sp>
    </p:spTree>
    <p:extLst>
      <p:ext uri="{BB962C8B-B14F-4D97-AF65-F5344CB8AC3E}">
        <p14:creationId xmlns:p14="http://schemas.microsoft.com/office/powerpoint/2010/main" val="3638200103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7899A6B-2B7E-9F2D-9CE5-4EAE86AC1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9928" y="379414"/>
            <a:ext cx="3440984" cy="3967940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dirty="0"/>
              <a:t>评价类、阐释、理解、</a:t>
            </a:r>
            <a:r>
              <a:rPr lang="zh-CN" altLang="en-US" dirty="0">
                <a:solidFill>
                  <a:srgbClr val="FF0000"/>
                </a:solidFill>
              </a:rPr>
              <a:t>辨析</a:t>
            </a:r>
            <a:r>
              <a:rPr lang="zh-CN" altLang="en-US" dirty="0"/>
              <a:t>、启示、认识：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en-US" altLang="zh-CN" dirty="0"/>
              <a:t>1.</a:t>
            </a:r>
            <a:r>
              <a:rPr lang="zh-CN" altLang="en-US" dirty="0"/>
              <a:t>释义：</a:t>
            </a:r>
            <a:r>
              <a:rPr lang="zh-CN" altLang="en-US" dirty="0">
                <a:solidFill>
                  <a:srgbClr val="FF0000"/>
                </a:solidFill>
              </a:rPr>
              <a:t>观点</a:t>
            </a:r>
            <a:r>
              <a:rPr lang="en-US" altLang="zh-CN" dirty="0"/>
              <a:t>---</a:t>
            </a:r>
            <a:r>
              <a:rPr lang="zh-CN" altLang="en-US" dirty="0"/>
              <a:t>现象</a:t>
            </a:r>
            <a:r>
              <a:rPr lang="en-US" altLang="zh-CN" dirty="0"/>
              <a:t>---</a:t>
            </a:r>
            <a:r>
              <a:rPr lang="zh-CN" altLang="en-US" dirty="0"/>
              <a:t>特征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en-US" altLang="zh-CN" dirty="0"/>
              <a:t>2.</a:t>
            </a:r>
            <a:r>
              <a:rPr lang="zh-CN" altLang="en-US" dirty="0"/>
              <a:t>合理性</a:t>
            </a:r>
            <a:r>
              <a:rPr lang="zh-CN" altLang="en-US" dirty="0">
                <a:sym typeface="Wingdings" panose="05000000000000000000" pitchFamily="2" charset="2"/>
              </a:rPr>
              <a:t>：（</a:t>
            </a:r>
            <a:r>
              <a:rPr lang="en-US" altLang="zh-CN" dirty="0">
                <a:sym typeface="Wingdings" panose="05000000000000000000" pitchFamily="2" charset="2"/>
              </a:rPr>
              <a:t>1</a:t>
            </a:r>
            <a:r>
              <a:rPr lang="zh-CN" altLang="en-US" dirty="0"/>
              <a:t>）理论逻辑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en-US" altLang="zh-CN" dirty="0"/>
              <a:t>                 </a:t>
            </a: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）现实逻辑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en-US" altLang="zh-CN" dirty="0"/>
              <a:t>3.</a:t>
            </a:r>
            <a:r>
              <a:rPr lang="zh-CN" altLang="en-US" dirty="0"/>
              <a:t>价值性：影响、意义、作用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en-US" altLang="zh-CN" dirty="0"/>
              <a:t>4.</a:t>
            </a:r>
            <a:r>
              <a:rPr lang="zh-CN" altLang="en-US" dirty="0"/>
              <a:t>做法（辩证）：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知</a:t>
            </a:r>
            <a:r>
              <a:rPr lang="en-US" altLang="zh-CN" sz="3200" dirty="0">
                <a:solidFill>
                  <a:srgbClr val="FF0000"/>
                </a:solidFill>
              </a:rPr>
              <a:t>+</a:t>
            </a:r>
            <a:r>
              <a:rPr lang="zh-CN" altLang="en-US" sz="3200" dirty="0">
                <a:solidFill>
                  <a:srgbClr val="FF0000"/>
                </a:solidFill>
                <a:highlight>
                  <a:srgbClr val="FFFF00"/>
                </a:highlight>
              </a:rPr>
              <a:t>行：实践</a:t>
            </a:r>
            <a:endParaRPr lang="en-US" altLang="zh-CN" sz="3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5" name="图片 3">
            <a:extLst>
              <a:ext uri="{FF2B5EF4-FFF2-40B4-BE49-F238E27FC236}">
                <a16:creationId xmlns:a16="http://schemas.microsoft.com/office/drawing/2014/main" id="{99820610-A73D-DB50-D778-20FFB6B89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426" y="1312824"/>
            <a:ext cx="2036763" cy="2844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47FE62D1-CE2F-6817-15A4-2C84286E6623}"/>
              </a:ext>
            </a:extLst>
          </p:cNvPr>
          <p:cNvGrpSpPr>
            <a:grpSpLocks/>
          </p:cNvGrpSpPr>
          <p:nvPr>
            <p:custDataLst>
              <p:tags r:id="rId1"/>
            </p:custDataLst>
          </p:nvPr>
        </p:nvGrpSpPr>
        <p:grpSpPr bwMode="auto">
          <a:xfrm>
            <a:off x="1162" y="172528"/>
            <a:ext cx="2351088" cy="580865"/>
            <a:chOff x="-118371" y="251223"/>
            <a:chExt cx="2453869" cy="773956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3DED99F5-0B34-911C-3F46-E9A41B5DF0F7}"/>
                </a:ext>
              </a:extLst>
            </p:cNvPr>
            <p:cNvGrpSpPr>
              <a:grpSpLocks/>
            </p:cNvGrpSpPr>
            <p:nvPr>
              <p:custDataLst>
                <p:tags r:id="rId2"/>
              </p:custDataLst>
            </p:nvPr>
          </p:nvGrpSpPr>
          <p:grpSpPr bwMode="auto">
            <a:xfrm>
              <a:off x="-118371" y="388180"/>
              <a:ext cx="2258114" cy="569433"/>
              <a:chOff x="0" y="194743"/>
              <a:chExt cx="3577612" cy="569433"/>
            </a:xfrm>
          </p:grpSpPr>
          <p:sp>
            <p:nvSpPr>
              <p:cNvPr id="10" name="圆角矩形 6">
                <a:extLst>
                  <a:ext uri="{FF2B5EF4-FFF2-40B4-BE49-F238E27FC236}">
                    <a16:creationId xmlns:a16="http://schemas.microsoft.com/office/drawing/2014/main" id="{E0938BA5-2154-D8B5-3345-332197A3B515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173209" y="194743"/>
                <a:ext cx="3404403" cy="569433"/>
              </a:xfrm>
              <a:prstGeom prst="roundRect">
                <a:avLst>
                  <a:gd name="adj" fmla="val 9976"/>
                </a:avLst>
              </a:prstGeom>
              <a:solidFill>
                <a:srgbClr val="01ACBE"/>
              </a:solidFill>
              <a:ln w="19050">
                <a:gradFill flip="none" rotWithShape="1">
                  <a:gsLst>
                    <a:gs pos="88000">
                      <a:schemeClr val="bg1"/>
                    </a:gs>
                    <a:gs pos="0">
                      <a:schemeClr val="bg1">
                        <a:lumMod val="75000"/>
                      </a:schemeClr>
                    </a:gs>
                    <a:gs pos="71000">
                      <a:schemeClr val="bg1">
                        <a:lumMod val="85000"/>
                      </a:schemeClr>
                    </a:gs>
                    <a:gs pos="55000">
                      <a:schemeClr val="bg1"/>
                    </a:gs>
                    <a:gs pos="37000">
                      <a:schemeClr val="bg1">
                        <a:lumMod val="85000"/>
                      </a:schemeClr>
                    </a:gs>
                    <a:gs pos="2200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200000" scaled="0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3429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25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A4BDD638-225B-41DC-05F7-0FDF1BBEC6F9}"/>
                  </a:ext>
                </a:extLst>
              </p:cNvPr>
              <p:cNvGrpSpPr>
                <a:grpSpLocks/>
              </p:cNvGrpSpPr>
              <p:nvPr>
                <p:custDataLst>
                  <p:tags r:id="rId5"/>
                </p:custDataLst>
              </p:nvPr>
            </p:nvGrpSpPr>
            <p:grpSpPr bwMode="auto">
              <a:xfrm>
                <a:off x="0" y="290669"/>
                <a:ext cx="424561" cy="355906"/>
                <a:chOff x="469900" y="728859"/>
                <a:chExt cx="424561" cy="355906"/>
              </a:xfrm>
            </p:grpSpPr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2C289C6E-29CB-56C3-C344-B134F12EE51D}"/>
                    </a:ext>
                  </a:extLst>
                </p:cNvPr>
                <p:cNvSpPr/>
                <p:nvPr>
                  <p:custDataLst>
                    <p:tags r:id="rId6"/>
                  </p:custDataLst>
                </p:nvPr>
              </p:nvSpPr>
              <p:spPr>
                <a:xfrm rot="16200000">
                  <a:off x="738147" y="926992"/>
                  <a:ext cx="156526" cy="157505"/>
                </a:xfrm>
                <a:prstGeom prst="ellipse">
                  <a:avLst/>
                </a:prstGeom>
                <a:gradFill>
                  <a:gsLst>
                    <a:gs pos="75000">
                      <a:schemeClr val="bg1">
                        <a:lumMod val="95000"/>
                      </a:schemeClr>
                    </a:gs>
                    <a:gs pos="55000">
                      <a:schemeClr val="bg1">
                        <a:lumMod val="65000"/>
                      </a:schemeClr>
                    </a:gs>
                    <a:gs pos="35000">
                      <a:schemeClr val="bg1">
                        <a:lumMod val="95000"/>
                      </a:schemeClr>
                    </a:gs>
                    <a:gs pos="17000">
                      <a:schemeClr val="bg1">
                        <a:lumMod val="65000"/>
                      </a:schemeClr>
                    </a:gs>
                    <a:gs pos="0">
                      <a:schemeClr val="bg1"/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>
                  <a:outerShdw blurRad="12700" dist="127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41B35E39-AD8C-1151-717C-CF8E7E87DD51}"/>
                    </a:ext>
                  </a:extLst>
                </p:cNvPr>
                <p:cNvSpPr/>
                <p:nvPr>
                  <p:custDataLst>
                    <p:tags r:id="rId7"/>
                  </p:custDataLst>
                </p:nvPr>
              </p:nvSpPr>
              <p:spPr>
                <a:xfrm rot="16200000">
                  <a:off x="752463" y="942770"/>
                  <a:ext cx="127798" cy="127797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  <a:effectLst>
                  <a:innerShdw blurRad="12700" dist="127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4" name="椭圆 13">
                  <a:extLst>
                    <a:ext uri="{FF2B5EF4-FFF2-40B4-BE49-F238E27FC236}">
                      <a16:creationId xmlns:a16="http://schemas.microsoft.com/office/drawing/2014/main" id="{0AC979CA-5F36-FCAA-5F11-D8FB4E16DFAE}"/>
                    </a:ext>
                  </a:extLst>
                </p:cNvPr>
                <p:cNvSpPr/>
                <p:nvPr>
                  <p:custDataLst>
                    <p:tags r:id="rId8"/>
                  </p:custDataLst>
                </p:nvPr>
              </p:nvSpPr>
              <p:spPr>
                <a:xfrm rot="16200000">
                  <a:off x="738147" y="728161"/>
                  <a:ext cx="156526" cy="157505"/>
                </a:xfrm>
                <a:prstGeom prst="ellipse">
                  <a:avLst/>
                </a:prstGeom>
                <a:gradFill>
                  <a:gsLst>
                    <a:gs pos="75000">
                      <a:schemeClr val="bg1">
                        <a:lumMod val="95000"/>
                      </a:schemeClr>
                    </a:gs>
                    <a:gs pos="55000">
                      <a:schemeClr val="bg1">
                        <a:lumMod val="65000"/>
                      </a:schemeClr>
                    </a:gs>
                    <a:gs pos="35000">
                      <a:schemeClr val="bg1">
                        <a:lumMod val="95000"/>
                      </a:schemeClr>
                    </a:gs>
                    <a:gs pos="17000">
                      <a:schemeClr val="bg1">
                        <a:lumMod val="65000"/>
                      </a:schemeClr>
                    </a:gs>
                    <a:gs pos="0">
                      <a:schemeClr val="bg1"/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>
                  <a:outerShdw blurRad="12700" dist="127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5" name="椭圆 14">
                  <a:extLst>
                    <a:ext uri="{FF2B5EF4-FFF2-40B4-BE49-F238E27FC236}">
                      <a16:creationId xmlns:a16="http://schemas.microsoft.com/office/drawing/2014/main" id="{BA565DE6-DFA0-8A24-6F17-5D5121E06C61}"/>
                    </a:ext>
                  </a:extLst>
                </p:cNvPr>
                <p:cNvSpPr/>
                <p:nvPr>
                  <p:custDataLst>
                    <p:tags r:id="rId9"/>
                  </p:custDataLst>
                </p:nvPr>
              </p:nvSpPr>
              <p:spPr>
                <a:xfrm rot="16200000">
                  <a:off x="752463" y="743063"/>
                  <a:ext cx="127798" cy="127797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  <a:effectLst>
                  <a:innerShdw blurRad="12700" dist="127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6" name="圆角矩形 12">
                  <a:extLst>
                    <a:ext uri="{FF2B5EF4-FFF2-40B4-BE49-F238E27FC236}">
                      <a16:creationId xmlns:a16="http://schemas.microsoft.com/office/drawing/2014/main" id="{67F9CEA3-D0E2-E853-5033-AB494F507D49}"/>
                    </a:ext>
                  </a:extLst>
                </p:cNvPr>
                <p:cNvSpPr/>
                <p:nvPr>
                  <p:custDataLst>
                    <p:tags r:id="rId10"/>
                  </p:custDataLst>
                </p:nvPr>
              </p:nvSpPr>
              <p:spPr>
                <a:xfrm rot="16200000">
                  <a:off x="636543" y="859458"/>
                  <a:ext cx="18656" cy="351942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74000">
                      <a:schemeClr val="bg1"/>
                    </a:gs>
                    <a:gs pos="52000">
                      <a:schemeClr val="bg1">
                        <a:lumMod val="85000"/>
                      </a:schemeClr>
                    </a:gs>
                    <a:gs pos="23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  <a:ln w="12700">
                  <a:gradFill flip="none" rotWithShape="1">
                    <a:gsLst>
                      <a:gs pos="0">
                        <a:schemeClr val="bg1">
                          <a:lumMod val="65000"/>
                        </a:schemeClr>
                      </a:gs>
                      <a:gs pos="44000">
                        <a:schemeClr val="bg1">
                          <a:lumMod val="75000"/>
                        </a:schemeClr>
                      </a:gs>
                      <a:gs pos="78000">
                        <a:schemeClr val="bg1"/>
                      </a:gs>
                      <a:gs pos="61000">
                        <a:schemeClr val="bg1">
                          <a:lumMod val="100000"/>
                        </a:schemeClr>
                      </a:gs>
                      <a:gs pos="100000">
                        <a:schemeClr val="bg1">
                          <a:lumMod val="65000"/>
                        </a:schemeClr>
                      </a:gs>
                    </a:gsLst>
                    <a:lin ang="5400000" scaled="0"/>
                  </a:gradFill>
                </a:ln>
                <a:effectLst>
                  <a:outerShdw blurRad="254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7" name="圆角矩形 13">
                  <a:extLst>
                    <a:ext uri="{FF2B5EF4-FFF2-40B4-BE49-F238E27FC236}">
                      <a16:creationId xmlns:a16="http://schemas.microsoft.com/office/drawing/2014/main" id="{8D5EABAA-943B-DE50-5360-D984CDFBFCEA}"/>
                    </a:ext>
                  </a:extLst>
                </p:cNvPr>
                <p:cNvSpPr/>
                <p:nvPr>
                  <p:custDataLst>
                    <p:tags r:id="rId11"/>
                  </p:custDataLst>
                </p:nvPr>
              </p:nvSpPr>
              <p:spPr>
                <a:xfrm rot="16200000">
                  <a:off x="636543" y="809416"/>
                  <a:ext cx="18656" cy="351942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74000">
                      <a:schemeClr val="bg1"/>
                    </a:gs>
                    <a:gs pos="52000">
                      <a:schemeClr val="bg1">
                        <a:lumMod val="85000"/>
                      </a:schemeClr>
                    </a:gs>
                    <a:gs pos="23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  <a:ln w="12700">
                  <a:gradFill flip="none" rotWithShape="1">
                    <a:gsLst>
                      <a:gs pos="0">
                        <a:schemeClr val="bg1">
                          <a:lumMod val="65000"/>
                        </a:schemeClr>
                      </a:gs>
                      <a:gs pos="43000">
                        <a:schemeClr val="bg1">
                          <a:lumMod val="75000"/>
                        </a:schemeClr>
                      </a:gs>
                      <a:gs pos="79000">
                        <a:schemeClr val="bg1"/>
                      </a:gs>
                      <a:gs pos="61000">
                        <a:schemeClr val="bg1">
                          <a:lumMod val="100000"/>
                        </a:schemeClr>
                      </a:gs>
                      <a:gs pos="100000">
                        <a:schemeClr val="bg1">
                          <a:lumMod val="65000"/>
                        </a:schemeClr>
                      </a:gs>
                    </a:gsLst>
                    <a:lin ang="5400000" scaled="0"/>
                  </a:gradFill>
                </a:ln>
                <a:effectLst>
                  <a:outerShdw blurRad="254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8" name="圆角矩形 14">
                  <a:extLst>
                    <a:ext uri="{FF2B5EF4-FFF2-40B4-BE49-F238E27FC236}">
                      <a16:creationId xmlns:a16="http://schemas.microsoft.com/office/drawing/2014/main" id="{1851855B-2B96-5884-78F0-27E993DE63DE}"/>
                    </a:ext>
                  </a:extLst>
                </p:cNvPr>
                <p:cNvSpPr/>
                <p:nvPr>
                  <p:custDataLst>
                    <p:tags r:id="rId12"/>
                  </p:custDataLst>
                </p:nvPr>
              </p:nvSpPr>
              <p:spPr>
                <a:xfrm rot="16200000">
                  <a:off x="636543" y="655035"/>
                  <a:ext cx="18656" cy="351942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74000">
                      <a:schemeClr val="bg1"/>
                    </a:gs>
                    <a:gs pos="52000">
                      <a:schemeClr val="bg1">
                        <a:lumMod val="85000"/>
                      </a:schemeClr>
                    </a:gs>
                    <a:gs pos="23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  <a:ln w="12700">
                  <a:gradFill flip="none" rotWithShape="1">
                    <a:gsLst>
                      <a:gs pos="0">
                        <a:schemeClr val="bg1">
                          <a:lumMod val="65000"/>
                        </a:schemeClr>
                      </a:gs>
                      <a:gs pos="44000">
                        <a:schemeClr val="bg1">
                          <a:lumMod val="75000"/>
                        </a:schemeClr>
                      </a:gs>
                      <a:gs pos="78000">
                        <a:schemeClr val="bg1"/>
                      </a:gs>
                      <a:gs pos="61000">
                        <a:schemeClr val="bg1">
                          <a:lumMod val="100000"/>
                        </a:schemeClr>
                      </a:gs>
                      <a:gs pos="100000">
                        <a:schemeClr val="bg1">
                          <a:lumMod val="65000"/>
                        </a:schemeClr>
                      </a:gs>
                    </a:gsLst>
                    <a:lin ang="5400000" scaled="0"/>
                  </a:gradFill>
                </a:ln>
                <a:effectLst>
                  <a:outerShdw blurRad="254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9" name="圆角矩形 15">
                  <a:extLst>
                    <a:ext uri="{FF2B5EF4-FFF2-40B4-BE49-F238E27FC236}">
                      <a16:creationId xmlns:a16="http://schemas.microsoft.com/office/drawing/2014/main" id="{745BF6F7-0B96-0F34-CB44-F52428BED068}"/>
                    </a:ext>
                  </a:extLst>
                </p:cNvPr>
                <p:cNvSpPr/>
                <p:nvPr>
                  <p:custDataLst>
                    <p:tags r:id="rId13"/>
                  </p:custDataLst>
                </p:nvPr>
              </p:nvSpPr>
              <p:spPr>
                <a:xfrm rot="16200000">
                  <a:off x="636543" y="604992"/>
                  <a:ext cx="18656" cy="351942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74000">
                      <a:schemeClr val="bg1"/>
                    </a:gs>
                    <a:gs pos="52000">
                      <a:schemeClr val="bg1">
                        <a:lumMod val="85000"/>
                      </a:schemeClr>
                    </a:gs>
                    <a:gs pos="23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  <a:ln w="12700">
                  <a:gradFill flip="none" rotWithShape="1">
                    <a:gsLst>
                      <a:gs pos="0">
                        <a:schemeClr val="bg1">
                          <a:lumMod val="65000"/>
                        </a:schemeClr>
                      </a:gs>
                      <a:gs pos="43000">
                        <a:schemeClr val="bg1">
                          <a:lumMod val="75000"/>
                        </a:schemeClr>
                      </a:gs>
                      <a:gs pos="79000">
                        <a:schemeClr val="bg1"/>
                      </a:gs>
                      <a:gs pos="61000">
                        <a:schemeClr val="bg1">
                          <a:lumMod val="100000"/>
                        </a:schemeClr>
                      </a:gs>
                      <a:gs pos="100000">
                        <a:schemeClr val="bg1">
                          <a:lumMod val="65000"/>
                        </a:schemeClr>
                      </a:gs>
                    </a:gsLst>
                    <a:lin ang="5400000" scaled="0"/>
                  </a:gradFill>
                </a:ln>
                <a:effectLst>
                  <a:outerShdw blurRad="254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</p:grpSp>
        </p:grpSp>
        <p:sp>
          <p:nvSpPr>
            <p:cNvPr id="9" name="文本框 71">
              <a:extLst>
                <a:ext uri="{FF2B5EF4-FFF2-40B4-BE49-F238E27FC236}">
                  <a16:creationId xmlns:a16="http://schemas.microsoft.com/office/drawing/2014/main" id="{138CF334-493A-404C-2727-213517A80AB5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209695" y="251223"/>
              <a:ext cx="2125803" cy="77395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l" defTabSz="3429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答题思维：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AC874701-0777-DCE3-FE8E-7553B8FCF36D}"/>
              </a:ext>
            </a:extLst>
          </p:cNvPr>
          <p:cNvSpPr txBox="1">
            <a:spLocks/>
          </p:cNvSpPr>
          <p:nvPr/>
        </p:nvSpPr>
        <p:spPr bwMode="auto">
          <a:xfrm>
            <a:off x="172039" y="4617345"/>
            <a:ext cx="11991016" cy="156627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171450" indent="-171450" defTabSz="685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14350" indent="-171450" defTabSz="6858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 defTabSz="6858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 defTabSz="6858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 defTabSz="6858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0002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4574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9146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3718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法律：法条   事实分析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因果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侵权、违约     原则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----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判决    影响（违约、侵权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双方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 五位一体排除）</a:t>
            </a:r>
            <a:endParaRPr kumimoji="0" lang="en-US" altLang="zh-CN" sz="19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Arial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逻辑：核心知识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 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解释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 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材料分析（理例结合）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指向问题的逻辑表达</a:t>
            </a:r>
            <a:endParaRPr kumimoji="0" lang="en-US" altLang="zh-CN" sz="1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Arial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政治与法治：政治主体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 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核心逻辑（党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-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源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-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权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-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规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-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治）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材料分析（理例结合）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总结（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指向问题的逻辑表达）</a:t>
            </a:r>
            <a:endParaRPr kumimoji="0" lang="en-US" altLang="zh-CN" sz="19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Arial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zh-CN" sz="1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Arial"/>
            </a:endParaRPr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45207586-FCD3-90E7-D4AF-02BB5892B0EA}"/>
              </a:ext>
            </a:extLst>
          </p:cNvPr>
          <p:cNvSpPr/>
          <p:nvPr/>
        </p:nvSpPr>
        <p:spPr>
          <a:xfrm flipV="1">
            <a:off x="1636434" y="4775452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C38D636F-5599-8644-4540-FFD3C663CA64}"/>
              </a:ext>
            </a:extLst>
          </p:cNvPr>
          <p:cNvSpPr/>
          <p:nvPr/>
        </p:nvSpPr>
        <p:spPr>
          <a:xfrm flipV="1">
            <a:off x="3327698" y="4775452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25" name="箭头: 右 24">
            <a:extLst>
              <a:ext uri="{FF2B5EF4-FFF2-40B4-BE49-F238E27FC236}">
                <a16:creationId xmlns:a16="http://schemas.microsoft.com/office/drawing/2014/main" id="{7E5FB1E2-10E1-1DEE-1B29-88DC29D06BD6}"/>
              </a:ext>
            </a:extLst>
          </p:cNvPr>
          <p:cNvSpPr/>
          <p:nvPr/>
        </p:nvSpPr>
        <p:spPr>
          <a:xfrm flipV="1">
            <a:off x="4843166" y="4807530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4CA7DBBD-54F3-56AD-DD48-9410F239FB0E}"/>
              </a:ext>
            </a:extLst>
          </p:cNvPr>
          <p:cNvSpPr/>
          <p:nvPr/>
        </p:nvSpPr>
        <p:spPr>
          <a:xfrm flipV="1">
            <a:off x="6437956" y="4807530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27" name="箭头: 右 26">
            <a:extLst>
              <a:ext uri="{FF2B5EF4-FFF2-40B4-BE49-F238E27FC236}">
                <a16:creationId xmlns:a16="http://schemas.microsoft.com/office/drawing/2014/main" id="{85EAAAAB-DC9A-0562-0940-32E629D8BDFC}"/>
              </a:ext>
            </a:extLst>
          </p:cNvPr>
          <p:cNvSpPr/>
          <p:nvPr/>
        </p:nvSpPr>
        <p:spPr>
          <a:xfrm flipV="1">
            <a:off x="9107558" y="4807530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E9E6EDE7-FC57-DD12-9DDF-0FAA42AFCED0}"/>
              </a:ext>
            </a:extLst>
          </p:cNvPr>
          <p:cNvSpPr/>
          <p:nvPr/>
        </p:nvSpPr>
        <p:spPr>
          <a:xfrm flipV="1">
            <a:off x="2151248" y="5323408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29" name="箭头: 右 28">
            <a:extLst>
              <a:ext uri="{FF2B5EF4-FFF2-40B4-BE49-F238E27FC236}">
                <a16:creationId xmlns:a16="http://schemas.microsoft.com/office/drawing/2014/main" id="{5397EB7E-A105-1DC1-761C-FB5AF1722BA0}"/>
              </a:ext>
            </a:extLst>
          </p:cNvPr>
          <p:cNvSpPr/>
          <p:nvPr/>
        </p:nvSpPr>
        <p:spPr>
          <a:xfrm flipV="1">
            <a:off x="2936479" y="5321380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3386F2D8-4C23-8B48-F957-0BA7066EAE59}"/>
              </a:ext>
            </a:extLst>
          </p:cNvPr>
          <p:cNvSpPr/>
          <p:nvPr/>
        </p:nvSpPr>
        <p:spPr>
          <a:xfrm flipV="1">
            <a:off x="5490928" y="5336384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31" name="箭头: 右 30">
            <a:extLst>
              <a:ext uri="{FF2B5EF4-FFF2-40B4-BE49-F238E27FC236}">
                <a16:creationId xmlns:a16="http://schemas.microsoft.com/office/drawing/2014/main" id="{915C7827-0E85-0826-0900-2BB2F3FDBAFC}"/>
              </a:ext>
            </a:extLst>
          </p:cNvPr>
          <p:cNvSpPr/>
          <p:nvPr/>
        </p:nvSpPr>
        <p:spPr>
          <a:xfrm flipV="1">
            <a:off x="2857114" y="5851361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32" name="箭头: 右 31">
            <a:extLst>
              <a:ext uri="{FF2B5EF4-FFF2-40B4-BE49-F238E27FC236}">
                <a16:creationId xmlns:a16="http://schemas.microsoft.com/office/drawing/2014/main" id="{BB2A7F6F-73F7-0B2D-3BEF-39A0CF3CCA77}"/>
              </a:ext>
            </a:extLst>
          </p:cNvPr>
          <p:cNvSpPr/>
          <p:nvPr/>
        </p:nvSpPr>
        <p:spPr>
          <a:xfrm flipV="1">
            <a:off x="6040912" y="5848330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33" name="箭头: 右 32">
            <a:extLst>
              <a:ext uri="{FF2B5EF4-FFF2-40B4-BE49-F238E27FC236}">
                <a16:creationId xmlns:a16="http://schemas.microsoft.com/office/drawing/2014/main" id="{4D001474-5B3C-D206-7D08-76DC6D025407}"/>
              </a:ext>
            </a:extLst>
          </p:cNvPr>
          <p:cNvSpPr/>
          <p:nvPr/>
        </p:nvSpPr>
        <p:spPr>
          <a:xfrm flipV="1">
            <a:off x="8633669" y="5848330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6ED3F89-1538-8D5C-EA9F-53F2313A43B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77870" y="838589"/>
            <a:ext cx="5421492" cy="3049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553813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7899A6B-2B7E-9F2D-9CE5-4EAE86AC1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9928" y="379414"/>
            <a:ext cx="3440984" cy="3967940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dirty="0"/>
              <a:t>评价类、阐释、理解、</a:t>
            </a:r>
            <a:r>
              <a:rPr lang="zh-CN" altLang="en-US" dirty="0">
                <a:solidFill>
                  <a:srgbClr val="FF0000"/>
                </a:solidFill>
              </a:rPr>
              <a:t>辨析</a:t>
            </a:r>
            <a:r>
              <a:rPr lang="zh-CN" altLang="en-US" dirty="0"/>
              <a:t>、启示、认识：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en-US" altLang="zh-CN" dirty="0"/>
              <a:t>1.</a:t>
            </a:r>
            <a:r>
              <a:rPr lang="zh-CN" altLang="en-US" dirty="0"/>
              <a:t>释义：</a:t>
            </a:r>
            <a:r>
              <a:rPr lang="zh-CN" altLang="en-US" dirty="0">
                <a:solidFill>
                  <a:srgbClr val="FF0000"/>
                </a:solidFill>
              </a:rPr>
              <a:t>观点</a:t>
            </a:r>
            <a:r>
              <a:rPr lang="en-US" altLang="zh-CN" dirty="0"/>
              <a:t>---</a:t>
            </a:r>
            <a:r>
              <a:rPr lang="zh-CN" altLang="en-US" dirty="0"/>
              <a:t>现象</a:t>
            </a:r>
            <a:r>
              <a:rPr lang="en-US" altLang="zh-CN" dirty="0"/>
              <a:t>---</a:t>
            </a:r>
            <a:r>
              <a:rPr lang="zh-CN" altLang="en-US" dirty="0"/>
              <a:t>特征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en-US" altLang="zh-CN" dirty="0"/>
              <a:t>2.</a:t>
            </a:r>
            <a:r>
              <a:rPr lang="zh-CN" altLang="en-US" dirty="0"/>
              <a:t>合理性</a:t>
            </a:r>
            <a:r>
              <a:rPr lang="zh-CN" altLang="en-US" dirty="0">
                <a:sym typeface="Wingdings" panose="05000000000000000000" pitchFamily="2" charset="2"/>
              </a:rPr>
              <a:t>：（</a:t>
            </a:r>
            <a:r>
              <a:rPr lang="en-US" altLang="zh-CN" dirty="0">
                <a:sym typeface="Wingdings" panose="05000000000000000000" pitchFamily="2" charset="2"/>
              </a:rPr>
              <a:t>1</a:t>
            </a:r>
            <a:r>
              <a:rPr lang="zh-CN" altLang="en-US" dirty="0"/>
              <a:t>）理论逻辑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en-US" altLang="zh-CN" dirty="0"/>
              <a:t>                 </a:t>
            </a: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）现实逻辑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en-US" altLang="zh-CN" dirty="0"/>
              <a:t>3.</a:t>
            </a:r>
            <a:r>
              <a:rPr lang="zh-CN" altLang="en-US" dirty="0"/>
              <a:t>价值性：影响、意义、作用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en-US" altLang="zh-CN" dirty="0"/>
              <a:t>4.</a:t>
            </a:r>
            <a:r>
              <a:rPr lang="zh-CN" altLang="en-US" dirty="0"/>
              <a:t>做法（辩证）：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知</a:t>
            </a:r>
            <a:r>
              <a:rPr lang="en-US" altLang="zh-CN" sz="3200" dirty="0">
                <a:solidFill>
                  <a:srgbClr val="FF0000"/>
                </a:solidFill>
              </a:rPr>
              <a:t>+</a:t>
            </a:r>
            <a:r>
              <a:rPr lang="zh-CN" altLang="en-US" sz="3200" dirty="0">
                <a:solidFill>
                  <a:srgbClr val="FF0000"/>
                </a:solidFill>
                <a:highlight>
                  <a:srgbClr val="FFFF00"/>
                </a:highlight>
              </a:rPr>
              <a:t>行：实践</a:t>
            </a:r>
            <a:endParaRPr lang="en-US" altLang="zh-CN" sz="3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5" name="图片 3">
            <a:extLst>
              <a:ext uri="{FF2B5EF4-FFF2-40B4-BE49-F238E27FC236}">
                <a16:creationId xmlns:a16="http://schemas.microsoft.com/office/drawing/2014/main" id="{99820610-A73D-DB50-D778-20FFB6B89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426" y="1312824"/>
            <a:ext cx="2036763" cy="2844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47FE62D1-CE2F-6817-15A4-2C84286E6623}"/>
              </a:ext>
            </a:extLst>
          </p:cNvPr>
          <p:cNvGrpSpPr>
            <a:grpSpLocks/>
          </p:cNvGrpSpPr>
          <p:nvPr>
            <p:custDataLst>
              <p:tags r:id="rId1"/>
            </p:custDataLst>
          </p:nvPr>
        </p:nvGrpSpPr>
        <p:grpSpPr bwMode="auto">
          <a:xfrm>
            <a:off x="1162" y="172528"/>
            <a:ext cx="2351088" cy="580865"/>
            <a:chOff x="-118371" y="251223"/>
            <a:chExt cx="2453869" cy="773956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3DED99F5-0B34-911C-3F46-E9A41B5DF0F7}"/>
                </a:ext>
              </a:extLst>
            </p:cNvPr>
            <p:cNvGrpSpPr>
              <a:grpSpLocks/>
            </p:cNvGrpSpPr>
            <p:nvPr>
              <p:custDataLst>
                <p:tags r:id="rId2"/>
              </p:custDataLst>
            </p:nvPr>
          </p:nvGrpSpPr>
          <p:grpSpPr bwMode="auto">
            <a:xfrm>
              <a:off x="-118371" y="388180"/>
              <a:ext cx="2258114" cy="569433"/>
              <a:chOff x="0" y="194743"/>
              <a:chExt cx="3577612" cy="569433"/>
            </a:xfrm>
          </p:grpSpPr>
          <p:sp>
            <p:nvSpPr>
              <p:cNvPr id="10" name="圆角矩形 6">
                <a:extLst>
                  <a:ext uri="{FF2B5EF4-FFF2-40B4-BE49-F238E27FC236}">
                    <a16:creationId xmlns:a16="http://schemas.microsoft.com/office/drawing/2014/main" id="{E0938BA5-2154-D8B5-3345-332197A3B515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173209" y="194743"/>
                <a:ext cx="3404403" cy="569433"/>
              </a:xfrm>
              <a:prstGeom prst="roundRect">
                <a:avLst>
                  <a:gd name="adj" fmla="val 9976"/>
                </a:avLst>
              </a:prstGeom>
              <a:solidFill>
                <a:srgbClr val="01ACBE"/>
              </a:solidFill>
              <a:ln w="19050">
                <a:gradFill flip="none" rotWithShape="1">
                  <a:gsLst>
                    <a:gs pos="88000">
                      <a:schemeClr val="bg1"/>
                    </a:gs>
                    <a:gs pos="0">
                      <a:schemeClr val="bg1">
                        <a:lumMod val="75000"/>
                      </a:schemeClr>
                    </a:gs>
                    <a:gs pos="71000">
                      <a:schemeClr val="bg1">
                        <a:lumMod val="85000"/>
                      </a:schemeClr>
                    </a:gs>
                    <a:gs pos="55000">
                      <a:schemeClr val="bg1"/>
                    </a:gs>
                    <a:gs pos="37000">
                      <a:schemeClr val="bg1">
                        <a:lumMod val="85000"/>
                      </a:schemeClr>
                    </a:gs>
                    <a:gs pos="2200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200000" scaled="0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3429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25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A4BDD638-225B-41DC-05F7-0FDF1BBEC6F9}"/>
                  </a:ext>
                </a:extLst>
              </p:cNvPr>
              <p:cNvGrpSpPr>
                <a:grpSpLocks/>
              </p:cNvGrpSpPr>
              <p:nvPr>
                <p:custDataLst>
                  <p:tags r:id="rId5"/>
                </p:custDataLst>
              </p:nvPr>
            </p:nvGrpSpPr>
            <p:grpSpPr bwMode="auto">
              <a:xfrm>
                <a:off x="0" y="290669"/>
                <a:ext cx="424561" cy="355906"/>
                <a:chOff x="469900" y="728859"/>
                <a:chExt cx="424561" cy="355906"/>
              </a:xfrm>
            </p:grpSpPr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2C289C6E-29CB-56C3-C344-B134F12EE51D}"/>
                    </a:ext>
                  </a:extLst>
                </p:cNvPr>
                <p:cNvSpPr/>
                <p:nvPr>
                  <p:custDataLst>
                    <p:tags r:id="rId6"/>
                  </p:custDataLst>
                </p:nvPr>
              </p:nvSpPr>
              <p:spPr>
                <a:xfrm rot="16200000">
                  <a:off x="738147" y="926992"/>
                  <a:ext cx="156526" cy="157505"/>
                </a:xfrm>
                <a:prstGeom prst="ellipse">
                  <a:avLst/>
                </a:prstGeom>
                <a:gradFill>
                  <a:gsLst>
                    <a:gs pos="75000">
                      <a:schemeClr val="bg1">
                        <a:lumMod val="95000"/>
                      </a:schemeClr>
                    </a:gs>
                    <a:gs pos="55000">
                      <a:schemeClr val="bg1">
                        <a:lumMod val="65000"/>
                      </a:schemeClr>
                    </a:gs>
                    <a:gs pos="35000">
                      <a:schemeClr val="bg1">
                        <a:lumMod val="95000"/>
                      </a:schemeClr>
                    </a:gs>
                    <a:gs pos="17000">
                      <a:schemeClr val="bg1">
                        <a:lumMod val="65000"/>
                      </a:schemeClr>
                    </a:gs>
                    <a:gs pos="0">
                      <a:schemeClr val="bg1"/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>
                  <a:outerShdw blurRad="12700" dist="127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41B35E39-AD8C-1151-717C-CF8E7E87DD51}"/>
                    </a:ext>
                  </a:extLst>
                </p:cNvPr>
                <p:cNvSpPr/>
                <p:nvPr>
                  <p:custDataLst>
                    <p:tags r:id="rId7"/>
                  </p:custDataLst>
                </p:nvPr>
              </p:nvSpPr>
              <p:spPr>
                <a:xfrm rot="16200000">
                  <a:off x="752463" y="942770"/>
                  <a:ext cx="127798" cy="127797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  <a:effectLst>
                  <a:innerShdw blurRad="12700" dist="127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4" name="椭圆 13">
                  <a:extLst>
                    <a:ext uri="{FF2B5EF4-FFF2-40B4-BE49-F238E27FC236}">
                      <a16:creationId xmlns:a16="http://schemas.microsoft.com/office/drawing/2014/main" id="{0AC979CA-5F36-FCAA-5F11-D8FB4E16DFAE}"/>
                    </a:ext>
                  </a:extLst>
                </p:cNvPr>
                <p:cNvSpPr/>
                <p:nvPr>
                  <p:custDataLst>
                    <p:tags r:id="rId8"/>
                  </p:custDataLst>
                </p:nvPr>
              </p:nvSpPr>
              <p:spPr>
                <a:xfrm rot="16200000">
                  <a:off x="738147" y="728161"/>
                  <a:ext cx="156526" cy="157505"/>
                </a:xfrm>
                <a:prstGeom prst="ellipse">
                  <a:avLst/>
                </a:prstGeom>
                <a:gradFill>
                  <a:gsLst>
                    <a:gs pos="75000">
                      <a:schemeClr val="bg1">
                        <a:lumMod val="95000"/>
                      </a:schemeClr>
                    </a:gs>
                    <a:gs pos="55000">
                      <a:schemeClr val="bg1">
                        <a:lumMod val="65000"/>
                      </a:schemeClr>
                    </a:gs>
                    <a:gs pos="35000">
                      <a:schemeClr val="bg1">
                        <a:lumMod val="95000"/>
                      </a:schemeClr>
                    </a:gs>
                    <a:gs pos="17000">
                      <a:schemeClr val="bg1">
                        <a:lumMod val="65000"/>
                      </a:schemeClr>
                    </a:gs>
                    <a:gs pos="0">
                      <a:schemeClr val="bg1"/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>
                  <a:outerShdw blurRad="12700" dist="127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5" name="椭圆 14">
                  <a:extLst>
                    <a:ext uri="{FF2B5EF4-FFF2-40B4-BE49-F238E27FC236}">
                      <a16:creationId xmlns:a16="http://schemas.microsoft.com/office/drawing/2014/main" id="{BA565DE6-DFA0-8A24-6F17-5D5121E06C61}"/>
                    </a:ext>
                  </a:extLst>
                </p:cNvPr>
                <p:cNvSpPr/>
                <p:nvPr>
                  <p:custDataLst>
                    <p:tags r:id="rId9"/>
                  </p:custDataLst>
                </p:nvPr>
              </p:nvSpPr>
              <p:spPr>
                <a:xfrm rot="16200000">
                  <a:off x="752463" y="743063"/>
                  <a:ext cx="127798" cy="127797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  <a:effectLst>
                  <a:innerShdw blurRad="12700" dist="127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6" name="圆角矩形 12">
                  <a:extLst>
                    <a:ext uri="{FF2B5EF4-FFF2-40B4-BE49-F238E27FC236}">
                      <a16:creationId xmlns:a16="http://schemas.microsoft.com/office/drawing/2014/main" id="{67F9CEA3-D0E2-E853-5033-AB494F507D49}"/>
                    </a:ext>
                  </a:extLst>
                </p:cNvPr>
                <p:cNvSpPr/>
                <p:nvPr>
                  <p:custDataLst>
                    <p:tags r:id="rId10"/>
                  </p:custDataLst>
                </p:nvPr>
              </p:nvSpPr>
              <p:spPr>
                <a:xfrm rot="16200000">
                  <a:off x="636543" y="859458"/>
                  <a:ext cx="18656" cy="351942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74000">
                      <a:schemeClr val="bg1"/>
                    </a:gs>
                    <a:gs pos="52000">
                      <a:schemeClr val="bg1">
                        <a:lumMod val="85000"/>
                      </a:schemeClr>
                    </a:gs>
                    <a:gs pos="23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  <a:ln w="12700">
                  <a:gradFill flip="none" rotWithShape="1">
                    <a:gsLst>
                      <a:gs pos="0">
                        <a:schemeClr val="bg1">
                          <a:lumMod val="65000"/>
                        </a:schemeClr>
                      </a:gs>
                      <a:gs pos="44000">
                        <a:schemeClr val="bg1">
                          <a:lumMod val="75000"/>
                        </a:schemeClr>
                      </a:gs>
                      <a:gs pos="78000">
                        <a:schemeClr val="bg1"/>
                      </a:gs>
                      <a:gs pos="61000">
                        <a:schemeClr val="bg1">
                          <a:lumMod val="100000"/>
                        </a:schemeClr>
                      </a:gs>
                      <a:gs pos="100000">
                        <a:schemeClr val="bg1">
                          <a:lumMod val="65000"/>
                        </a:schemeClr>
                      </a:gs>
                    </a:gsLst>
                    <a:lin ang="5400000" scaled="0"/>
                  </a:gradFill>
                </a:ln>
                <a:effectLst>
                  <a:outerShdw blurRad="254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7" name="圆角矩形 13">
                  <a:extLst>
                    <a:ext uri="{FF2B5EF4-FFF2-40B4-BE49-F238E27FC236}">
                      <a16:creationId xmlns:a16="http://schemas.microsoft.com/office/drawing/2014/main" id="{8D5EABAA-943B-DE50-5360-D984CDFBFCEA}"/>
                    </a:ext>
                  </a:extLst>
                </p:cNvPr>
                <p:cNvSpPr/>
                <p:nvPr>
                  <p:custDataLst>
                    <p:tags r:id="rId11"/>
                  </p:custDataLst>
                </p:nvPr>
              </p:nvSpPr>
              <p:spPr>
                <a:xfrm rot="16200000">
                  <a:off x="636543" y="809416"/>
                  <a:ext cx="18656" cy="351942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74000">
                      <a:schemeClr val="bg1"/>
                    </a:gs>
                    <a:gs pos="52000">
                      <a:schemeClr val="bg1">
                        <a:lumMod val="85000"/>
                      </a:schemeClr>
                    </a:gs>
                    <a:gs pos="23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  <a:ln w="12700">
                  <a:gradFill flip="none" rotWithShape="1">
                    <a:gsLst>
                      <a:gs pos="0">
                        <a:schemeClr val="bg1">
                          <a:lumMod val="65000"/>
                        </a:schemeClr>
                      </a:gs>
                      <a:gs pos="43000">
                        <a:schemeClr val="bg1">
                          <a:lumMod val="75000"/>
                        </a:schemeClr>
                      </a:gs>
                      <a:gs pos="79000">
                        <a:schemeClr val="bg1"/>
                      </a:gs>
                      <a:gs pos="61000">
                        <a:schemeClr val="bg1">
                          <a:lumMod val="100000"/>
                        </a:schemeClr>
                      </a:gs>
                      <a:gs pos="100000">
                        <a:schemeClr val="bg1">
                          <a:lumMod val="65000"/>
                        </a:schemeClr>
                      </a:gs>
                    </a:gsLst>
                    <a:lin ang="5400000" scaled="0"/>
                  </a:gradFill>
                </a:ln>
                <a:effectLst>
                  <a:outerShdw blurRad="254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8" name="圆角矩形 14">
                  <a:extLst>
                    <a:ext uri="{FF2B5EF4-FFF2-40B4-BE49-F238E27FC236}">
                      <a16:creationId xmlns:a16="http://schemas.microsoft.com/office/drawing/2014/main" id="{1851855B-2B96-5884-78F0-27E993DE63DE}"/>
                    </a:ext>
                  </a:extLst>
                </p:cNvPr>
                <p:cNvSpPr/>
                <p:nvPr>
                  <p:custDataLst>
                    <p:tags r:id="rId12"/>
                  </p:custDataLst>
                </p:nvPr>
              </p:nvSpPr>
              <p:spPr>
                <a:xfrm rot="16200000">
                  <a:off x="636543" y="655035"/>
                  <a:ext cx="18656" cy="351942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74000">
                      <a:schemeClr val="bg1"/>
                    </a:gs>
                    <a:gs pos="52000">
                      <a:schemeClr val="bg1">
                        <a:lumMod val="85000"/>
                      </a:schemeClr>
                    </a:gs>
                    <a:gs pos="23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  <a:ln w="12700">
                  <a:gradFill flip="none" rotWithShape="1">
                    <a:gsLst>
                      <a:gs pos="0">
                        <a:schemeClr val="bg1">
                          <a:lumMod val="65000"/>
                        </a:schemeClr>
                      </a:gs>
                      <a:gs pos="44000">
                        <a:schemeClr val="bg1">
                          <a:lumMod val="75000"/>
                        </a:schemeClr>
                      </a:gs>
                      <a:gs pos="78000">
                        <a:schemeClr val="bg1"/>
                      </a:gs>
                      <a:gs pos="61000">
                        <a:schemeClr val="bg1">
                          <a:lumMod val="100000"/>
                        </a:schemeClr>
                      </a:gs>
                      <a:gs pos="100000">
                        <a:schemeClr val="bg1">
                          <a:lumMod val="65000"/>
                        </a:schemeClr>
                      </a:gs>
                    </a:gsLst>
                    <a:lin ang="5400000" scaled="0"/>
                  </a:gradFill>
                </a:ln>
                <a:effectLst>
                  <a:outerShdw blurRad="254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9" name="圆角矩形 15">
                  <a:extLst>
                    <a:ext uri="{FF2B5EF4-FFF2-40B4-BE49-F238E27FC236}">
                      <a16:creationId xmlns:a16="http://schemas.microsoft.com/office/drawing/2014/main" id="{745BF6F7-0B96-0F34-CB44-F52428BED068}"/>
                    </a:ext>
                  </a:extLst>
                </p:cNvPr>
                <p:cNvSpPr/>
                <p:nvPr>
                  <p:custDataLst>
                    <p:tags r:id="rId13"/>
                  </p:custDataLst>
                </p:nvPr>
              </p:nvSpPr>
              <p:spPr>
                <a:xfrm rot="16200000">
                  <a:off x="636543" y="604992"/>
                  <a:ext cx="18656" cy="351942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74000">
                      <a:schemeClr val="bg1"/>
                    </a:gs>
                    <a:gs pos="52000">
                      <a:schemeClr val="bg1">
                        <a:lumMod val="85000"/>
                      </a:schemeClr>
                    </a:gs>
                    <a:gs pos="23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  <a:ln w="12700">
                  <a:gradFill flip="none" rotWithShape="1">
                    <a:gsLst>
                      <a:gs pos="0">
                        <a:schemeClr val="bg1">
                          <a:lumMod val="65000"/>
                        </a:schemeClr>
                      </a:gs>
                      <a:gs pos="43000">
                        <a:schemeClr val="bg1">
                          <a:lumMod val="75000"/>
                        </a:schemeClr>
                      </a:gs>
                      <a:gs pos="79000">
                        <a:schemeClr val="bg1"/>
                      </a:gs>
                      <a:gs pos="61000">
                        <a:schemeClr val="bg1">
                          <a:lumMod val="100000"/>
                        </a:schemeClr>
                      </a:gs>
                      <a:gs pos="100000">
                        <a:schemeClr val="bg1">
                          <a:lumMod val="65000"/>
                        </a:schemeClr>
                      </a:gs>
                    </a:gsLst>
                    <a:lin ang="5400000" scaled="0"/>
                  </a:gradFill>
                </a:ln>
                <a:effectLst>
                  <a:outerShdw blurRad="254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</p:grpSp>
        </p:grpSp>
        <p:sp>
          <p:nvSpPr>
            <p:cNvPr id="9" name="文本框 71">
              <a:extLst>
                <a:ext uri="{FF2B5EF4-FFF2-40B4-BE49-F238E27FC236}">
                  <a16:creationId xmlns:a16="http://schemas.microsoft.com/office/drawing/2014/main" id="{138CF334-493A-404C-2727-213517A80AB5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209695" y="251223"/>
              <a:ext cx="2125803" cy="77395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l" defTabSz="3429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答题思维：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AC874701-0777-DCE3-FE8E-7553B8FCF36D}"/>
              </a:ext>
            </a:extLst>
          </p:cNvPr>
          <p:cNvSpPr txBox="1">
            <a:spLocks/>
          </p:cNvSpPr>
          <p:nvPr/>
        </p:nvSpPr>
        <p:spPr bwMode="auto">
          <a:xfrm>
            <a:off x="172039" y="4617345"/>
            <a:ext cx="11991016" cy="156627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171450" indent="-171450" defTabSz="685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14350" indent="-171450" defTabSz="6858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 defTabSz="6858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 defTabSz="6858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 defTabSz="6858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0002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4574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9146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3718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法律：法条   事实分析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因果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侵权、违约     原则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----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判决    影响（违约、侵权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双方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 五位一体排除）</a:t>
            </a:r>
            <a:endParaRPr kumimoji="0" lang="en-US" altLang="zh-CN" sz="19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Arial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逻辑：核心知识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 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解释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 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材料分析（理例结合）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指向问题的逻辑表达</a:t>
            </a:r>
            <a:endParaRPr kumimoji="0" lang="en-US" altLang="zh-CN" sz="1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Arial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政治与法治：政治主体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 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核心逻辑（党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-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源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-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权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-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规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-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治）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材料分析（理例结合）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总结（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指向问题的逻辑表达）</a:t>
            </a:r>
            <a:endParaRPr kumimoji="0" lang="en-US" altLang="zh-CN" sz="19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Arial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zh-CN" sz="1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Arial"/>
            </a:endParaRPr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45207586-FCD3-90E7-D4AF-02BB5892B0EA}"/>
              </a:ext>
            </a:extLst>
          </p:cNvPr>
          <p:cNvSpPr/>
          <p:nvPr/>
        </p:nvSpPr>
        <p:spPr>
          <a:xfrm flipV="1">
            <a:off x="1636434" y="4775452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C38D636F-5599-8644-4540-FFD3C663CA64}"/>
              </a:ext>
            </a:extLst>
          </p:cNvPr>
          <p:cNvSpPr/>
          <p:nvPr/>
        </p:nvSpPr>
        <p:spPr>
          <a:xfrm flipV="1">
            <a:off x="3327698" y="4775452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25" name="箭头: 右 24">
            <a:extLst>
              <a:ext uri="{FF2B5EF4-FFF2-40B4-BE49-F238E27FC236}">
                <a16:creationId xmlns:a16="http://schemas.microsoft.com/office/drawing/2014/main" id="{7E5FB1E2-10E1-1DEE-1B29-88DC29D06BD6}"/>
              </a:ext>
            </a:extLst>
          </p:cNvPr>
          <p:cNvSpPr/>
          <p:nvPr/>
        </p:nvSpPr>
        <p:spPr>
          <a:xfrm flipV="1">
            <a:off x="4843166" y="4807530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4CA7DBBD-54F3-56AD-DD48-9410F239FB0E}"/>
              </a:ext>
            </a:extLst>
          </p:cNvPr>
          <p:cNvSpPr/>
          <p:nvPr/>
        </p:nvSpPr>
        <p:spPr>
          <a:xfrm flipV="1">
            <a:off x="6437956" y="4807530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27" name="箭头: 右 26">
            <a:extLst>
              <a:ext uri="{FF2B5EF4-FFF2-40B4-BE49-F238E27FC236}">
                <a16:creationId xmlns:a16="http://schemas.microsoft.com/office/drawing/2014/main" id="{85EAAAAB-DC9A-0562-0940-32E629D8BDFC}"/>
              </a:ext>
            </a:extLst>
          </p:cNvPr>
          <p:cNvSpPr/>
          <p:nvPr/>
        </p:nvSpPr>
        <p:spPr>
          <a:xfrm flipV="1">
            <a:off x="9107558" y="4807530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E9E6EDE7-FC57-DD12-9DDF-0FAA42AFCED0}"/>
              </a:ext>
            </a:extLst>
          </p:cNvPr>
          <p:cNvSpPr/>
          <p:nvPr/>
        </p:nvSpPr>
        <p:spPr>
          <a:xfrm flipV="1">
            <a:off x="2151248" y="5323408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29" name="箭头: 右 28">
            <a:extLst>
              <a:ext uri="{FF2B5EF4-FFF2-40B4-BE49-F238E27FC236}">
                <a16:creationId xmlns:a16="http://schemas.microsoft.com/office/drawing/2014/main" id="{5397EB7E-A105-1DC1-761C-FB5AF1722BA0}"/>
              </a:ext>
            </a:extLst>
          </p:cNvPr>
          <p:cNvSpPr/>
          <p:nvPr/>
        </p:nvSpPr>
        <p:spPr>
          <a:xfrm flipV="1">
            <a:off x="2936479" y="5321380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3386F2D8-4C23-8B48-F957-0BA7066EAE59}"/>
              </a:ext>
            </a:extLst>
          </p:cNvPr>
          <p:cNvSpPr/>
          <p:nvPr/>
        </p:nvSpPr>
        <p:spPr>
          <a:xfrm flipV="1">
            <a:off x="5490928" y="5336384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31" name="箭头: 右 30">
            <a:extLst>
              <a:ext uri="{FF2B5EF4-FFF2-40B4-BE49-F238E27FC236}">
                <a16:creationId xmlns:a16="http://schemas.microsoft.com/office/drawing/2014/main" id="{915C7827-0E85-0826-0900-2BB2F3FDBAFC}"/>
              </a:ext>
            </a:extLst>
          </p:cNvPr>
          <p:cNvSpPr/>
          <p:nvPr/>
        </p:nvSpPr>
        <p:spPr>
          <a:xfrm flipV="1">
            <a:off x="2857114" y="5851361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32" name="箭头: 右 31">
            <a:extLst>
              <a:ext uri="{FF2B5EF4-FFF2-40B4-BE49-F238E27FC236}">
                <a16:creationId xmlns:a16="http://schemas.microsoft.com/office/drawing/2014/main" id="{BB2A7F6F-73F7-0B2D-3BEF-39A0CF3CCA77}"/>
              </a:ext>
            </a:extLst>
          </p:cNvPr>
          <p:cNvSpPr/>
          <p:nvPr/>
        </p:nvSpPr>
        <p:spPr>
          <a:xfrm flipV="1">
            <a:off x="6040912" y="5848330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33" name="箭头: 右 32">
            <a:extLst>
              <a:ext uri="{FF2B5EF4-FFF2-40B4-BE49-F238E27FC236}">
                <a16:creationId xmlns:a16="http://schemas.microsoft.com/office/drawing/2014/main" id="{4D001474-5B3C-D206-7D08-76DC6D025407}"/>
              </a:ext>
            </a:extLst>
          </p:cNvPr>
          <p:cNvSpPr/>
          <p:nvPr/>
        </p:nvSpPr>
        <p:spPr>
          <a:xfrm flipV="1">
            <a:off x="8633669" y="5848330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6ED3F89-1538-8D5C-EA9F-53F2313A43B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77870" y="838589"/>
            <a:ext cx="5421492" cy="3049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892421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7899A6B-2B7E-9F2D-9CE5-4EAE86AC1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9928" y="379414"/>
            <a:ext cx="3440984" cy="3967940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dirty="0"/>
              <a:t>评价类、阐释、理解、</a:t>
            </a:r>
            <a:r>
              <a:rPr lang="zh-CN" altLang="en-US" dirty="0">
                <a:solidFill>
                  <a:srgbClr val="FF0000"/>
                </a:solidFill>
              </a:rPr>
              <a:t>辨析</a:t>
            </a:r>
            <a:r>
              <a:rPr lang="zh-CN" altLang="en-US" dirty="0"/>
              <a:t>、启示、认识：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en-US" altLang="zh-CN" dirty="0"/>
              <a:t>1.</a:t>
            </a:r>
            <a:r>
              <a:rPr lang="zh-CN" altLang="en-US" dirty="0"/>
              <a:t>释义：</a:t>
            </a:r>
            <a:r>
              <a:rPr lang="zh-CN" altLang="en-US" dirty="0">
                <a:solidFill>
                  <a:srgbClr val="FF0000"/>
                </a:solidFill>
              </a:rPr>
              <a:t>观点</a:t>
            </a:r>
            <a:r>
              <a:rPr lang="en-US" altLang="zh-CN" dirty="0"/>
              <a:t>---</a:t>
            </a:r>
            <a:r>
              <a:rPr lang="zh-CN" altLang="en-US" dirty="0"/>
              <a:t>现象</a:t>
            </a:r>
            <a:r>
              <a:rPr lang="en-US" altLang="zh-CN" dirty="0"/>
              <a:t>---</a:t>
            </a:r>
            <a:r>
              <a:rPr lang="zh-CN" altLang="en-US" dirty="0"/>
              <a:t>特征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en-US" altLang="zh-CN" dirty="0"/>
              <a:t>2.</a:t>
            </a:r>
            <a:r>
              <a:rPr lang="zh-CN" altLang="en-US" dirty="0"/>
              <a:t>合理性</a:t>
            </a:r>
            <a:r>
              <a:rPr lang="zh-CN" altLang="en-US" dirty="0">
                <a:sym typeface="Wingdings" panose="05000000000000000000" pitchFamily="2" charset="2"/>
              </a:rPr>
              <a:t>：（</a:t>
            </a:r>
            <a:r>
              <a:rPr lang="en-US" altLang="zh-CN" dirty="0">
                <a:sym typeface="Wingdings" panose="05000000000000000000" pitchFamily="2" charset="2"/>
              </a:rPr>
              <a:t>1</a:t>
            </a:r>
            <a:r>
              <a:rPr lang="zh-CN" altLang="en-US" dirty="0"/>
              <a:t>）理论逻辑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en-US" altLang="zh-CN" dirty="0"/>
              <a:t>                 </a:t>
            </a: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）现实逻辑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en-US" altLang="zh-CN" dirty="0"/>
              <a:t>3.</a:t>
            </a:r>
            <a:r>
              <a:rPr lang="zh-CN" altLang="en-US" dirty="0"/>
              <a:t>价值性：影响、意义、作用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en-US" altLang="zh-CN" dirty="0"/>
              <a:t>4.</a:t>
            </a:r>
            <a:r>
              <a:rPr lang="zh-CN" altLang="en-US" dirty="0"/>
              <a:t>做法（辩证）：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知</a:t>
            </a:r>
            <a:r>
              <a:rPr lang="en-US" altLang="zh-CN" sz="3200" dirty="0">
                <a:solidFill>
                  <a:srgbClr val="FF0000"/>
                </a:solidFill>
              </a:rPr>
              <a:t>+</a:t>
            </a:r>
            <a:r>
              <a:rPr lang="zh-CN" altLang="en-US" sz="3200" dirty="0">
                <a:solidFill>
                  <a:srgbClr val="FF0000"/>
                </a:solidFill>
                <a:highlight>
                  <a:srgbClr val="FFFF00"/>
                </a:highlight>
              </a:rPr>
              <a:t>行：实践</a:t>
            </a:r>
            <a:endParaRPr lang="en-US" altLang="zh-CN" sz="3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5" name="图片 3">
            <a:extLst>
              <a:ext uri="{FF2B5EF4-FFF2-40B4-BE49-F238E27FC236}">
                <a16:creationId xmlns:a16="http://schemas.microsoft.com/office/drawing/2014/main" id="{99820610-A73D-DB50-D778-20FFB6B89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426" y="1312824"/>
            <a:ext cx="2036763" cy="2844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47FE62D1-CE2F-6817-15A4-2C84286E6623}"/>
              </a:ext>
            </a:extLst>
          </p:cNvPr>
          <p:cNvGrpSpPr>
            <a:grpSpLocks/>
          </p:cNvGrpSpPr>
          <p:nvPr>
            <p:custDataLst>
              <p:tags r:id="rId1"/>
            </p:custDataLst>
          </p:nvPr>
        </p:nvGrpSpPr>
        <p:grpSpPr bwMode="auto">
          <a:xfrm>
            <a:off x="1162" y="172528"/>
            <a:ext cx="2351088" cy="580865"/>
            <a:chOff x="-118371" y="251223"/>
            <a:chExt cx="2453869" cy="773956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3DED99F5-0B34-911C-3F46-E9A41B5DF0F7}"/>
                </a:ext>
              </a:extLst>
            </p:cNvPr>
            <p:cNvGrpSpPr>
              <a:grpSpLocks/>
            </p:cNvGrpSpPr>
            <p:nvPr>
              <p:custDataLst>
                <p:tags r:id="rId2"/>
              </p:custDataLst>
            </p:nvPr>
          </p:nvGrpSpPr>
          <p:grpSpPr bwMode="auto">
            <a:xfrm>
              <a:off x="-118371" y="388180"/>
              <a:ext cx="2258114" cy="569433"/>
              <a:chOff x="0" y="194743"/>
              <a:chExt cx="3577612" cy="569433"/>
            </a:xfrm>
          </p:grpSpPr>
          <p:sp>
            <p:nvSpPr>
              <p:cNvPr id="10" name="圆角矩形 6">
                <a:extLst>
                  <a:ext uri="{FF2B5EF4-FFF2-40B4-BE49-F238E27FC236}">
                    <a16:creationId xmlns:a16="http://schemas.microsoft.com/office/drawing/2014/main" id="{E0938BA5-2154-D8B5-3345-332197A3B515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173209" y="194743"/>
                <a:ext cx="3404403" cy="569433"/>
              </a:xfrm>
              <a:prstGeom prst="roundRect">
                <a:avLst>
                  <a:gd name="adj" fmla="val 9976"/>
                </a:avLst>
              </a:prstGeom>
              <a:solidFill>
                <a:srgbClr val="01ACBE"/>
              </a:solidFill>
              <a:ln w="19050">
                <a:gradFill flip="none" rotWithShape="1">
                  <a:gsLst>
                    <a:gs pos="88000">
                      <a:schemeClr val="bg1"/>
                    </a:gs>
                    <a:gs pos="0">
                      <a:schemeClr val="bg1">
                        <a:lumMod val="75000"/>
                      </a:schemeClr>
                    </a:gs>
                    <a:gs pos="71000">
                      <a:schemeClr val="bg1">
                        <a:lumMod val="85000"/>
                      </a:schemeClr>
                    </a:gs>
                    <a:gs pos="55000">
                      <a:schemeClr val="bg1"/>
                    </a:gs>
                    <a:gs pos="37000">
                      <a:schemeClr val="bg1">
                        <a:lumMod val="85000"/>
                      </a:schemeClr>
                    </a:gs>
                    <a:gs pos="2200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200000" scaled="0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3429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25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A4BDD638-225B-41DC-05F7-0FDF1BBEC6F9}"/>
                  </a:ext>
                </a:extLst>
              </p:cNvPr>
              <p:cNvGrpSpPr>
                <a:grpSpLocks/>
              </p:cNvGrpSpPr>
              <p:nvPr>
                <p:custDataLst>
                  <p:tags r:id="rId5"/>
                </p:custDataLst>
              </p:nvPr>
            </p:nvGrpSpPr>
            <p:grpSpPr bwMode="auto">
              <a:xfrm>
                <a:off x="0" y="290669"/>
                <a:ext cx="424561" cy="355906"/>
                <a:chOff x="469900" y="728859"/>
                <a:chExt cx="424561" cy="355906"/>
              </a:xfrm>
            </p:grpSpPr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2C289C6E-29CB-56C3-C344-B134F12EE51D}"/>
                    </a:ext>
                  </a:extLst>
                </p:cNvPr>
                <p:cNvSpPr/>
                <p:nvPr>
                  <p:custDataLst>
                    <p:tags r:id="rId6"/>
                  </p:custDataLst>
                </p:nvPr>
              </p:nvSpPr>
              <p:spPr>
                <a:xfrm rot="16200000">
                  <a:off x="738147" y="926992"/>
                  <a:ext cx="156526" cy="157505"/>
                </a:xfrm>
                <a:prstGeom prst="ellipse">
                  <a:avLst/>
                </a:prstGeom>
                <a:gradFill>
                  <a:gsLst>
                    <a:gs pos="75000">
                      <a:schemeClr val="bg1">
                        <a:lumMod val="95000"/>
                      </a:schemeClr>
                    </a:gs>
                    <a:gs pos="55000">
                      <a:schemeClr val="bg1">
                        <a:lumMod val="65000"/>
                      </a:schemeClr>
                    </a:gs>
                    <a:gs pos="35000">
                      <a:schemeClr val="bg1">
                        <a:lumMod val="95000"/>
                      </a:schemeClr>
                    </a:gs>
                    <a:gs pos="17000">
                      <a:schemeClr val="bg1">
                        <a:lumMod val="65000"/>
                      </a:schemeClr>
                    </a:gs>
                    <a:gs pos="0">
                      <a:schemeClr val="bg1"/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>
                  <a:outerShdw blurRad="12700" dist="127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41B35E39-AD8C-1151-717C-CF8E7E87DD51}"/>
                    </a:ext>
                  </a:extLst>
                </p:cNvPr>
                <p:cNvSpPr/>
                <p:nvPr>
                  <p:custDataLst>
                    <p:tags r:id="rId7"/>
                  </p:custDataLst>
                </p:nvPr>
              </p:nvSpPr>
              <p:spPr>
                <a:xfrm rot="16200000">
                  <a:off x="752463" y="942770"/>
                  <a:ext cx="127798" cy="127797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  <a:effectLst>
                  <a:innerShdw blurRad="12700" dist="127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4" name="椭圆 13">
                  <a:extLst>
                    <a:ext uri="{FF2B5EF4-FFF2-40B4-BE49-F238E27FC236}">
                      <a16:creationId xmlns:a16="http://schemas.microsoft.com/office/drawing/2014/main" id="{0AC979CA-5F36-FCAA-5F11-D8FB4E16DFAE}"/>
                    </a:ext>
                  </a:extLst>
                </p:cNvPr>
                <p:cNvSpPr/>
                <p:nvPr>
                  <p:custDataLst>
                    <p:tags r:id="rId8"/>
                  </p:custDataLst>
                </p:nvPr>
              </p:nvSpPr>
              <p:spPr>
                <a:xfrm rot="16200000">
                  <a:off x="738147" y="728161"/>
                  <a:ext cx="156526" cy="157505"/>
                </a:xfrm>
                <a:prstGeom prst="ellipse">
                  <a:avLst/>
                </a:prstGeom>
                <a:gradFill>
                  <a:gsLst>
                    <a:gs pos="75000">
                      <a:schemeClr val="bg1">
                        <a:lumMod val="95000"/>
                      </a:schemeClr>
                    </a:gs>
                    <a:gs pos="55000">
                      <a:schemeClr val="bg1">
                        <a:lumMod val="65000"/>
                      </a:schemeClr>
                    </a:gs>
                    <a:gs pos="35000">
                      <a:schemeClr val="bg1">
                        <a:lumMod val="95000"/>
                      </a:schemeClr>
                    </a:gs>
                    <a:gs pos="17000">
                      <a:schemeClr val="bg1">
                        <a:lumMod val="65000"/>
                      </a:schemeClr>
                    </a:gs>
                    <a:gs pos="0">
                      <a:schemeClr val="bg1"/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>
                  <a:outerShdw blurRad="12700" dist="127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5" name="椭圆 14">
                  <a:extLst>
                    <a:ext uri="{FF2B5EF4-FFF2-40B4-BE49-F238E27FC236}">
                      <a16:creationId xmlns:a16="http://schemas.microsoft.com/office/drawing/2014/main" id="{BA565DE6-DFA0-8A24-6F17-5D5121E06C61}"/>
                    </a:ext>
                  </a:extLst>
                </p:cNvPr>
                <p:cNvSpPr/>
                <p:nvPr>
                  <p:custDataLst>
                    <p:tags r:id="rId9"/>
                  </p:custDataLst>
                </p:nvPr>
              </p:nvSpPr>
              <p:spPr>
                <a:xfrm rot="16200000">
                  <a:off x="752463" y="743063"/>
                  <a:ext cx="127798" cy="127797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  <a:effectLst>
                  <a:innerShdw blurRad="12700" dist="127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6" name="圆角矩形 12">
                  <a:extLst>
                    <a:ext uri="{FF2B5EF4-FFF2-40B4-BE49-F238E27FC236}">
                      <a16:creationId xmlns:a16="http://schemas.microsoft.com/office/drawing/2014/main" id="{67F9CEA3-D0E2-E853-5033-AB494F507D49}"/>
                    </a:ext>
                  </a:extLst>
                </p:cNvPr>
                <p:cNvSpPr/>
                <p:nvPr>
                  <p:custDataLst>
                    <p:tags r:id="rId10"/>
                  </p:custDataLst>
                </p:nvPr>
              </p:nvSpPr>
              <p:spPr>
                <a:xfrm rot="16200000">
                  <a:off x="636543" y="859458"/>
                  <a:ext cx="18656" cy="351942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74000">
                      <a:schemeClr val="bg1"/>
                    </a:gs>
                    <a:gs pos="52000">
                      <a:schemeClr val="bg1">
                        <a:lumMod val="85000"/>
                      </a:schemeClr>
                    </a:gs>
                    <a:gs pos="23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  <a:ln w="12700">
                  <a:gradFill flip="none" rotWithShape="1">
                    <a:gsLst>
                      <a:gs pos="0">
                        <a:schemeClr val="bg1">
                          <a:lumMod val="65000"/>
                        </a:schemeClr>
                      </a:gs>
                      <a:gs pos="44000">
                        <a:schemeClr val="bg1">
                          <a:lumMod val="75000"/>
                        </a:schemeClr>
                      </a:gs>
                      <a:gs pos="78000">
                        <a:schemeClr val="bg1"/>
                      </a:gs>
                      <a:gs pos="61000">
                        <a:schemeClr val="bg1">
                          <a:lumMod val="100000"/>
                        </a:schemeClr>
                      </a:gs>
                      <a:gs pos="100000">
                        <a:schemeClr val="bg1">
                          <a:lumMod val="65000"/>
                        </a:schemeClr>
                      </a:gs>
                    </a:gsLst>
                    <a:lin ang="5400000" scaled="0"/>
                  </a:gradFill>
                </a:ln>
                <a:effectLst>
                  <a:outerShdw blurRad="254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7" name="圆角矩形 13">
                  <a:extLst>
                    <a:ext uri="{FF2B5EF4-FFF2-40B4-BE49-F238E27FC236}">
                      <a16:creationId xmlns:a16="http://schemas.microsoft.com/office/drawing/2014/main" id="{8D5EABAA-943B-DE50-5360-D984CDFBFCEA}"/>
                    </a:ext>
                  </a:extLst>
                </p:cNvPr>
                <p:cNvSpPr/>
                <p:nvPr>
                  <p:custDataLst>
                    <p:tags r:id="rId11"/>
                  </p:custDataLst>
                </p:nvPr>
              </p:nvSpPr>
              <p:spPr>
                <a:xfrm rot="16200000">
                  <a:off x="636543" y="809416"/>
                  <a:ext cx="18656" cy="351942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74000">
                      <a:schemeClr val="bg1"/>
                    </a:gs>
                    <a:gs pos="52000">
                      <a:schemeClr val="bg1">
                        <a:lumMod val="85000"/>
                      </a:schemeClr>
                    </a:gs>
                    <a:gs pos="23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  <a:ln w="12700">
                  <a:gradFill flip="none" rotWithShape="1">
                    <a:gsLst>
                      <a:gs pos="0">
                        <a:schemeClr val="bg1">
                          <a:lumMod val="65000"/>
                        </a:schemeClr>
                      </a:gs>
                      <a:gs pos="43000">
                        <a:schemeClr val="bg1">
                          <a:lumMod val="75000"/>
                        </a:schemeClr>
                      </a:gs>
                      <a:gs pos="79000">
                        <a:schemeClr val="bg1"/>
                      </a:gs>
                      <a:gs pos="61000">
                        <a:schemeClr val="bg1">
                          <a:lumMod val="100000"/>
                        </a:schemeClr>
                      </a:gs>
                      <a:gs pos="100000">
                        <a:schemeClr val="bg1">
                          <a:lumMod val="65000"/>
                        </a:schemeClr>
                      </a:gs>
                    </a:gsLst>
                    <a:lin ang="5400000" scaled="0"/>
                  </a:gradFill>
                </a:ln>
                <a:effectLst>
                  <a:outerShdw blurRad="254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8" name="圆角矩形 14">
                  <a:extLst>
                    <a:ext uri="{FF2B5EF4-FFF2-40B4-BE49-F238E27FC236}">
                      <a16:creationId xmlns:a16="http://schemas.microsoft.com/office/drawing/2014/main" id="{1851855B-2B96-5884-78F0-27E993DE63DE}"/>
                    </a:ext>
                  </a:extLst>
                </p:cNvPr>
                <p:cNvSpPr/>
                <p:nvPr>
                  <p:custDataLst>
                    <p:tags r:id="rId12"/>
                  </p:custDataLst>
                </p:nvPr>
              </p:nvSpPr>
              <p:spPr>
                <a:xfrm rot="16200000">
                  <a:off x="636543" y="655035"/>
                  <a:ext cx="18656" cy="351942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74000">
                      <a:schemeClr val="bg1"/>
                    </a:gs>
                    <a:gs pos="52000">
                      <a:schemeClr val="bg1">
                        <a:lumMod val="85000"/>
                      </a:schemeClr>
                    </a:gs>
                    <a:gs pos="23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  <a:ln w="12700">
                  <a:gradFill flip="none" rotWithShape="1">
                    <a:gsLst>
                      <a:gs pos="0">
                        <a:schemeClr val="bg1">
                          <a:lumMod val="65000"/>
                        </a:schemeClr>
                      </a:gs>
                      <a:gs pos="44000">
                        <a:schemeClr val="bg1">
                          <a:lumMod val="75000"/>
                        </a:schemeClr>
                      </a:gs>
                      <a:gs pos="78000">
                        <a:schemeClr val="bg1"/>
                      </a:gs>
                      <a:gs pos="61000">
                        <a:schemeClr val="bg1">
                          <a:lumMod val="100000"/>
                        </a:schemeClr>
                      </a:gs>
                      <a:gs pos="100000">
                        <a:schemeClr val="bg1">
                          <a:lumMod val="65000"/>
                        </a:schemeClr>
                      </a:gs>
                    </a:gsLst>
                    <a:lin ang="5400000" scaled="0"/>
                  </a:gradFill>
                </a:ln>
                <a:effectLst>
                  <a:outerShdw blurRad="254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9" name="圆角矩形 15">
                  <a:extLst>
                    <a:ext uri="{FF2B5EF4-FFF2-40B4-BE49-F238E27FC236}">
                      <a16:creationId xmlns:a16="http://schemas.microsoft.com/office/drawing/2014/main" id="{745BF6F7-0B96-0F34-CB44-F52428BED068}"/>
                    </a:ext>
                  </a:extLst>
                </p:cNvPr>
                <p:cNvSpPr/>
                <p:nvPr>
                  <p:custDataLst>
                    <p:tags r:id="rId13"/>
                  </p:custDataLst>
                </p:nvPr>
              </p:nvSpPr>
              <p:spPr>
                <a:xfrm rot="16200000">
                  <a:off x="636543" y="604992"/>
                  <a:ext cx="18656" cy="351942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74000">
                      <a:schemeClr val="bg1"/>
                    </a:gs>
                    <a:gs pos="52000">
                      <a:schemeClr val="bg1">
                        <a:lumMod val="85000"/>
                      </a:schemeClr>
                    </a:gs>
                    <a:gs pos="23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  <a:ln w="12700">
                  <a:gradFill flip="none" rotWithShape="1">
                    <a:gsLst>
                      <a:gs pos="0">
                        <a:schemeClr val="bg1">
                          <a:lumMod val="65000"/>
                        </a:schemeClr>
                      </a:gs>
                      <a:gs pos="43000">
                        <a:schemeClr val="bg1">
                          <a:lumMod val="75000"/>
                        </a:schemeClr>
                      </a:gs>
                      <a:gs pos="79000">
                        <a:schemeClr val="bg1"/>
                      </a:gs>
                      <a:gs pos="61000">
                        <a:schemeClr val="bg1">
                          <a:lumMod val="100000"/>
                        </a:schemeClr>
                      </a:gs>
                      <a:gs pos="100000">
                        <a:schemeClr val="bg1">
                          <a:lumMod val="65000"/>
                        </a:schemeClr>
                      </a:gs>
                    </a:gsLst>
                    <a:lin ang="5400000" scaled="0"/>
                  </a:gradFill>
                </a:ln>
                <a:effectLst>
                  <a:outerShdw blurRad="254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3429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25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itchFamily="18" charset="0"/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</p:grpSp>
        </p:grpSp>
        <p:sp>
          <p:nvSpPr>
            <p:cNvPr id="9" name="文本框 71">
              <a:extLst>
                <a:ext uri="{FF2B5EF4-FFF2-40B4-BE49-F238E27FC236}">
                  <a16:creationId xmlns:a16="http://schemas.microsoft.com/office/drawing/2014/main" id="{138CF334-493A-404C-2727-213517A80AB5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209695" y="251223"/>
              <a:ext cx="2125803" cy="77395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l" defTabSz="3429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答题思维：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AC874701-0777-DCE3-FE8E-7553B8FCF36D}"/>
              </a:ext>
            </a:extLst>
          </p:cNvPr>
          <p:cNvSpPr txBox="1">
            <a:spLocks/>
          </p:cNvSpPr>
          <p:nvPr/>
        </p:nvSpPr>
        <p:spPr bwMode="auto">
          <a:xfrm>
            <a:off x="172039" y="4617345"/>
            <a:ext cx="11991016" cy="156627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171450" indent="-171450" defTabSz="685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14350" indent="-171450" defTabSz="6858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 defTabSz="6858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 defTabSz="6858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 defTabSz="6858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0002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4574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9146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3718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法律：法条   事实分析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因果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侵权、违约     原则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----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判决    影响（违约、侵权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双方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 五位一体排除）</a:t>
            </a:r>
            <a:endParaRPr kumimoji="0" lang="en-US" altLang="zh-CN" sz="19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Arial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逻辑：核心知识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 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解释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 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材料分析（理例结合）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指向问题的逻辑表达</a:t>
            </a:r>
            <a:endParaRPr kumimoji="0" lang="en-US" altLang="zh-CN" sz="1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Arial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政治与法治：政治主体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 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核心逻辑（党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-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源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-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权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-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规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-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治）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材料分析（理例结合）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   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总结（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/>
              </a:rPr>
              <a:t>指向问题的逻辑表达）</a:t>
            </a:r>
            <a:endParaRPr kumimoji="0" lang="en-US" altLang="zh-CN" sz="19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Arial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zh-CN" sz="1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Arial"/>
            </a:endParaRPr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45207586-FCD3-90E7-D4AF-02BB5892B0EA}"/>
              </a:ext>
            </a:extLst>
          </p:cNvPr>
          <p:cNvSpPr/>
          <p:nvPr/>
        </p:nvSpPr>
        <p:spPr>
          <a:xfrm flipV="1">
            <a:off x="1636434" y="4775452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C38D636F-5599-8644-4540-FFD3C663CA64}"/>
              </a:ext>
            </a:extLst>
          </p:cNvPr>
          <p:cNvSpPr/>
          <p:nvPr/>
        </p:nvSpPr>
        <p:spPr>
          <a:xfrm flipV="1">
            <a:off x="3327698" y="4775452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25" name="箭头: 右 24">
            <a:extLst>
              <a:ext uri="{FF2B5EF4-FFF2-40B4-BE49-F238E27FC236}">
                <a16:creationId xmlns:a16="http://schemas.microsoft.com/office/drawing/2014/main" id="{7E5FB1E2-10E1-1DEE-1B29-88DC29D06BD6}"/>
              </a:ext>
            </a:extLst>
          </p:cNvPr>
          <p:cNvSpPr/>
          <p:nvPr/>
        </p:nvSpPr>
        <p:spPr>
          <a:xfrm flipV="1">
            <a:off x="4843166" y="4807530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4CA7DBBD-54F3-56AD-DD48-9410F239FB0E}"/>
              </a:ext>
            </a:extLst>
          </p:cNvPr>
          <p:cNvSpPr/>
          <p:nvPr/>
        </p:nvSpPr>
        <p:spPr>
          <a:xfrm flipV="1">
            <a:off x="6437956" y="4807530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27" name="箭头: 右 26">
            <a:extLst>
              <a:ext uri="{FF2B5EF4-FFF2-40B4-BE49-F238E27FC236}">
                <a16:creationId xmlns:a16="http://schemas.microsoft.com/office/drawing/2014/main" id="{85EAAAAB-DC9A-0562-0940-32E629D8BDFC}"/>
              </a:ext>
            </a:extLst>
          </p:cNvPr>
          <p:cNvSpPr/>
          <p:nvPr/>
        </p:nvSpPr>
        <p:spPr>
          <a:xfrm flipV="1">
            <a:off x="9107558" y="4807530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E9E6EDE7-FC57-DD12-9DDF-0FAA42AFCED0}"/>
              </a:ext>
            </a:extLst>
          </p:cNvPr>
          <p:cNvSpPr/>
          <p:nvPr/>
        </p:nvSpPr>
        <p:spPr>
          <a:xfrm flipV="1">
            <a:off x="2151248" y="5323408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29" name="箭头: 右 28">
            <a:extLst>
              <a:ext uri="{FF2B5EF4-FFF2-40B4-BE49-F238E27FC236}">
                <a16:creationId xmlns:a16="http://schemas.microsoft.com/office/drawing/2014/main" id="{5397EB7E-A105-1DC1-761C-FB5AF1722BA0}"/>
              </a:ext>
            </a:extLst>
          </p:cNvPr>
          <p:cNvSpPr/>
          <p:nvPr/>
        </p:nvSpPr>
        <p:spPr>
          <a:xfrm flipV="1">
            <a:off x="2936479" y="5321380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3386F2D8-4C23-8B48-F957-0BA7066EAE59}"/>
              </a:ext>
            </a:extLst>
          </p:cNvPr>
          <p:cNvSpPr/>
          <p:nvPr/>
        </p:nvSpPr>
        <p:spPr>
          <a:xfrm flipV="1">
            <a:off x="5490928" y="5336384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31" name="箭头: 右 30">
            <a:extLst>
              <a:ext uri="{FF2B5EF4-FFF2-40B4-BE49-F238E27FC236}">
                <a16:creationId xmlns:a16="http://schemas.microsoft.com/office/drawing/2014/main" id="{915C7827-0E85-0826-0900-2BB2F3FDBAFC}"/>
              </a:ext>
            </a:extLst>
          </p:cNvPr>
          <p:cNvSpPr/>
          <p:nvPr/>
        </p:nvSpPr>
        <p:spPr>
          <a:xfrm flipV="1">
            <a:off x="2857114" y="5851361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32" name="箭头: 右 31">
            <a:extLst>
              <a:ext uri="{FF2B5EF4-FFF2-40B4-BE49-F238E27FC236}">
                <a16:creationId xmlns:a16="http://schemas.microsoft.com/office/drawing/2014/main" id="{BB2A7F6F-73F7-0B2D-3BEF-39A0CF3CCA77}"/>
              </a:ext>
            </a:extLst>
          </p:cNvPr>
          <p:cNvSpPr/>
          <p:nvPr/>
        </p:nvSpPr>
        <p:spPr>
          <a:xfrm flipV="1">
            <a:off x="6040912" y="5848330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sp>
        <p:nvSpPr>
          <p:cNvPr id="33" name="箭头: 右 32">
            <a:extLst>
              <a:ext uri="{FF2B5EF4-FFF2-40B4-BE49-F238E27FC236}">
                <a16:creationId xmlns:a16="http://schemas.microsoft.com/office/drawing/2014/main" id="{4D001474-5B3C-D206-7D08-76DC6D025407}"/>
              </a:ext>
            </a:extLst>
          </p:cNvPr>
          <p:cNvSpPr/>
          <p:nvPr/>
        </p:nvSpPr>
        <p:spPr>
          <a:xfrm flipV="1">
            <a:off x="8633669" y="5848330"/>
            <a:ext cx="192947" cy="2217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Arial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6ED3F89-1538-8D5C-EA9F-53F2313A43B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77870" y="838589"/>
            <a:ext cx="5421492" cy="3049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598695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4" name="Line 25"/>
          <p:cNvSpPr>
            <a:spLocks noChangeShapeType="1"/>
          </p:cNvSpPr>
          <p:nvPr/>
        </p:nvSpPr>
        <p:spPr bwMode="auto">
          <a:xfrm flipH="1" flipV="1">
            <a:off x="1553649" y="2731209"/>
            <a:ext cx="11073" cy="234439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87" name="Line 30"/>
          <p:cNvSpPr>
            <a:spLocks noChangeShapeType="1"/>
          </p:cNvSpPr>
          <p:nvPr/>
        </p:nvSpPr>
        <p:spPr bwMode="auto">
          <a:xfrm flipH="1">
            <a:off x="4343678" y="4794910"/>
            <a:ext cx="3426367" cy="12754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38" name="Rectangle 2"/>
          <p:cNvSpPr>
            <a:spLocks noGrp="1"/>
          </p:cNvSpPr>
          <p:nvPr>
            <p:ph type="title" idx="4294967295"/>
          </p:nvPr>
        </p:nvSpPr>
        <p:spPr>
          <a:xfrm>
            <a:off x="328875" y="661670"/>
            <a:ext cx="523495" cy="3813042"/>
          </a:xfrm>
          <a:solidFill>
            <a:srgbClr val="FFFFCC"/>
          </a:solidFill>
          <a:ln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r>
              <a:rPr lang="zh-CN" altLang="en-US" sz="2800" dirty="0">
                <a:ea typeface="黑体" pitchFamily="2" charset="-122"/>
              </a:rPr>
              <a:t>第三单元</a:t>
            </a:r>
            <a:br>
              <a:rPr lang="en-US" altLang="zh-CN" sz="2800" dirty="0">
                <a:ea typeface="黑体" pitchFamily="2" charset="-122"/>
              </a:rPr>
            </a:br>
            <a:r>
              <a:rPr lang="zh-CN" altLang="en-US" sz="2800" dirty="0">
                <a:ea typeface="黑体" pitchFamily="2" charset="-122"/>
              </a:rPr>
              <a:t>  文化框架图</a:t>
            </a:r>
          </a:p>
        </p:txBody>
      </p:sp>
      <p:sp>
        <p:nvSpPr>
          <p:cNvPr id="14339" name="Text Box 6"/>
          <p:cNvSpPr txBox="1">
            <a:spLocks noChangeArrowheads="1"/>
          </p:cNvSpPr>
          <p:nvPr/>
        </p:nvSpPr>
        <p:spPr bwMode="auto">
          <a:xfrm>
            <a:off x="1438780" y="1535335"/>
            <a:ext cx="430887" cy="12552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000000"/>
                </a:solidFill>
                <a:ea typeface="黑体" pitchFamily="2" charset="-122"/>
              </a:rPr>
              <a:t>文 化</a:t>
            </a:r>
            <a:r>
              <a:rPr lang="en-US" altLang="zh-CN" sz="1600" dirty="0">
                <a:solidFill>
                  <a:srgbClr val="000000"/>
                </a:solidFill>
                <a:ea typeface="黑体" pitchFamily="2" charset="-122"/>
              </a:rPr>
              <a:t>—</a:t>
            </a:r>
            <a:r>
              <a:rPr lang="zh-CN" altLang="en-US" sz="1600" dirty="0">
                <a:solidFill>
                  <a:srgbClr val="000000"/>
                </a:solidFill>
                <a:ea typeface="黑体" pitchFamily="2" charset="-122"/>
              </a:rPr>
              <a:t>载体</a:t>
            </a:r>
          </a:p>
        </p:txBody>
      </p:sp>
      <p:sp>
        <p:nvSpPr>
          <p:cNvPr id="14341" name="Text Box 3"/>
          <p:cNvSpPr txBox="1">
            <a:spLocks noChangeArrowheads="1"/>
          </p:cNvSpPr>
          <p:nvPr/>
        </p:nvSpPr>
        <p:spPr bwMode="auto">
          <a:xfrm>
            <a:off x="6444811" y="1053356"/>
            <a:ext cx="1028011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B050"/>
                </a:solidFill>
                <a:latin typeface="黑体" pitchFamily="2" charset="-122"/>
                <a:ea typeface="黑体" pitchFamily="2" charset="-122"/>
              </a:rPr>
              <a:t>创造性转化</a:t>
            </a:r>
            <a:endParaRPr lang="en-US" altLang="zh-CN" sz="1200" dirty="0">
              <a:solidFill>
                <a:srgbClr val="00B05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B050"/>
                </a:solidFill>
                <a:latin typeface="黑体" pitchFamily="2" charset="-122"/>
                <a:ea typeface="黑体" pitchFamily="2" charset="-122"/>
              </a:rPr>
              <a:t>创新性发展</a:t>
            </a:r>
          </a:p>
        </p:txBody>
      </p:sp>
      <p:sp>
        <p:nvSpPr>
          <p:cNvPr id="14342" name="Line 24"/>
          <p:cNvSpPr>
            <a:spLocks noChangeShapeType="1"/>
          </p:cNvSpPr>
          <p:nvPr/>
        </p:nvSpPr>
        <p:spPr bwMode="auto">
          <a:xfrm flipH="1">
            <a:off x="5446713" y="9465557"/>
            <a:ext cx="144462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43" name="Line 25"/>
          <p:cNvSpPr>
            <a:spLocks noChangeShapeType="1"/>
          </p:cNvSpPr>
          <p:nvPr/>
        </p:nvSpPr>
        <p:spPr bwMode="auto">
          <a:xfrm flipV="1">
            <a:off x="4068070" y="3803241"/>
            <a:ext cx="966324" cy="1587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2563043" y="1256735"/>
            <a:ext cx="287338" cy="1655763"/>
            <a:chOff x="3424" y="1570"/>
            <a:chExt cx="182" cy="1089"/>
          </a:xfrm>
        </p:grpSpPr>
        <p:sp>
          <p:nvSpPr>
            <p:cNvPr id="14463" name="Line 27"/>
            <p:cNvSpPr>
              <a:spLocks noChangeShapeType="1"/>
            </p:cNvSpPr>
            <p:nvPr/>
          </p:nvSpPr>
          <p:spPr bwMode="auto">
            <a:xfrm>
              <a:off x="3424" y="1570"/>
              <a:ext cx="1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100">
                <a:solidFill>
                  <a:srgbClr val="000000"/>
                </a:solidFill>
              </a:endParaRPr>
            </a:p>
          </p:txBody>
        </p:sp>
        <p:sp>
          <p:nvSpPr>
            <p:cNvPr id="14464" name="Line 28"/>
            <p:cNvSpPr>
              <a:spLocks noChangeShapeType="1"/>
            </p:cNvSpPr>
            <p:nvPr/>
          </p:nvSpPr>
          <p:spPr bwMode="auto">
            <a:xfrm>
              <a:off x="3424" y="1570"/>
              <a:ext cx="0" cy="108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100">
                <a:solidFill>
                  <a:srgbClr val="000000"/>
                </a:solidFill>
              </a:endParaRPr>
            </a:p>
          </p:txBody>
        </p:sp>
        <p:sp>
          <p:nvSpPr>
            <p:cNvPr id="14465" name="Line 29"/>
            <p:cNvSpPr>
              <a:spLocks noChangeShapeType="1"/>
            </p:cNvSpPr>
            <p:nvPr/>
          </p:nvSpPr>
          <p:spPr bwMode="auto">
            <a:xfrm>
              <a:off x="3424" y="2659"/>
              <a:ext cx="1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100">
                <a:solidFill>
                  <a:srgbClr val="000000"/>
                </a:solidFill>
              </a:endParaRPr>
            </a:p>
          </p:txBody>
        </p:sp>
      </p:grpSp>
      <p:sp>
        <p:nvSpPr>
          <p:cNvPr id="14347" name="Text Box 3"/>
          <p:cNvSpPr txBox="1">
            <a:spLocks noChangeArrowheads="1"/>
          </p:cNvSpPr>
          <p:nvPr/>
        </p:nvSpPr>
        <p:spPr bwMode="auto">
          <a:xfrm>
            <a:off x="1801881" y="3626407"/>
            <a:ext cx="2259338" cy="2769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文化</a:t>
            </a:r>
            <a:r>
              <a:rPr lang="zh-CN" altLang="en-US" sz="1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特点</a:t>
            </a:r>
            <a:r>
              <a:rPr lang="zh-CN" altLang="en-US" sz="12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、</a:t>
            </a:r>
            <a:r>
              <a:rPr lang="zh-CN" altLang="en-US" sz="1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态度</a:t>
            </a:r>
            <a:r>
              <a:rPr lang="zh-CN" altLang="en-US" sz="12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、</a:t>
            </a:r>
            <a:r>
              <a:rPr lang="zh-CN" altLang="en-US" sz="1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规律和意义</a:t>
            </a:r>
          </a:p>
        </p:txBody>
      </p:sp>
      <p:sp>
        <p:nvSpPr>
          <p:cNvPr id="14348" name="Line 25"/>
          <p:cNvSpPr>
            <a:spLocks noChangeShapeType="1"/>
          </p:cNvSpPr>
          <p:nvPr/>
        </p:nvSpPr>
        <p:spPr bwMode="auto">
          <a:xfrm flipV="1">
            <a:off x="4872045" y="1328032"/>
            <a:ext cx="287337" cy="0"/>
          </a:xfrm>
          <a:prstGeom prst="line">
            <a:avLst/>
          </a:prstGeom>
          <a:noFill/>
          <a:ln w="25400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49" name="Line 14"/>
          <p:cNvSpPr>
            <a:spLocks noChangeShapeType="1"/>
          </p:cNvSpPr>
          <p:nvPr/>
        </p:nvSpPr>
        <p:spPr bwMode="auto">
          <a:xfrm rot="10800000" flipH="1" flipV="1">
            <a:off x="4981795" y="2082953"/>
            <a:ext cx="1466647" cy="985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50" name="Line 15"/>
          <p:cNvSpPr>
            <a:spLocks noChangeShapeType="1"/>
          </p:cNvSpPr>
          <p:nvPr/>
        </p:nvSpPr>
        <p:spPr bwMode="auto">
          <a:xfrm>
            <a:off x="8672698" y="3335458"/>
            <a:ext cx="0" cy="144922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51" name="Text Box 3"/>
          <p:cNvSpPr txBox="1">
            <a:spLocks noChangeArrowheads="1"/>
          </p:cNvSpPr>
          <p:nvPr/>
        </p:nvSpPr>
        <p:spPr bwMode="auto">
          <a:xfrm>
            <a:off x="5142594" y="3480379"/>
            <a:ext cx="1439863" cy="52322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中国特色社会主义文化发展道路</a:t>
            </a:r>
          </a:p>
        </p:txBody>
      </p:sp>
      <p:sp>
        <p:nvSpPr>
          <p:cNvPr id="14352" name="Line 30"/>
          <p:cNvSpPr>
            <a:spLocks noChangeShapeType="1"/>
          </p:cNvSpPr>
          <p:nvPr/>
        </p:nvSpPr>
        <p:spPr bwMode="auto">
          <a:xfrm flipH="1">
            <a:off x="9409121" y="3178613"/>
            <a:ext cx="358766" cy="381444"/>
          </a:xfrm>
          <a:prstGeom prst="line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54" name="Line 25"/>
          <p:cNvSpPr>
            <a:spLocks noChangeShapeType="1"/>
          </p:cNvSpPr>
          <p:nvPr/>
        </p:nvSpPr>
        <p:spPr bwMode="auto">
          <a:xfrm>
            <a:off x="6888163" y="1543939"/>
            <a:ext cx="0" cy="28733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55" name="Text Box 3"/>
          <p:cNvSpPr txBox="1">
            <a:spLocks noChangeArrowheads="1"/>
          </p:cNvSpPr>
          <p:nvPr/>
        </p:nvSpPr>
        <p:spPr bwMode="auto">
          <a:xfrm>
            <a:off x="9787669" y="2009062"/>
            <a:ext cx="544929" cy="1169551"/>
          </a:xfrm>
          <a:prstGeom prst="rect">
            <a:avLst/>
          </a:prstGeom>
          <a:solidFill>
            <a:srgbClr val="FDCD5F"/>
          </a:solidFill>
          <a:ln w="9525">
            <a:solidFill>
              <a:srgbClr val="FFC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5DA2"/>
                </a:solidFill>
                <a:latin typeface="黑体" pitchFamily="2" charset="-122"/>
                <a:ea typeface="黑体" pitchFamily="2" charset="-122"/>
              </a:rPr>
              <a:t>社会主义核心价值观</a:t>
            </a:r>
          </a:p>
        </p:txBody>
      </p:sp>
      <p:sp>
        <p:nvSpPr>
          <p:cNvPr id="14356" name="Line 25"/>
          <p:cNvSpPr>
            <a:spLocks noChangeShapeType="1"/>
          </p:cNvSpPr>
          <p:nvPr/>
        </p:nvSpPr>
        <p:spPr bwMode="auto">
          <a:xfrm flipV="1">
            <a:off x="4842447" y="2882196"/>
            <a:ext cx="287338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57" name="Text Box 3"/>
          <p:cNvSpPr txBox="1">
            <a:spLocks noChangeArrowheads="1"/>
          </p:cNvSpPr>
          <p:nvPr/>
        </p:nvSpPr>
        <p:spPr bwMode="auto">
          <a:xfrm>
            <a:off x="5319296" y="2675279"/>
            <a:ext cx="863522" cy="30777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953735"/>
                </a:solidFill>
                <a:latin typeface="黑体" pitchFamily="2" charset="-122"/>
                <a:ea typeface="黑体" pitchFamily="2" charset="-122"/>
              </a:rPr>
              <a:t>交流</a:t>
            </a:r>
          </a:p>
        </p:txBody>
      </p:sp>
      <p:sp>
        <p:nvSpPr>
          <p:cNvPr id="14360" name="Line 25"/>
          <p:cNvSpPr>
            <a:spLocks noChangeShapeType="1"/>
          </p:cNvSpPr>
          <p:nvPr/>
        </p:nvSpPr>
        <p:spPr bwMode="auto">
          <a:xfrm flipV="1">
            <a:off x="6238875" y="2882196"/>
            <a:ext cx="287338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61" name="Text Box 3"/>
          <p:cNvSpPr txBox="1">
            <a:spLocks noChangeArrowheads="1"/>
          </p:cNvSpPr>
          <p:nvPr/>
        </p:nvSpPr>
        <p:spPr bwMode="auto">
          <a:xfrm>
            <a:off x="6511876" y="2684667"/>
            <a:ext cx="863522" cy="30777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953735"/>
                </a:solidFill>
                <a:latin typeface="黑体" pitchFamily="2" charset="-122"/>
                <a:ea typeface="黑体" pitchFamily="2" charset="-122"/>
              </a:rPr>
              <a:t>交融</a:t>
            </a:r>
          </a:p>
        </p:txBody>
      </p:sp>
      <p:sp>
        <p:nvSpPr>
          <p:cNvPr id="14362" name="Line 25"/>
          <p:cNvSpPr>
            <a:spLocks noChangeShapeType="1"/>
          </p:cNvSpPr>
          <p:nvPr/>
        </p:nvSpPr>
        <p:spPr bwMode="auto">
          <a:xfrm flipV="1">
            <a:off x="6910516" y="2272315"/>
            <a:ext cx="0" cy="358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63" name="Text Box 3"/>
          <p:cNvSpPr txBox="1">
            <a:spLocks noChangeArrowheads="1"/>
          </p:cNvSpPr>
          <p:nvPr/>
        </p:nvSpPr>
        <p:spPr bwMode="auto">
          <a:xfrm>
            <a:off x="6441180" y="1840324"/>
            <a:ext cx="1108862" cy="461665"/>
          </a:xfrm>
          <a:prstGeom prst="rect">
            <a:avLst/>
          </a:prstGeom>
          <a:solidFill>
            <a:srgbClr val="00B0F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融通不同资源</a:t>
            </a:r>
            <a:endParaRPr lang="en-US" altLang="zh-CN" sz="1200" dirty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实现综合创新</a:t>
            </a:r>
          </a:p>
        </p:txBody>
      </p:sp>
      <p:sp>
        <p:nvSpPr>
          <p:cNvPr id="14364" name="Line 25"/>
          <p:cNvSpPr>
            <a:spLocks noChangeShapeType="1"/>
          </p:cNvSpPr>
          <p:nvPr/>
        </p:nvSpPr>
        <p:spPr bwMode="auto">
          <a:xfrm flipV="1">
            <a:off x="7462841" y="2882196"/>
            <a:ext cx="287337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65" name="Line 25"/>
          <p:cNvSpPr>
            <a:spLocks noChangeShapeType="1"/>
          </p:cNvSpPr>
          <p:nvPr/>
        </p:nvSpPr>
        <p:spPr bwMode="auto">
          <a:xfrm>
            <a:off x="3935413" y="1543936"/>
            <a:ext cx="0" cy="3603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66" name="Line 25"/>
          <p:cNvSpPr>
            <a:spLocks noChangeShapeType="1"/>
          </p:cNvSpPr>
          <p:nvPr/>
        </p:nvSpPr>
        <p:spPr bwMode="auto">
          <a:xfrm flipV="1">
            <a:off x="3935413" y="2263715"/>
            <a:ext cx="0" cy="3603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67" name="Text Box 3"/>
          <p:cNvSpPr txBox="1">
            <a:spLocks noChangeArrowheads="1"/>
          </p:cNvSpPr>
          <p:nvPr/>
        </p:nvSpPr>
        <p:spPr bwMode="auto">
          <a:xfrm>
            <a:off x="2687635" y="1959688"/>
            <a:ext cx="2279673" cy="307777"/>
          </a:xfrm>
          <a:prstGeom prst="rect">
            <a:avLst/>
          </a:prstGeom>
          <a:solidFill>
            <a:srgbClr val="0099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社会实践：</a:t>
            </a:r>
            <a:r>
              <a:rPr lang="zh-CN" altLang="en-US" sz="1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以人民为中心</a:t>
            </a:r>
          </a:p>
        </p:txBody>
      </p:sp>
      <p:sp>
        <p:nvSpPr>
          <p:cNvPr id="14368" name="Line 25"/>
          <p:cNvSpPr>
            <a:spLocks noChangeShapeType="1"/>
          </p:cNvSpPr>
          <p:nvPr/>
        </p:nvSpPr>
        <p:spPr bwMode="auto">
          <a:xfrm flipV="1">
            <a:off x="7462841" y="1328032"/>
            <a:ext cx="287337" cy="0"/>
          </a:xfrm>
          <a:prstGeom prst="line">
            <a:avLst/>
          </a:prstGeom>
          <a:noFill/>
          <a:ln w="25400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69" name="Text Box 3"/>
          <p:cNvSpPr txBox="1">
            <a:spLocks noChangeArrowheads="1"/>
          </p:cNvSpPr>
          <p:nvPr/>
        </p:nvSpPr>
        <p:spPr bwMode="auto">
          <a:xfrm>
            <a:off x="7725662" y="876396"/>
            <a:ext cx="1223962" cy="738664"/>
          </a:xfrm>
          <a:prstGeom prst="rect">
            <a:avLst/>
          </a:prstGeom>
          <a:solidFill>
            <a:srgbClr val="FF0000"/>
          </a:solidFill>
          <a:ln w="9525">
            <a:solidFill>
              <a:srgbClr val="00B05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革命文化和</a:t>
            </a:r>
            <a:endParaRPr lang="en-US" altLang="zh-CN" sz="1400" dirty="0">
              <a:solidFill>
                <a:srgbClr val="FFFF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社会主义先进文化</a:t>
            </a:r>
          </a:p>
        </p:txBody>
      </p:sp>
      <p:sp>
        <p:nvSpPr>
          <p:cNvPr id="14370" name="Line 25"/>
          <p:cNvSpPr>
            <a:spLocks noChangeShapeType="1"/>
          </p:cNvSpPr>
          <p:nvPr/>
        </p:nvSpPr>
        <p:spPr bwMode="auto">
          <a:xfrm flipV="1">
            <a:off x="8975727" y="1328032"/>
            <a:ext cx="287338" cy="0"/>
          </a:xfrm>
          <a:prstGeom prst="line">
            <a:avLst/>
          </a:prstGeom>
          <a:noFill/>
          <a:ln w="25400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71" name="Text Box 3"/>
          <p:cNvSpPr txBox="1">
            <a:spLocks noChangeArrowheads="1"/>
          </p:cNvSpPr>
          <p:nvPr/>
        </p:nvSpPr>
        <p:spPr bwMode="auto">
          <a:xfrm>
            <a:off x="9359145" y="957411"/>
            <a:ext cx="2386651" cy="692497"/>
          </a:xfrm>
          <a:prstGeom prst="rect">
            <a:avLst/>
          </a:prstGeom>
          <a:solidFill>
            <a:srgbClr val="FF0000"/>
          </a:solidFill>
          <a:ln w="9525">
            <a:solidFill>
              <a:srgbClr val="00B05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中华民族精神</a:t>
            </a:r>
            <a:endParaRPr lang="en-US" altLang="zh-CN" sz="1400" dirty="0">
              <a:solidFill>
                <a:srgbClr val="FFFF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（爱国：</a:t>
            </a:r>
            <a:r>
              <a:rPr lang="zh-CN" altLang="en-US" sz="11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团结统一 爱好和平</a:t>
            </a:r>
            <a:endParaRPr lang="en-US" altLang="zh-CN" sz="1100" dirty="0">
              <a:solidFill>
                <a:srgbClr val="FFFF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1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           </a:t>
            </a:r>
            <a:r>
              <a:rPr lang="zh-CN" altLang="en-US" sz="11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勤劳勇敢  自强不息）</a:t>
            </a:r>
            <a:endParaRPr lang="zh-CN" altLang="en-US" sz="1400" dirty="0">
              <a:solidFill>
                <a:srgbClr val="FFFF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372" name="Line 25"/>
          <p:cNvSpPr>
            <a:spLocks noChangeShapeType="1"/>
          </p:cNvSpPr>
          <p:nvPr/>
        </p:nvSpPr>
        <p:spPr bwMode="auto">
          <a:xfrm>
            <a:off x="9912350" y="1616969"/>
            <a:ext cx="0" cy="285751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73" name="Line 25"/>
          <p:cNvSpPr>
            <a:spLocks noChangeShapeType="1"/>
          </p:cNvSpPr>
          <p:nvPr/>
        </p:nvSpPr>
        <p:spPr bwMode="auto">
          <a:xfrm flipV="1">
            <a:off x="7550042" y="2084616"/>
            <a:ext cx="2873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74" name="Text Box 3"/>
          <p:cNvSpPr txBox="1">
            <a:spLocks noChangeArrowheads="1"/>
          </p:cNvSpPr>
          <p:nvPr/>
        </p:nvSpPr>
        <p:spPr bwMode="auto">
          <a:xfrm>
            <a:off x="7879784" y="1800463"/>
            <a:ext cx="1290806" cy="523220"/>
          </a:xfrm>
          <a:prstGeom prst="rect">
            <a:avLst/>
          </a:prstGeom>
          <a:solidFill>
            <a:srgbClr val="00B0F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latin typeface="黑体" pitchFamily="2" charset="-122"/>
                <a:ea typeface="黑体" pitchFamily="2" charset="-122"/>
              </a:rPr>
              <a:t>弘扬主旋律</a:t>
            </a:r>
            <a:endParaRPr lang="en-US" altLang="zh-CN" sz="1400" dirty="0"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latin typeface="黑体" pitchFamily="2" charset="-122"/>
                <a:ea typeface="黑体" pitchFamily="2" charset="-122"/>
              </a:rPr>
              <a:t>传递正能量</a:t>
            </a:r>
          </a:p>
        </p:txBody>
      </p:sp>
      <p:sp>
        <p:nvSpPr>
          <p:cNvPr id="14375" name="Line 25"/>
          <p:cNvSpPr>
            <a:spLocks noChangeShapeType="1"/>
          </p:cNvSpPr>
          <p:nvPr/>
        </p:nvSpPr>
        <p:spPr bwMode="auto">
          <a:xfrm>
            <a:off x="9166594" y="2120196"/>
            <a:ext cx="624731" cy="706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76" name="Text Box 3"/>
          <p:cNvSpPr txBox="1">
            <a:spLocks noChangeArrowheads="1"/>
          </p:cNvSpPr>
          <p:nvPr/>
        </p:nvSpPr>
        <p:spPr bwMode="auto">
          <a:xfrm>
            <a:off x="7785449" y="2597025"/>
            <a:ext cx="1865139" cy="6463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953735"/>
                </a:solidFill>
                <a:latin typeface="黑体" pitchFamily="2" charset="-122"/>
                <a:ea typeface="黑体" pitchFamily="2" charset="-122"/>
              </a:rPr>
              <a:t>提升软实力，扩大影响力</a:t>
            </a:r>
            <a:endParaRPr lang="en-US" altLang="zh-CN" sz="1200" dirty="0">
              <a:solidFill>
                <a:srgbClr val="953735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953735"/>
                </a:solidFill>
                <a:latin typeface="黑体" pitchFamily="2" charset="-122"/>
                <a:ea typeface="黑体" pitchFamily="2" charset="-122"/>
              </a:rPr>
              <a:t>原则：不忘本来  </a:t>
            </a:r>
            <a:endParaRPr lang="en-US" altLang="zh-CN" sz="1200" dirty="0">
              <a:solidFill>
                <a:srgbClr val="953735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953735"/>
                </a:solidFill>
                <a:latin typeface="黑体" pitchFamily="2" charset="-122"/>
                <a:ea typeface="黑体" pitchFamily="2" charset="-122"/>
              </a:rPr>
              <a:t>吸收外来 面向未来</a:t>
            </a:r>
            <a:endParaRPr lang="zh-CN" altLang="en-US" sz="1050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377" name="Line 25"/>
          <p:cNvSpPr>
            <a:spLocks noChangeShapeType="1"/>
          </p:cNvSpPr>
          <p:nvPr/>
        </p:nvSpPr>
        <p:spPr bwMode="auto">
          <a:xfrm flipH="1">
            <a:off x="2565425" y="3123106"/>
            <a:ext cx="1" cy="446899"/>
          </a:xfrm>
          <a:prstGeom prst="line">
            <a:avLst/>
          </a:prstGeom>
          <a:noFill/>
          <a:ln w="25400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80" name="Text Box 3"/>
          <p:cNvSpPr txBox="1">
            <a:spLocks noChangeArrowheads="1"/>
          </p:cNvSpPr>
          <p:nvPr/>
        </p:nvSpPr>
        <p:spPr bwMode="auto">
          <a:xfrm>
            <a:off x="7881043" y="3539227"/>
            <a:ext cx="1511300" cy="369332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rgbClr val="FFFF00"/>
                </a:solidFill>
                <a:highlight>
                  <a:srgbClr val="00FF00"/>
                </a:highlight>
                <a:latin typeface="黑体" pitchFamily="2" charset="-122"/>
                <a:ea typeface="黑体" pitchFamily="2" charset="-122"/>
              </a:rPr>
              <a:t>※</a:t>
            </a:r>
            <a:r>
              <a:rPr lang="zh-CN" altLang="en-US" b="1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文化自信</a:t>
            </a:r>
          </a:p>
        </p:txBody>
      </p:sp>
      <p:sp>
        <p:nvSpPr>
          <p:cNvPr id="14381" name="Line 30"/>
          <p:cNvSpPr>
            <a:spLocks noChangeShapeType="1"/>
          </p:cNvSpPr>
          <p:nvPr/>
        </p:nvSpPr>
        <p:spPr bwMode="auto">
          <a:xfrm flipH="1">
            <a:off x="6685359" y="3768040"/>
            <a:ext cx="1137852" cy="1338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82" name="Line 25"/>
          <p:cNvSpPr>
            <a:spLocks noChangeShapeType="1"/>
          </p:cNvSpPr>
          <p:nvPr/>
        </p:nvSpPr>
        <p:spPr bwMode="auto">
          <a:xfrm>
            <a:off x="10066642" y="3414076"/>
            <a:ext cx="7936" cy="938286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83" name="Line 30"/>
          <p:cNvSpPr>
            <a:spLocks noChangeShapeType="1"/>
          </p:cNvSpPr>
          <p:nvPr/>
        </p:nvSpPr>
        <p:spPr bwMode="auto">
          <a:xfrm flipH="1" flipV="1">
            <a:off x="9539965" y="4807663"/>
            <a:ext cx="297762" cy="2927"/>
          </a:xfrm>
          <a:prstGeom prst="line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84" name="Text Box 3"/>
          <p:cNvSpPr txBox="1">
            <a:spLocks noChangeArrowheads="1"/>
          </p:cNvSpPr>
          <p:nvPr/>
        </p:nvSpPr>
        <p:spPr bwMode="auto">
          <a:xfrm>
            <a:off x="7796792" y="4583576"/>
            <a:ext cx="1789479" cy="52322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党的领导：革命文化</a:t>
            </a:r>
            <a:endParaRPr lang="en-US" altLang="zh-CN" sz="1400" b="1" dirty="0">
              <a:solidFill>
                <a:srgbClr val="FFFF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社会主义先进文化</a:t>
            </a:r>
          </a:p>
        </p:txBody>
      </p:sp>
      <p:sp>
        <p:nvSpPr>
          <p:cNvPr id="14385" name="Text Box 3"/>
          <p:cNvSpPr txBox="1">
            <a:spLocks noChangeArrowheads="1"/>
          </p:cNvSpPr>
          <p:nvPr/>
        </p:nvSpPr>
        <p:spPr bwMode="auto">
          <a:xfrm>
            <a:off x="7967664" y="6009569"/>
            <a:ext cx="1511299" cy="4001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rgbClr val="C00000"/>
                </a:solidFill>
                <a:highlight>
                  <a:srgbClr val="00FF00"/>
                </a:highlight>
                <a:latin typeface="黑体" pitchFamily="2" charset="-122"/>
                <a:ea typeface="黑体" pitchFamily="2" charset="-122"/>
              </a:rPr>
              <a:t>※</a:t>
            </a:r>
            <a:r>
              <a:rPr lang="zh-CN" altLang="en-US" sz="2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文化强国</a:t>
            </a:r>
            <a:endParaRPr lang="zh-CN" altLang="en-US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388" name="Line 25"/>
          <p:cNvSpPr>
            <a:spLocks noChangeShapeType="1"/>
          </p:cNvSpPr>
          <p:nvPr/>
        </p:nvSpPr>
        <p:spPr bwMode="auto">
          <a:xfrm>
            <a:off x="5868287" y="3000614"/>
            <a:ext cx="7934" cy="484768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 dirty="0">
              <a:solidFill>
                <a:srgbClr val="000000"/>
              </a:solidFill>
            </a:endParaRPr>
          </a:p>
        </p:txBody>
      </p:sp>
      <p:sp>
        <p:nvSpPr>
          <p:cNvPr id="14401" name="Line 15"/>
          <p:cNvSpPr>
            <a:spLocks noChangeShapeType="1"/>
          </p:cNvSpPr>
          <p:nvPr/>
        </p:nvSpPr>
        <p:spPr bwMode="auto">
          <a:xfrm flipV="1">
            <a:off x="8543925" y="3991999"/>
            <a:ext cx="0" cy="36036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03" name="Line 25"/>
          <p:cNvSpPr>
            <a:spLocks noChangeShapeType="1"/>
          </p:cNvSpPr>
          <p:nvPr/>
        </p:nvSpPr>
        <p:spPr bwMode="auto">
          <a:xfrm>
            <a:off x="6591886" y="4001380"/>
            <a:ext cx="599488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04" name="Text Box 3"/>
          <p:cNvSpPr txBox="1">
            <a:spLocks noChangeArrowheads="1"/>
          </p:cNvSpPr>
          <p:nvPr/>
        </p:nvSpPr>
        <p:spPr bwMode="auto">
          <a:xfrm>
            <a:off x="5597902" y="4310178"/>
            <a:ext cx="387311" cy="954107"/>
          </a:xfrm>
          <a:prstGeom prst="rect">
            <a:avLst/>
          </a:prstGeom>
          <a:solidFill>
            <a:srgbClr val="FDCD5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文化事业</a:t>
            </a:r>
          </a:p>
        </p:txBody>
      </p:sp>
      <p:sp>
        <p:nvSpPr>
          <p:cNvPr id="14405" name="Text Box 3"/>
          <p:cNvSpPr txBox="1">
            <a:spLocks noChangeArrowheads="1"/>
          </p:cNvSpPr>
          <p:nvPr/>
        </p:nvSpPr>
        <p:spPr bwMode="auto">
          <a:xfrm>
            <a:off x="1180526" y="3066067"/>
            <a:ext cx="345697" cy="1815882"/>
          </a:xfrm>
          <a:prstGeom prst="rect">
            <a:avLst/>
          </a:prstGeom>
          <a:solidFill>
            <a:schemeClr val="bg1"/>
          </a:solidFill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latin typeface="黑体" pitchFamily="2" charset="-122"/>
                <a:ea typeface="黑体" pitchFamily="2" charset="-122"/>
              </a:rPr>
              <a:t>政治经济决定文化</a:t>
            </a:r>
          </a:p>
        </p:txBody>
      </p:sp>
      <p:sp>
        <p:nvSpPr>
          <p:cNvPr id="14407" name="Line 25"/>
          <p:cNvSpPr>
            <a:spLocks noChangeShapeType="1"/>
          </p:cNvSpPr>
          <p:nvPr/>
        </p:nvSpPr>
        <p:spPr bwMode="auto">
          <a:xfrm flipV="1">
            <a:off x="6022192" y="6221103"/>
            <a:ext cx="215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08" name="Text Box 3"/>
          <p:cNvSpPr txBox="1">
            <a:spLocks noChangeArrowheads="1"/>
          </p:cNvSpPr>
          <p:nvPr/>
        </p:nvSpPr>
        <p:spPr bwMode="auto">
          <a:xfrm>
            <a:off x="6276158" y="4233234"/>
            <a:ext cx="360043" cy="1107996"/>
          </a:xfrm>
          <a:prstGeom prst="rect">
            <a:avLst/>
          </a:prstGeom>
          <a:solidFill>
            <a:srgbClr val="FF0000"/>
          </a:solidFill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>
                <a:latin typeface="黑体" pitchFamily="2" charset="-122"/>
                <a:ea typeface="黑体" pitchFamily="2" charset="-122"/>
              </a:rPr>
              <a:t>公共文化服务</a:t>
            </a:r>
          </a:p>
        </p:txBody>
      </p:sp>
      <p:sp>
        <p:nvSpPr>
          <p:cNvPr id="14410" name="Text Box 3"/>
          <p:cNvSpPr txBox="1">
            <a:spLocks noChangeArrowheads="1"/>
          </p:cNvSpPr>
          <p:nvPr/>
        </p:nvSpPr>
        <p:spPr bwMode="auto">
          <a:xfrm>
            <a:off x="6990741" y="4481891"/>
            <a:ext cx="503238" cy="769441"/>
          </a:xfrm>
          <a:prstGeom prst="rect">
            <a:avLst/>
          </a:prstGeom>
          <a:solidFill>
            <a:schemeClr val="bg2"/>
          </a:solidFill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社会效益放在首位</a:t>
            </a:r>
          </a:p>
        </p:txBody>
      </p:sp>
      <p:sp>
        <p:nvSpPr>
          <p:cNvPr id="14411" name="Line 25"/>
          <p:cNvSpPr>
            <a:spLocks noChangeShapeType="1"/>
          </p:cNvSpPr>
          <p:nvPr/>
        </p:nvSpPr>
        <p:spPr bwMode="auto">
          <a:xfrm flipV="1">
            <a:off x="7751764" y="6225470"/>
            <a:ext cx="215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12" name="Line 25"/>
          <p:cNvSpPr>
            <a:spLocks noChangeShapeType="1"/>
          </p:cNvSpPr>
          <p:nvPr/>
        </p:nvSpPr>
        <p:spPr bwMode="auto">
          <a:xfrm>
            <a:off x="7201424" y="5276239"/>
            <a:ext cx="8489" cy="70614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13" name="Text Box 3"/>
          <p:cNvSpPr txBox="1">
            <a:spLocks noChangeArrowheads="1"/>
          </p:cNvSpPr>
          <p:nvPr/>
        </p:nvSpPr>
        <p:spPr bwMode="auto">
          <a:xfrm>
            <a:off x="6238092" y="6050133"/>
            <a:ext cx="1441450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综合国力</a:t>
            </a:r>
          </a:p>
        </p:txBody>
      </p:sp>
      <p:sp>
        <p:nvSpPr>
          <p:cNvPr id="14415" name="Line 15"/>
          <p:cNvSpPr>
            <a:spLocks noChangeShapeType="1"/>
          </p:cNvSpPr>
          <p:nvPr/>
        </p:nvSpPr>
        <p:spPr bwMode="auto">
          <a:xfrm>
            <a:off x="2658210" y="3128257"/>
            <a:ext cx="0" cy="43180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16" name="Line 15"/>
          <p:cNvSpPr>
            <a:spLocks noChangeShapeType="1"/>
          </p:cNvSpPr>
          <p:nvPr/>
        </p:nvSpPr>
        <p:spPr bwMode="auto">
          <a:xfrm>
            <a:off x="2602171" y="752753"/>
            <a:ext cx="0" cy="433388"/>
          </a:xfrm>
          <a:prstGeom prst="line">
            <a:avLst/>
          </a:prstGeom>
          <a:noFill/>
          <a:ln w="25400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17" name="Text Box 3"/>
          <p:cNvSpPr txBox="1">
            <a:spLocks noChangeArrowheads="1"/>
          </p:cNvSpPr>
          <p:nvPr/>
        </p:nvSpPr>
        <p:spPr bwMode="auto">
          <a:xfrm>
            <a:off x="2323974" y="303842"/>
            <a:ext cx="684818" cy="338554"/>
          </a:xfrm>
          <a:prstGeom prst="rect">
            <a:avLst/>
          </a:prstGeom>
          <a:solidFill>
            <a:schemeClr val="bg1"/>
          </a:solidFill>
          <a:ln w="9525">
            <a:solidFill>
              <a:srgbClr val="00B05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黑体" pitchFamily="2" charset="-122"/>
                <a:ea typeface="黑体" pitchFamily="2" charset="-122"/>
              </a:rPr>
              <a:t>特征</a:t>
            </a:r>
          </a:p>
        </p:txBody>
      </p:sp>
      <p:sp>
        <p:nvSpPr>
          <p:cNvPr id="14419" name="Line 25"/>
          <p:cNvSpPr>
            <a:spLocks noChangeShapeType="1"/>
          </p:cNvSpPr>
          <p:nvPr/>
        </p:nvSpPr>
        <p:spPr bwMode="auto">
          <a:xfrm flipV="1">
            <a:off x="4079875" y="3704520"/>
            <a:ext cx="966325" cy="0"/>
          </a:xfrm>
          <a:prstGeom prst="line">
            <a:avLst/>
          </a:prstGeom>
          <a:noFill/>
          <a:ln w="25400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21" name="Line 15"/>
          <p:cNvSpPr>
            <a:spLocks noChangeShapeType="1"/>
          </p:cNvSpPr>
          <p:nvPr/>
        </p:nvSpPr>
        <p:spPr bwMode="auto">
          <a:xfrm flipH="1" flipV="1">
            <a:off x="4836939" y="5089933"/>
            <a:ext cx="1805" cy="73902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22" name="Line 25"/>
          <p:cNvSpPr>
            <a:spLocks noChangeShapeType="1"/>
          </p:cNvSpPr>
          <p:nvPr/>
        </p:nvSpPr>
        <p:spPr bwMode="auto">
          <a:xfrm flipV="1">
            <a:off x="6635753" y="3655210"/>
            <a:ext cx="122396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23" name="Line 25"/>
          <p:cNvSpPr>
            <a:spLocks noChangeShapeType="1"/>
          </p:cNvSpPr>
          <p:nvPr/>
        </p:nvSpPr>
        <p:spPr bwMode="auto">
          <a:xfrm flipV="1">
            <a:off x="8688388" y="3991999"/>
            <a:ext cx="0" cy="3603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25" name="Text Box 3"/>
          <p:cNvSpPr txBox="1">
            <a:spLocks noChangeArrowheads="1"/>
          </p:cNvSpPr>
          <p:nvPr/>
        </p:nvSpPr>
        <p:spPr bwMode="auto">
          <a:xfrm>
            <a:off x="3053251" y="4487556"/>
            <a:ext cx="1342571" cy="73866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丰富精神世界</a:t>
            </a:r>
            <a:endParaRPr lang="en-US" altLang="zh-CN" sz="1400" dirty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增强精神力量</a:t>
            </a:r>
            <a:endParaRPr lang="en-US" altLang="zh-CN" sz="1400" dirty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促进全面发展</a:t>
            </a:r>
          </a:p>
        </p:txBody>
      </p:sp>
      <p:grpSp>
        <p:nvGrpSpPr>
          <p:cNvPr id="6" name="Group 26"/>
          <p:cNvGrpSpPr>
            <a:grpSpLocks/>
          </p:cNvGrpSpPr>
          <p:nvPr/>
        </p:nvGrpSpPr>
        <p:grpSpPr bwMode="auto">
          <a:xfrm>
            <a:off x="2206672" y="4999920"/>
            <a:ext cx="73025" cy="1511300"/>
            <a:chOff x="3424" y="1570"/>
            <a:chExt cx="182" cy="1089"/>
          </a:xfrm>
        </p:grpSpPr>
        <p:sp>
          <p:nvSpPr>
            <p:cNvPr id="14451" name="Line 27"/>
            <p:cNvSpPr>
              <a:spLocks noChangeShapeType="1"/>
            </p:cNvSpPr>
            <p:nvPr/>
          </p:nvSpPr>
          <p:spPr bwMode="auto">
            <a:xfrm>
              <a:off x="3424" y="1570"/>
              <a:ext cx="1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100">
                <a:solidFill>
                  <a:srgbClr val="000000"/>
                </a:solidFill>
              </a:endParaRPr>
            </a:p>
          </p:txBody>
        </p:sp>
        <p:sp>
          <p:nvSpPr>
            <p:cNvPr id="14452" name="Line 28"/>
            <p:cNvSpPr>
              <a:spLocks noChangeShapeType="1"/>
            </p:cNvSpPr>
            <p:nvPr/>
          </p:nvSpPr>
          <p:spPr bwMode="auto">
            <a:xfrm>
              <a:off x="3424" y="1570"/>
              <a:ext cx="0" cy="108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100">
                <a:solidFill>
                  <a:srgbClr val="000000"/>
                </a:solidFill>
              </a:endParaRPr>
            </a:p>
          </p:txBody>
        </p:sp>
        <p:sp>
          <p:nvSpPr>
            <p:cNvPr id="14453" name="Line 29"/>
            <p:cNvSpPr>
              <a:spLocks noChangeShapeType="1"/>
            </p:cNvSpPr>
            <p:nvPr/>
          </p:nvSpPr>
          <p:spPr bwMode="auto">
            <a:xfrm>
              <a:off x="3424" y="2659"/>
              <a:ext cx="1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100">
                <a:solidFill>
                  <a:srgbClr val="000000"/>
                </a:solidFill>
              </a:endParaRPr>
            </a:p>
          </p:txBody>
        </p:sp>
      </p:grpSp>
      <p:sp>
        <p:nvSpPr>
          <p:cNvPr id="14427" name="Text Box 3"/>
          <p:cNvSpPr txBox="1">
            <a:spLocks noChangeArrowheads="1"/>
          </p:cNvSpPr>
          <p:nvPr/>
        </p:nvSpPr>
        <p:spPr bwMode="auto">
          <a:xfrm>
            <a:off x="2333978" y="4729015"/>
            <a:ext cx="324232" cy="5232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highlight>
                  <a:srgbClr val="00FF00"/>
                </a:highlight>
                <a:latin typeface="黑体" pitchFamily="2" charset="-122"/>
                <a:ea typeface="黑体" pitchFamily="2" charset="-122"/>
              </a:rPr>
              <a:t>个人</a:t>
            </a:r>
          </a:p>
        </p:txBody>
      </p:sp>
      <p:sp>
        <p:nvSpPr>
          <p:cNvPr id="14428" name="Text Box 3"/>
          <p:cNvSpPr txBox="1">
            <a:spLocks noChangeArrowheads="1"/>
          </p:cNvSpPr>
          <p:nvPr/>
        </p:nvSpPr>
        <p:spPr bwMode="auto">
          <a:xfrm>
            <a:off x="2360915" y="6027333"/>
            <a:ext cx="297295" cy="5232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highlight>
                  <a:srgbClr val="00FF00"/>
                </a:highlight>
                <a:latin typeface="黑体" pitchFamily="2" charset="-122"/>
                <a:ea typeface="黑体" pitchFamily="2" charset="-122"/>
              </a:rPr>
              <a:t>社会 </a:t>
            </a:r>
          </a:p>
        </p:txBody>
      </p:sp>
      <p:sp>
        <p:nvSpPr>
          <p:cNvPr id="14429" name="Line 25"/>
          <p:cNvSpPr>
            <a:spLocks noChangeShapeType="1"/>
          </p:cNvSpPr>
          <p:nvPr/>
        </p:nvSpPr>
        <p:spPr bwMode="auto">
          <a:xfrm flipV="1">
            <a:off x="2063823" y="5504745"/>
            <a:ext cx="1444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4269821" y="5936548"/>
            <a:ext cx="73858" cy="763327"/>
            <a:chOff x="3424" y="1570"/>
            <a:chExt cx="182" cy="1089"/>
          </a:xfrm>
        </p:grpSpPr>
        <p:sp>
          <p:nvSpPr>
            <p:cNvPr id="14448" name="Line 27"/>
            <p:cNvSpPr>
              <a:spLocks noChangeShapeType="1"/>
            </p:cNvSpPr>
            <p:nvPr/>
          </p:nvSpPr>
          <p:spPr bwMode="auto">
            <a:xfrm>
              <a:off x="3424" y="1570"/>
              <a:ext cx="1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100">
                <a:solidFill>
                  <a:srgbClr val="000000"/>
                </a:solidFill>
              </a:endParaRPr>
            </a:p>
          </p:txBody>
        </p:sp>
        <p:sp>
          <p:nvSpPr>
            <p:cNvPr id="14449" name="Line 28"/>
            <p:cNvSpPr>
              <a:spLocks noChangeShapeType="1"/>
            </p:cNvSpPr>
            <p:nvPr/>
          </p:nvSpPr>
          <p:spPr bwMode="auto">
            <a:xfrm>
              <a:off x="3424" y="1570"/>
              <a:ext cx="0" cy="108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100">
                <a:solidFill>
                  <a:srgbClr val="000000"/>
                </a:solidFill>
              </a:endParaRPr>
            </a:p>
          </p:txBody>
        </p:sp>
        <p:sp>
          <p:nvSpPr>
            <p:cNvPr id="14450" name="Line 29"/>
            <p:cNvSpPr>
              <a:spLocks noChangeShapeType="1"/>
            </p:cNvSpPr>
            <p:nvPr/>
          </p:nvSpPr>
          <p:spPr bwMode="auto">
            <a:xfrm>
              <a:off x="3424" y="2659"/>
              <a:ext cx="1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100">
                <a:solidFill>
                  <a:srgbClr val="000000"/>
                </a:solidFill>
              </a:endParaRPr>
            </a:p>
          </p:txBody>
        </p:sp>
      </p:grpSp>
      <p:sp>
        <p:nvSpPr>
          <p:cNvPr id="14431" name="Text Box 3"/>
          <p:cNvSpPr txBox="1">
            <a:spLocks noChangeArrowheads="1"/>
          </p:cNvSpPr>
          <p:nvPr/>
        </p:nvSpPr>
        <p:spPr bwMode="auto">
          <a:xfrm>
            <a:off x="4395822" y="6398825"/>
            <a:ext cx="585973" cy="30777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经济</a:t>
            </a:r>
          </a:p>
        </p:txBody>
      </p:sp>
      <p:sp>
        <p:nvSpPr>
          <p:cNvPr id="14432" name="Text Box 3"/>
          <p:cNvSpPr txBox="1">
            <a:spLocks noChangeArrowheads="1"/>
          </p:cNvSpPr>
          <p:nvPr/>
        </p:nvSpPr>
        <p:spPr bwMode="auto">
          <a:xfrm>
            <a:off x="4383370" y="5828967"/>
            <a:ext cx="568901" cy="307777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政治</a:t>
            </a:r>
          </a:p>
        </p:txBody>
      </p:sp>
      <p:sp>
        <p:nvSpPr>
          <p:cNvPr id="14433" name="Line 25"/>
          <p:cNvSpPr>
            <a:spLocks noChangeShapeType="1"/>
          </p:cNvSpPr>
          <p:nvPr/>
        </p:nvSpPr>
        <p:spPr bwMode="auto">
          <a:xfrm flipV="1">
            <a:off x="4136790" y="6318211"/>
            <a:ext cx="1444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34" name="Line 25"/>
          <p:cNvSpPr>
            <a:spLocks noChangeShapeType="1"/>
          </p:cNvSpPr>
          <p:nvPr/>
        </p:nvSpPr>
        <p:spPr bwMode="auto">
          <a:xfrm flipV="1">
            <a:off x="5015713" y="6511220"/>
            <a:ext cx="52682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36" name="Text Box 3"/>
          <p:cNvSpPr txBox="1">
            <a:spLocks noChangeArrowheads="1"/>
          </p:cNvSpPr>
          <p:nvPr/>
        </p:nvSpPr>
        <p:spPr bwMode="auto">
          <a:xfrm>
            <a:off x="4495425" y="4652055"/>
            <a:ext cx="966324" cy="461665"/>
          </a:xfrm>
          <a:prstGeom prst="rect">
            <a:avLst/>
          </a:prstGeom>
          <a:solidFill>
            <a:srgbClr val="FF0000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三</a:t>
            </a:r>
            <a:r>
              <a:rPr lang="zh-CN" altLang="en-US" sz="1200" b="1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观：时代新人</a:t>
            </a:r>
            <a:endParaRPr lang="zh-CN" altLang="en-US" sz="1200" b="1" dirty="0">
              <a:solidFill>
                <a:srgbClr val="FFFF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441" name="Rectangle 28"/>
          <p:cNvSpPr>
            <a:spLocks noChangeArrowheads="1"/>
          </p:cNvSpPr>
          <p:nvPr/>
        </p:nvSpPr>
        <p:spPr bwMode="auto">
          <a:xfrm>
            <a:off x="5132771" y="1176157"/>
            <a:ext cx="1296988" cy="266785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b="1" dirty="0">
                <a:solidFill>
                  <a:srgbClr val="FFFF00"/>
                </a:solidFill>
                <a:latin typeface="黑体" pitchFamily="2" charset="-122"/>
              </a:rPr>
              <a:t>态度：取去推革</a:t>
            </a:r>
          </a:p>
        </p:txBody>
      </p:sp>
      <p:sp>
        <p:nvSpPr>
          <p:cNvPr id="14444" name="Rectangle 28"/>
          <p:cNvSpPr>
            <a:spLocks noChangeArrowheads="1"/>
          </p:cNvSpPr>
          <p:nvPr/>
        </p:nvSpPr>
        <p:spPr bwMode="auto">
          <a:xfrm>
            <a:off x="10228620" y="4013515"/>
            <a:ext cx="647700" cy="419100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b="1" dirty="0">
                <a:solidFill>
                  <a:srgbClr val="FFFF00"/>
                </a:solidFill>
                <a:latin typeface="黑体" pitchFamily="2" charset="-122"/>
              </a:rPr>
              <a:t>实践</a:t>
            </a:r>
          </a:p>
        </p:txBody>
      </p:sp>
      <p:sp>
        <p:nvSpPr>
          <p:cNvPr id="14445" name="Rectangle 28"/>
          <p:cNvSpPr>
            <a:spLocks noChangeArrowheads="1"/>
          </p:cNvSpPr>
          <p:nvPr/>
        </p:nvSpPr>
        <p:spPr bwMode="auto">
          <a:xfrm>
            <a:off x="2279650" y="1183572"/>
            <a:ext cx="647700" cy="419100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b="1" dirty="0">
                <a:solidFill>
                  <a:srgbClr val="FFFF00"/>
                </a:solidFill>
                <a:latin typeface="黑体" pitchFamily="2" charset="-122"/>
              </a:rPr>
              <a:t>时间</a:t>
            </a:r>
          </a:p>
        </p:txBody>
      </p:sp>
      <p:sp>
        <p:nvSpPr>
          <p:cNvPr id="14446" name="Rectangle 28"/>
          <p:cNvSpPr>
            <a:spLocks noChangeArrowheads="1"/>
          </p:cNvSpPr>
          <p:nvPr/>
        </p:nvSpPr>
        <p:spPr bwMode="auto">
          <a:xfrm>
            <a:off x="2279650" y="2696460"/>
            <a:ext cx="647700" cy="419100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b="1" dirty="0">
                <a:solidFill>
                  <a:srgbClr val="FFFF00"/>
                </a:solidFill>
                <a:latin typeface="黑体" pitchFamily="2" charset="-122"/>
              </a:rPr>
              <a:t>空间</a:t>
            </a:r>
          </a:p>
        </p:txBody>
      </p:sp>
      <p:sp>
        <p:nvSpPr>
          <p:cNvPr id="14447" name="Rectangle 28"/>
          <p:cNvSpPr>
            <a:spLocks noChangeArrowheads="1"/>
          </p:cNvSpPr>
          <p:nvPr/>
        </p:nvSpPr>
        <p:spPr bwMode="auto">
          <a:xfrm>
            <a:off x="4286991" y="312498"/>
            <a:ext cx="561810" cy="279158"/>
          </a:xfrm>
          <a:prstGeom prst="rect">
            <a:avLst/>
          </a:prstGeom>
          <a:solidFill>
            <a:schemeClr val="bg1"/>
          </a:solidFill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b="1" dirty="0">
                <a:solidFill>
                  <a:srgbClr val="CC3300"/>
                </a:solidFill>
                <a:latin typeface="黑体" pitchFamily="2" charset="-122"/>
              </a:rPr>
              <a:t>包容性</a:t>
            </a:r>
          </a:p>
        </p:txBody>
      </p:sp>
      <p:sp>
        <p:nvSpPr>
          <p:cNvPr id="130" name="Text Box 3"/>
          <p:cNvSpPr txBox="1">
            <a:spLocks noChangeArrowheads="1"/>
          </p:cNvSpPr>
          <p:nvPr/>
        </p:nvSpPr>
        <p:spPr bwMode="auto">
          <a:xfrm>
            <a:off x="10290861" y="1724117"/>
            <a:ext cx="315300" cy="2246769"/>
          </a:xfrm>
          <a:prstGeom prst="rect">
            <a:avLst/>
          </a:prstGeom>
          <a:solidFill>
            <a:srgbClr val="FFC000"/>
          </a:solidFill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70C0"/>
                </a:solidFill>
                <a:latin typeface="黑体" pitchFamily="2" charset="-122"/>
                <a:ea typeface="黑体" pitchFamily="2" charset="-122"/>
              </a:rPr>
              <a:t>凝魂聚魄的基础性工程</a:t>
            </a:r>
          </a:p>
        </p:txBody>
      </p:sp>
      <p:sp>
        <p:nvSpPr>
          <p:cNvPr id="131" name="Text Box 3">
            <a:extLst>
              <a:ext uri="{FF2B5EF4-FFF2-40B4-BE49-F238E27FC236}">
                <a16:creationId xmlns:a16="http://schemas.microsoft.com/office/drawing/2014/main" id="{9E1EC72C-2537-44AA-B9E1-E07B4585EF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8796" y="25661"/>
            <a:ext cx="1539096" cy="307777"/>
          </a:xfrm>
          <a:prstGeom prst="rect">
            <a:avLst/>
          </a:prstGeom>
          <a:solidFill>
            <a:srgbClr val="00B050"/>
          </a:solidFill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源远流长</a:t>
            </a:r>
            <a:r>
              <a:rPr lang="en-US" altLang="zh-CN" sz="14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-</a:t>
            </a:r>
            <a:r>
              <a:rPr lang="zh-CN" altLang="en-US" sz="14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连续性</a:t>
            </a:r>
          </a:p>
        </p:txBody>
      </p:sp>
      <p:sp>
        <p:nvSpPr>
          <p:cNvPr id="132" name="Text Box 3">
            <a:extLst>
              <a:ext uri="{FF2B5EF4-FFF2-40B4-BE49-F238E27FC236}">
                <a16:creationId xmlns:a16="http://schemas.microsoft.com/office/drawing/2014/main" id="{98DC8F6B-886B-4305-979C-9C35690DE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7201" y="594767"/>
            <a:ext cx="1775712" cy="307777"/>
          </a:xfrm>
          <a:prstGeom prst="rect">
            <a:avLst/>
          </a:prstGeom>
          <a:solidFill>
            <a:srgbClr val="00B050"/>
          </a:solidFill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博大精深</a:t>
            </a:r>
            <a:r>
              <a:rPr lang="en-US" altLang="zh-CN" sz="14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—</a:t>
            </a:r>
            <a:r>
              <a:rPr lang="zh-CN" altLang="en-US" sz="14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凝聚力</a:t>
            </a:r>
          </a:p>
        </p:txBody>
      </p:sp>
      <p:sp>
        <p:nvSpPr>
          <p:cNvPr id="14345" name="Text Box 3"/>
          <p:cNvSpPr txBox="1">
            <a:spLocks noChangeArrowheads="1"/>
          </p:cNvSpPr>
          <p:nvPr/>
        </p:nvSpPr>
        <p:spPr bwMode="auto">
          <a:xfrm>
            <a:off x="2914786" y="1143549"/>
            <a:ext cx="2019847" cy="46166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B050"/>
                </a:solidFill>
                <a:latin typeface="黑体" pitchFamily="2" charset="-122"/>
                <a:ea typeface="黑体" pitchFamily="2" charset="-122"/>
              </a:rPr>
              <a:t>中华传统文化</a:t>
            </a:r>
            <a:endParaRPr lang="en-US" altLang="zh-CN" sz="1400" dirty="0">
              <a:solidFill>
                <a:srgbClr val="00B050"/>
              </a:solidFill>
              <a:latin typeface="黑体" pitchFamily="2" charset="-122"/>
              <a:ea typeface="黑体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>
                <a:solidFill>
                  <a:srgbClr val="00B050"/>
                </a:solidFill>
                <a:latin typeface="黑体" pitchFamily="2" charset="-122"/>
                <a:ea typeface="黑体" pitchFamily="2" charset="-122"/>
              </a:rPr>
              <a:t>核心思想、传统美德、人文精神</a:t>
            </a:r>
          </a:p>
        </p:txBody>
      </p:sp>
      <p:sp>
        <p:nvSpPr>
          <p:cNvPr id="133" name="Text Box 3">
            <a:extLst>
              <a:ext uri="{FF2B5EF4-FFF2-40B4-BE49-F238E27FC236}">
                <a16:creationId xmlns:a16="http://schemas.microsoft.com/office/drawing/2014/main" id="{3D04A008-5426-46AE-A2C9-D8A748B4B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4222" y="661670"/>
            <a:ext cx="2159163" cy="307777"/>
          </a:xfrm>
          <a:prstGeom prst="rect">
            <a:avLst/>
          </a:prstGeom>
          <a:solidFill>
            <a:schemeClr val="bg1"/>
          </a:solidFill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70C0"/>
                </a:solidFill>
                <a:latin typeface="黑体" pitchFamily="2" charset="-122"/>
                <a:ea typeface="黑体" pitchFamily="2" charset="-122"/>
              </a:rPr>
              <a:t>奋斗 创造 梦想 团结</a:t>
            </a:r>
          </a:p>
        </p:txBody>
      </p:sp>
      <p:sp>
        <p:nvSpPr>
          <p:cNvPr id="14346" name="Text Box 3"/>
          <p:cNvSpPr txBox="1">
            <a:spLocks noChangeArrowheads="1"/>
          </p:cNvSpPr>
          <p:nvPr/>
        </p:nvSpPr>
        <p:spPr bwMode="auto">
          <a:xfrm>
            <a:off x="3057551" y="2722340"/>
            <a:ext cx="1789414" cy="33855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C00000"/>
                </a:solidFill>
                <a:highlight>
                  <a:srgbClr val="00FF00"/>
                </a:highlight>
                <a:latin typeface="黑体" pitchFamily="2" charset="-122"/>
                <a:ea typeface="黑体" pitchFamily="2" charset="-122"/>
              </a:rPr>
              <a:t>※</a:t>
            </a:r>
            <a:r>
              <a:rPr lang="zh-CN" altLang="en-US" sz="1600" dirty="0">
                <a:solidFill>
                  <a:srgbClr val="953735"/>
                </a:solidFill>
                <a:latin typeface="黑体" pitchFamily="2" charset="-122"/>
                <a:ea typeface="黑体" pitchFamily="2" charset="-122"/>
              </a:rPr>
              <a:t>民族性和</a:t>
            </a:r>
            <a:r>
              <a:rPr lang="zh-CN" altLang="en-US" sz="1600" dirty="0">
                <a:solidFill>
                  <a:srgbClr val="953735"/>
                </a:solidFill>
                <a:highlight>
                  <a:srgbClr val="FFFF00"/>
                </a:highlight>
                <a:latin typeface="黑体" pitchFamily="2" charset="-122"/>
                <a:ea typeface="黑体" pitchFamily="2" charset="-122"/>
              </a:rPr>
              <a:t>多样性</a:t>
            </a:r>
            <a:endParaRPr lang="en-US" altLang="zh-CN" sz="1400" dirty="0">
              <a:solidFill>
                <a:srgbClr val="953735"/>
              </a:solidFill>
              <a:highlight>
                <a:srgbClr val="FFFF00"/>
              </a:highlight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34" name="Text Box 3">
            <a:extLst>
              <a:ext uri="{FF2B5EF4-FFF2-40B4-BE49-F238E27FC236}">
                <a16:creationId xmlns:a16="http://schemas.microsoft.com/office/drawing/2014/main" id="{AC52110F-E847-4903-957B-3CC48A268E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6105" y="4474712"/>
            <a:ext cx="647698" cy="1815882"/>
          </a:xfrm>
          <a:prstGeom prst="rect">
            <a:avLst/>
          </a:prstGeom>
          <a:solidFill>
            <a:srgbClr val="FFC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70C0"/>
                </a:solidFill>
                <a:latin typeface="黑体" pitchFamily="2" charset="-122"/>
                <a:ea typeface="黑体" pitchFamily="2" charset="-122"/>
              </a:rPr>
              <a:t>坚定理想信念</a:t>
            </a:r>
            <a:endParaRPr lang="en-US" altLang="zh-CN" sz="1400" dirty="0">
              <a:solidFill>
                <a:srgbClr val="0070C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400" dirty="0">
              <a:solidFill>
                <a:srgbClr val="0070C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70C0"/>
                </a:solidFill>
                <a:latin typeface="黑体" pitchFamily="2" charset="-122"/>
                <a:ea typeface="黑体" pitchFamily="2" charset="-122"/>
              </a:rPr>
              <a:t>坚持以人民为中心</a:t>
            </a:r>
          </a:p>
        </p:txBody>
      </p:sp>
      <p:sp>
        <p:nvSpPr>
          <p:cNvPr id="9" name="Line 25">
            <a:extLst>
              <a:ext uri="{FF2B5EF4-FFF2-40B4-BE49-F238E27FC236}">
                <a16:creationId xmlns:a16="http://schemas.microsoft.com/office/drawing/2014/main" id="{66637750-5444-6570-7CA1-D7BF53DBCA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50140" y="4928489"/>
            <a:ext cx="2889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0" name="Line 25">
            <a:extLst>
              <a:ext uri="{FF2B5EF4-FFF2-40B4-BE49-F238E27FC236}">
                <a16:creationId xmlns:a16="http://schemas.microsoft.com/office/drawing/2014/main" id="{510CE18B-1CF2-1F66-8671-4EF6D6E769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91805" y="6392855"/>
            <a:ext cx="2889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1" name="Text Box 3">
            <a:extLst>
              <a:ext uri="{FF2B5EF4-FFF2-40B4-BE49-F238E27FC236}">
                <a16:creationId xmlns:a16="http://schemas.microsoft.com/office/drawing/2014/main" id="{E8AC2FD5-D329-DD71-34F1-E6C4C2E49F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9270" y="5717181"/>
            <a:ext cx="916831" cy="95410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引领风尚</a:t>
            </a:r>
            <a:endParaRPr lang="en-US" altLang="zh-CN" sz="1400" dirty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推动发展</a:t>
            </a:r>
            <a:endParaRPr lang="en-US" altLang="zh-CN" sz="1400" dirty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服务社会</a:t>
            </a:r>
            <a:endParaRPr lang="en-US" altLang="zh-CN" sz="1400" dirty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教育人民</a:t>
            </a:r>
          </a:p>
        </p:txBody>
      </p:sp>
      <p:sp>
        <p:nvSpPr>
          <p:cNvPr id="12" name="Line 15">
            <a:extLst>
              <a:ext uri="{FF2B5EF4-FFF2-40B4-BE49-F238E27FC236}">
                <a16:creationId xmlns:a16="http://schemas.microsoft.com/office/drawing/2014/main" id="{AA792BB7-1E0A-2015-4A0F-7F4553072AA0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18" y="5096233"/>
            <a:ext cx="12897" cy="84031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3" name="Line 25">
            <a:extLst>
              <a:ext uri="{FF2B5EF4-FFF2-40B4-BE49-F238E27FC236}">
                <a16:creationId xmlns:a16="http://schemas.microsoft.com/office/drawing/2014/main" id="{C2F2C2E9-7EBD-FD2F-9599-99AF349671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1820" y="3905467"/>
            <a:ext cx="9126" cy="800167"/>
          </a:xfrm>
          <a:prstGeom prst="line">
            <a:avLst/>
          </a:prstGeom>
          <a:noFill/>
          <a:ln w="25400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1EAA836B-436D-6B52-8835-6CA87118F3A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58178" y="3890481"/>
            <a:ext cx="7248" cy="815154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58A08378-3F60-731C-AB50-210540C6A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9517" y="5522239"/>
            <a:ext cx="943814" cy="26161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文化软实力</a:t>
            </a:r>
          </a:p>
        </p:txBody>
      </p:sp>
      <p:sp>
        <p:nvSpPr>
          <p:cNvPr id="16" name="Line 25">
            <a:extLst>
              <a:ext uri="{FF2B5EF4-FFF2-40B4-BE49-F238E27FC236}">
                <a16:creationId xmlns:a16="http://schemas.microsoft.com/office/drawing/2014/main" id="{F2D522B7-9D82-8EB3-E5F3-9365227369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66151" y="5226220"/>
            <a:ext cx="1802" cy="418269"/>
          </a:xfrm>
          <a:prstGeom prst="line">
            <a:avLst/>
          </a:prstGeom>
          <a:noFill/>
          <a:ln w="25400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7" name="Line 15">
            <a:extLst>
              <a:ext uri="{FF2B5EF4-FFF2-40B4-BE49-F238E27FC236}">
                <a16:creationId xmlns:a16="http://schemas.microsoft.com/office/drawing/2014/main" id="{98A6C208-BCBF-B965-876C-872F250151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55749" y="5211234"/>
            <a:ext cx="6683" cy="433256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8" name="Text Box 3">
            <a:extLst>
              <a:ext uri="{FF2B5EF4-FFF2-40B4-BE49-F238E27FC236}">
                <a16:creationId xmlns:a16="http://schemas.microsoft.com/office/drawing/2014/main" id="{D7EA548E-A485-F5C0-36E9-AC8BB40E22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088" y="5051728"/>
            <a:ext cx="1268277" cy="8309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国家：文化是民族的血脉和灵魂</a:t>
            </a:r>
          </a:p>
        </p:txBody>
      </p:sp>
      <p:sp>
        <p:nvSpPr>
          <p:cNvPr id="19" name="左大括号 18">
            <a:extLst>
              <a:ext uri="{FF2B5EF4-FFF2-40B4-BE49-F238E27FC236}">
                <a16:creationId xmlns:a16="http://schemas.microsoft.com/office/drawing/2014/main" id="{C3D38549-0D4F-F317-976A-5D257F29656E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933105" y="1379464"/>
            <a:ext cx="283107" cy="1533034"/>
          </a:xfrm>
          <a:prstGeom prst="leftBrace">
            <a:avLst>
              <a:gd name="adj1" fmla="val 11011"/>
              <a:gd name="adj2" fmla="val 50000"/>
            </a:avLst>
          </a:prstGeom>
          <a:noFill/>
          <a:ln w="9525" cmpd="sng" algn="ctr">
            <a:solidFill>
              <a:srgbClr val="00206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lIns="86555" tIns="43278" rIns="86555" bIns="43278" anchor="ctr"/>
          <a:lstStyle/>
          <a:p>
            <a:pPr algn="ctr"/>
            <a:endParaRPr lang="zh-CN" altLang="en-US" sz="1200" dirty="0">
              <a:solidFill>
                <a:srgbClr val="00206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4442" name="Rectangle 28"/>
          <p:cNvSpPr>
            <a:spLocks noChangeArrowheads="1"/>
          </p:cNvSpPr>
          <p:nvPr/>
        </p:nvSpPr>
        <p:spPr bwMode="auto">
          <a:xfrm>
            <a:off x="4870065" y="2964498"/>
            <a:ext cx="2658514" cy="270169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b="1" dirty="0">
                <a:solidFill>
                  <a:srgbClr val="FFFF00"/>
                </a:solidFill>
                <a:latin typeface="黑体" pitchFamily="2" charset="-122"/>
              </a:rPr>
              <a:t>尊重文化多样性：面向世界、博采众长</a:t>
            </a:r>
          </a:p>
        </p:txBody>
      </p:sp>
      <p:sp>
        <p:nvSpPr>
          <p:cNvPr id="20" name="Line 25">
            <a:extLst>
              <a:ext uri="{FF2B5EF4-FFF2-40B4-BE49-F238E27FC236}">
                <a16:creationId xmlns:a16="http://schemas.microsoft.com/office/drawing/2014/main" id="{1BAFEB0D-8D8A-5ED8-85AC-89C7A35D1B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428672" y="2345305"/>
            <a:ext cx="341374" cy="24736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21" name="Line 25">
            <a:extLst>
              <a:ext uri="{FF2B5EF4-FFF2-40B4-BE49-F238E27FC236}">
                <a16:creationId xmlns:a16="http://schemas.microsoft.com/office/drawing/2014/main" id="{64225A8C-4257-EE6B-AEC6-424666EE37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491665" y="5623641"/>
            <a:ext cx="297762" cy="44288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3BE36666-31E7-2721-A129-D954E5EFF1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9382" y="1817465"/>
            <a:ext cx="1151963" cy="461665"/>
          </a:xfrm>
          <a:prstGeom prst="rect">
            <a:avLst/>
          </a:prstGeom>
          <a:solidFill>
            <a:srgbClr val="00B0F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立足时代之基</a:t>
            </a:r>
            <a:endParaRPr lang="en-US" altLang="zh-CN" sz="1200" dirty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回答时代问题</a:t>
            </a:r>
          </a:p>
        </p:txBody>
      </p:sp>
      <p:sp>
        <p:nvSpPr>
          <p:cNvPr id="3" name="Line 25">
            <a:extLst>
              <a:ext uri="{FF2B5EF4-FFF2-40B4-BE49-F238E27FC236}">
                <a16:creationId xmlns:a16="http://schemas.microsoft.com/office/drawing/2014/main" id="{CA3731C7-4EED-4173-A098-9AAD1340790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080709" y="6163257"/>
            <a:ext cx="172385" cy="163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5" name="Line 25">
            <a:extLst>
              <a:ext uri="{FF2B5EF4-FFF2-40B4-BE49-F238E27FC236}">
                <a16:creationId xmlns:a16="http://schemas.microsoft.com/office/drawing/2014/main" id="{B6F0632E-0D29-F028-FC4B-D6688968C6B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3083" y="2755406"/>
            <a:ext cx="6314" cy="234082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5" name="Text Box 3">
            <a:extLst>
              <a:ext uri="{FF2B5EF4-FFF2-40B4-BE49-F238E27FC236}">
                <a16:creationId xmlns:a16="http://schemas.microsoft.com/office/drawing/2014/main" id="{6485A01A-1FC1-A3F4-E23E-023612DE8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2188" y="4072776"/>
            <a:ext cx="2148389" cy="307777"/>
          </a:xfrm>
          <a:prstGeom prst="rect">
            <a:avLst/>
          </a:prstGeom>
          <a:solidFill>
            <a:srgbClr val="FDCD5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道德修养和科学文化修养</a:t>
            </a:r>
          </a:p>
        </p:txBody>
      </p:sp>
      <p:sp>
        <p:nvSpPr>
          <p:cNvPr id="22" name="Text Box 3">
            <a:extLst>
              <a:ext uri="{FF2B5EF4-FFF2-40B4-BE49-F238E27FC236}">
                <a16:creationId xmlns:a16="http://schemas.microsoft.com/office/drawing/2014/main" id="{03F5B346-92D4-0FD3-A4A8-F09CF6DC5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7902" y="5717181"/>
            <a:ext cx="387311" cy="954107"/>
          </a:xfrm>
          <a:prstGeom prst="rect">
            <a:avLst/>
          </a:prstGeom>
          <a:solidFill>
            <a:srgbClr val="FDCD5F"/>
          </a:solidFill>
          <a:ln w="9525">
            <a:solidFill>
              <a:srgbClr val="FFC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latin typeface="黑体" pitchFamily="2" charset="-122"/>
                <a:ea typeface="黑体" pitchFamily="2" charset="-122"/>
              </a:rPr>
              <a:t>文化产业</a:t>
            </a:r>
          </a:p>
        </p:txBody>
      </p:sp>
      <p:sp>
        <p:nvSpPr>
          <p:cNvPr id="25" name="Text Box 3">
            <a:extLst>
              <a:ext uri="{FF2B5EF4-FFF2-40B4-BE49-F238E27FC236}">
                <a16:creationId xmlns:a16="http://schemas.microsoft.com/office/drawing/2014/main" id="{84CDFC3C-4354-DAA7-9EC3-86194EFFB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2796" y="2249339"/>
            <a:ext cx="792688" cy="461665"/>
          </a:xfrm>
          <a:prstGeom prst="rect">
            <a:avLst/>
          </a:prstGeom>
          <a:solidFill>
            <a:srgbClr val="00B0F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立足国情</a:t>
            </a:r>
            <a:endParaRPr lang="en-US" altLang="zh-CN" sz="1200" dirty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交流互鉴</a:t>
            </a:r>
          </a:p>
        </p:txBody>
      </p:sp>
      <p:sp>
        <p:nvSpPr>
          <p:cNvPr id="26" name="Text Box 3">
            <a:extLst>
              <a:ext uri="{FF2B5EF4-FFF2-40B4-BE49-F238E27FC236}">
                <a16:creationId xmlns:a16="http://schemas.microsoft.com/office/drawing/2014/main" id="{BD3AD22F-DD8E-CDA8-FE31-0D828D6174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1254" y="71218"/>
            <a:ext cx="4700240" cy="7386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增强民族自信心和自豪感，筑牢中华民族共同体意识</a:t>
            </a:r>
            <a:endParaRPr lang="en-US" altLang="zh-CN" sz="14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解决当代中国是世界问题提供有益的借鉴</a:t>
            </a:r>
            <a:endParaRPr lang="en-US" altLang="zh-CN" sz="14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建立合作共赢的新型国际关系，推动人民命运共同体建设</a:t>
            </a:r>
          </a:p>
        </p:txBody>
      </p:sp>
    </p:spTree>
    <p:extLst>
      <p:ext uri="{BB962C8B-B14F-4D97-AF65-F5344CB8AC3E}">
        <p14:creationId xmlns:p14="http://schemas.microsoft.com/office/powerpoint/2010/main" val="886819606"/>
      </p:ext>
    </p:ext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Line 15">
            <a:extLst>
              <a:ext uri="{FF2B5EF4-FFF2-40B4-BE49-F238E27FC236}">
                <a16:creationId xmlns:a16="http://schemas.microsoft.com/office/drawing/2014/main" id="{0C1AEEDC-098A-3267-81E5-0756C00BF5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29343" y="2097262"/>
            <a:ext cx="0" cy="37777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27D1457-E4A5-FBF1-6303-DD7168C534A3}"/>
              </a:ext>
            </a:extLst>
          </p:cNvPr>
          <p:cNvGrpSpPr/>
          <p:nvPr/>
        </p:nvGrpSpPr>
        <p:grpSpPr>
          <a:xfrm>
            <a:off x="264532" y="1061970"/>
            <a:ext cx="3138626" cy="1982267"/>
            <a:chOff x="-2709721" y="746266"/>
            <a:chExt cx="4185377" cy="2643366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156675" name="Text Box 3">
              <a:extLst>
                <a:ext uri="{FF2B5EF4-FFF2-40B4-BE49-F238E27FC236}">
                  <a16:creationId xmlns:a16="http://schemas.microsoft.com/office/drawing/2014/main" id="{1D4B2D1D-5CE6-7B61-3F0C-C3389A23B3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948039" y="2391860"/>
              <a:ext cx="3343137" cy="369380"/>
            </a:xfrm>
            <a:prstGeom prst="rect">
              <a:avLst/>
            </a:prstGeom>
            <a:grp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货币政策：资本（融资成本和渠道）</a:t>
              </a:r>
            </a:p>
          </p:txBody>
        </p:sp>
        <p:sp>
          <p:nvSpPr>
            <p:cNvPr id="156676" name="Text Box 3">
              <a:extLst>
                <a:ext uri="{FF2B5EF4-FFF2-40B4-BE49-F238E27FC236}">
                  <a16:creationId xmlns:a16="http://schemas.microsoft.com/office/drawing/2014/main" id="{302A3104-03A7-565D-6E4C-CBF8B8AB29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09721" y="3020252"/>
              <a:ext cx="4068589" cy="369380"/>
            </a:xfrm>
            <a:prstGeom prst="rect">
              <a:avLst/>
            </a:prstGeom>
            <a:grp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绿色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  <a:sym typeface="Wingdings" panose="05000000000000000000" pitchFamily="2" charset="2"/>
                </a:rPr>
                <a:t>：（土地、能源、矿产）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资源利用率</a:t>
              </a:r>
            </a:p>
          </p:txBody>
        </p:sp>
        <p:grpSp>
          <p:nvGrpSpPr>
            <p:cNvPr id="2" name="Group 26">
              <a:extLst>
                <a:ext uri="{FF2B5EF4-FFF2-40B4-BE49-F238E27FC236}">
                  <a16:creationId xmlns:a16="http://schemas.microsoft.com/office/drawing/2014/main" id="{A3E62131-B246-F379-98C3-173F7D73C5CE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346399" y="904876"/>
              <a:ext cx="129257" cy="2380596"/>
              <a:chOff x="3424" y="1570"/>
              <a:chExt cx="182" cy="1089"/>
            </a:xfrm>
            <a:grpFill/>
          </p:grpSpPr>
          <p:sp>
            <p:nvSpPr>
              <p:cNvPr id="3128" name="Line 27">
                <a:extLst>
                  <a:ext uri="{FF2B5EF4-FFF2-40B4-BE49-F238E27FC236}">
                    <a16:creationId xmlns:a16="http://schemas.microsoft.com/office/drawing/2014/main" id="{43DE2EB7-F632-9F6E-52C4-7BB2BCEB19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1570"/>
                <a:ext cx="182" cy="0"/>
              </a:xfrm>
              <a:prstGeom prst="line">
                <a:avLst/>
              </a:prstGeom>
              <a:grp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  <p:sp>
            <p:nvSpPr>
              <p:cNvPr id="3129" name="Line 28">
                <a:extLst>
                  <a:ext uri="{FF2B5EF4-FFF2-40B4-BE49-F238E27FC236}">
                    <a16:creationId xmlns:a16="http://schemas.microsoft.com/office/drawing/2014/main" id="{8056808D-823D-1AA4-7CED-2F3E6FFA47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1570"/>
                <a:ext cx="0" cy="1089"/>
              </a:xfrm>
              <a:prstGeom prst="line">
                <a:avLst/>
              </a:prstGeom>
              <a:grp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  <p:sp>
            <p:nvSpPr>
              <p:cNvPr id="3130" name="Line 29">
                <a:extLst>
                  <a:ext uri="{FF2B5EF4-FFF2-40B4-BE49-F238E27FC236}">
                    <a16:creationId xmlns:a16="http://schemas.microsoft.com/office/drawing/2014/main" id="{19CDE4F9-9583-7339-5E7B-D4C8B3C708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2659"/>
                <a:ext cx="182" cy="0"/>
              </a:xfrm>
              <a:prstGeom prst="line">
                <a:avLst/>
              </a:prstGeom>
              <a:grp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</p:grpSp>
        <p:sp>
          <p:nvSpPr>
            <p:cNvPr id="156678" name="Text Box 3">
              <a:extLst>
                <a:ext uri="{FF2B5EF4-FFF2-40B4-BE49-F238E27FC236}">
                  <a16:creationId xmlns:a16="http://schemas.microsoft.com/office/drawing/2014/main" id="{F5C92F25-7598-3E4D-0D0D-1E1F9C9F23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079497" y="746266"/>
              <a:ext cx="2508226" cy="348859"/>
            </a:xfrm>
            <a:prstGeom prst="rect">
              <a:avLst/>
            </a:prstGeom>
            <a:grp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劳动力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黑体" pitchFamily="49" charset="-122"/>
                  <a:ea typeface="黑体" pitchFamily="49" charset="-122"/>
                  <a:cs typeface="Arial"/>
                  <a:sym typeface="Wingdings" panose="05000000000000000000" pitchFamily="2" charset="2"/>
                </a:rPr>
                <a:t>：（素质技能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）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就业</a:t>
              </a:r>
            </a:p>
          </p:txBody>
        </p:sp>
        <p:sp>
          <p:nvSpPr>
            <p:cNvPr id="156679" name="Text Box 3">
              <a:extLst>
                <a:ext uri="{FF2B5EF4-FFF2-40B4-BE49-F238E27FC236}">
                  <a16:creationId xmlns:a16="http://schemas.microsoft.com/office/drawing/2014/main" id="{6F7EEBAE-239A-3000-49C7-4F38710F40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166280" y="1217899"/>
              <a:ext cx="2564765" cy="369380"/>
            </a:xfrm>
            <a:prstGeom prst="rect">
              <a:avLst/>
            </a:prstGeom>
            <a:grp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创新：技术、知识、数据</a:t>
              </a:r>
            </a:p>
          </p:txBody>
        </p:sp>
      </p:grpSp>
      <p:sp>
        <p:nvSpPr>
          <p:cNvPr id="156680" name="Text Box 3">
            <a:extLst>
              <a:ext uri="{FF2B5EF4-FFF2-40B4-BE49-F238E27FC236}">
                <a16:creationId xmlns:a16="http://schemas.microsoft.com/office/drawing/2014/main" id="{9CF37BAB-BA4D-FBA6-E5B2-F041F9D486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19" y="1886938"/>
            <a:ext cx="2662969" cy="27699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管理：规模经济、物流库存交易成本</a:t>
            </a:r>
          </a:p>
        </p:txBody>
      </p:sp>
      <p:sp>
        <p:nvSpPr>
          <p:cNvPr id="44037" name="Line 25">
            <a:extLst>
              <a:ext uri="{FF2B5EF4-FFF2-40B4-BE49-F238E27FC236}">
                <a16:creationId xmlns:a16="http://schemas.microsoft.com/office/drawing/2014/main" id="{E9FAE957-4714-8E99-ABE5-E031BD3B2D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49984" y="1814723"/>
            <a:ext cx="16190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grpSp>
        <p:nvGrpSpPr>
          <p:cNvPr id="44038" name="Group 21">
            <a:extLst>
              <a:ext uri="{FF2B5EF4-FFF2-40B4-BE49-F238E27FC236}">
                <a16:creationId xmlns:a16="http://schemas.microsoft.com/office/drawing/2014/main" id="{75DA474F-6FCB-ADC0-7450-CCACD7E0345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622992" y="1724247"/>
            <a:ext cx="152380" cy="2826970"/>
            <a:chOff x="3424" y="1570"/>
            <a:chExt cx="182" cy="1089"/>
          </a:xfrm>
        </p:grpSpPr>
        <p:sp>
          <p:nvSpPr>
            <p:cNvPr id="44163" name="Line 22">
              <a:extLst>
                <a:ext uri="{FF2B5EF4-FFF2-40B4-BE49-F238E27FC236}">
                  <a16:creationId xmlns:a16="http://schemas.microsoft.com/office/drawing/2014/main" id="{25A1F3FC-A4AA-CED0-4EB9-6F55889E65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1570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64" name="Line 23">
              <a:extLst>
                <a:ext uri="{FF2B5EF4-FFF2-40B4-BE49-F238E27FC236}">
                  <a16:creationId xmlns:a16="http://schemas.microsoft.com/office/drawing/2014/main" id="{881D1F55-73B9-DD11-BA13-709B7C223D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1570"/>
              <a:ext cx="0" cy="108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65" name="Line 24">
              <a:extLst>
                <a:ext uri="{FF2B5EF4-FFF2-40B4-BE49-F238E27FC236}">
                  <a16:creationId xmlns:a16="http://schemas.microsoft.com/office/drawing/2014/main" id="{24DEECC5-BD6F-7AC8-6D96-EB4C931D9A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2659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44039" name="Line 25">
            <a:extLst>
              <a:ext uri="{FF2B5EF4-FFF2-40B4-BE49-F238E27FC236}">
                <a16:creationId xmlns:a16="http://schemas.microsoft.com/office/drawing/2014/main" id="{4DB9CAA0-DD8A-D409-3DA7-2445982822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30930" y="3344875"/>
            <a:ext cx="16190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40" name="Text Box 6">
            <a:extLst>
              <a:ext uri="{FF2B5EF4-FFF2-40B4-BE49-F238E27FC236}">
                <a16:creationId xmlns:a16="http://schemas.microsoft.com/office/drawing/2014/main" id="{CEC5BCD3-2E90-A6E9-8EFB-A5A30D26AE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9882" y="2967099"/>
            <a:ext cx="430887" cy="909519"/>
          </a:xfrm>
          <a:prstGeom prst="rect">
            <a:avLst/>
          </a:prstGeom>
          <a:solidFill>
            <a:srgbClr val="0099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Arial"/>
              </a:rPr>
              <a:t>供给侧</a:t>
            </a:r>
          </a:p>
        </p:txBody>
      </p:sp>
      <p:sp>
        <p:nvSpPr>
          <p:cNvPr id="44041" name="Text Box 6">
            <a:extLst>
              <a:ext uri="{FF2B5EF4-FFF2-40B4-BE49-F238E27FC236}">
                <a16:creationId xmlns:a16="http://schemas.microsoft.com/office/drawing/2014/main" id="{F3001918-FF74-4E66-0D01-FC7CE38C31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4317" y="2949639"/>
            <a:ext cx="430887" cy="911107"/>
          </a:xfrm>
          <a:prstGeom prst="rect">
            <a:avLst/>
          </a:prstGeom>
          <a:solidFill>
            <a:srgbClr val="92D05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Arial"/>
              </a:rPr>
              <a:t>需求侧</a:t>
            </a:r>
          </a:p>
        </p:txBody>
      </p:sp>
      <p:sp>
        <p:nvSpPr>
          <p:cNvPr id="44042" name="Line 25">
            <a:extLst>
              <a:ext uri="{FF2B5EF4-FFF2-40B4-BE49-F238E27FC236}">
                <a16:creationId xmlns:a16="http://schemas.microsoft.com/office/drawing/2014/main" id="{512DE623-FE69-DF58-EB26-E8B414732EA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6800" y="2773450"/>
            <a:ext cx="376189" cy="204761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82" name="Text Box 3">
            <a:extLst>
              <a:ext uri="{FF2B5EF4-FFF2-40B4-BE49-F238E27FC236}">
                <a16:creationId xmlns:a16="http://schemas.microsoft.com/office/drawing/2014/main" id="{7E801CF2-2166-6434-21F6-5F7772A5C8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0289" y="2467101"/>
            <a:ext cx="922218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国内市场</a:t>
            </a:r>
          </a:p>
        </p:txBody>
      </p:sp>
      <p:sp>
        <p:nvSpPr>
          <p:cNvPr id="44044" name="Line 15">
            <a:extLst>
              <a:ext uri="{FF2B5EF4-FFF2-40B4-BE49-F238E27FC236}">
                <a16:creationId xmlns:a16="http://schemas.microsoft.com/office/drawing/2014/main" id="{C3D46304-9DA9-8C40-C11D-0CB7571294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27748" y="4630584"/>
            <a:ext cx="0" cy="376189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grpSp>
        <p:nvGrpSpPr>
          <p:cNvPr id="44045" name="Group 2">
            <a:extLst>
              <a:ext uri="{FF2B5EF4-FFF2-40B4-BE49-F238E27FC236}">
                <a16:creationId xmlns:a16="http://schemas.microsoft.com/office/drawing/2014/main" id="{E2DFB756-0079-BDD9-9728-131CB811036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039451" y="3127550"/>
            <a:ext cx="77963" cy="1855412"/>
            <a:chOff x="0" y="0"/>
            <a:chExt cx="182" cy="1089"/>
          </a:xfrm>
        </p:grpSpPr>
        <p:sp>
          <p:nvSpPr>
            <p:cNvPr id="44160" name="Line 27">
              <a:extLst>
                <a:ext uri="{FF2B5EF4-FFF2-40B4-BE49-F238E27FC236}">
                  <a16:creationId xmlns:a16="http://schemas.microsoft.com/office/drawing/2014/main" id="{785C0897-598E-95D1-EA6F-AC2534B4D9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61" name="Line 28">
              <a:extLst>
                <a:ext uri="{FF2B5EF4-FFF2-40B4-BE49-F238E27FC236}">
                  <a16:creationId xmlns:a16="http://schemas.microsoft.com/office/drawing/2014/main" id="{D70B2EF0-82D6-8133-6EDB-6C27EFA5F8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108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62" name="Line 29">
              <a:extLst>
                <a:ext uri="{FF2B5EF4-FFF2-40B4-BE49-F238E27FC236}">
                  <a16:creationId xmlns:a16="http://schemas.microsoft.com/office/drawing/2014/main" id="{E3C1C3F1-BC94-4C9B-916A-8521A9738D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089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156703" name="Text Box 3">
            <a:extLst>
              <a:ext uri="{FF2B5EF4-FFF2-40B4-BE49-F238E27FC236}">
                <a16:creationId xmlns:a16="http://schemas.microsoft.com/office/drawing/2014/main" id="{C6B1C6E8-7CBD-C5E3-E44F-019503DC54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3930" y="1208422"/>
            <a:ext cx="1028566" cy="17543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走：开放包容普惠平衡共赢的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…</a:t>
            </a:r>
          </a:p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依托我国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00FF00"/>
                </a:highlight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超大规模市场优势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，促进国际合作，实现互利共赢</a:t>
            </a:r>
          </a:p>
        </p:txBody>
      </p:sp>
      <p:sp>
        <p:nvSpPr>
          <p:cNvPr id="44047" name="Text Box 3">
            <a:extLst>
              <a:ext uri="{FF2B5EF4-FFF2-40B4-BE49-F238E27FC236}">
                <a16:creationId xmlns:a16="http://schemas.microsoft.com/office/drawing/2014/main" id="{A671722C-C036-8AE5-E662-290760C48B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3999" y="5095354"/>
            <a:ext cx="642854" cy="276999"/>
          </a:xfrm>
          <a:prstGeom prst="rect">
            <a:avLst/>
          </a:prstGeom>
          <a:solidFill>
            <a:srgbClr val="FFC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投资</a:t>
            </a:r>
          </a:p>
        </p:txBody>
      </p:sp>
      <p:sp>
        <p:nvSpPr>
          <p:cNvPr id="44048" name="Text Box 3">
            <a:extLst>
              <a:ext uri="{FF2B5EF4-FFF2-40B4-BE49-F238E27FC236}">
                <a16:creationId xmlns:a16="http://schemas.microsoft.com/office/drawing/2014/main" id="{B091C88D-3CD5-B124-CC86-98D524038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5970" y="3209120"/>
            <a:ext cx="642854" cy="276999"/>
          </a:xfrm>
          <a:prstGeom prst="rect">
            <a:avLst/>
          </a:prstGeom>
          <a:solidFill>
            <a:srgbClr val="FFC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消费</a:t>
            </a:r>
          </a:p>
        </p:txBody>
      </p:sp>
      <p:grpSp>
        <p:nvGrpSpPr>
          <p:cNvPr id="44049" name="Group 18">
            <a:extLst>
              <a:ext uri="{FF2B5EF4-FFF2-40B4-BE49-F238E27FC236}">
                <a16:creationId xmlns:a16="http://schemas.microsoft.com/office/drawing/2014/main" id="{B682AE8C-30FB-2E94-B034-6906F668B83A}"/>
              </a:ext>
            </a:extLst>
          </p:cNvPr>
          <p:cNvGrpSpPr>
            <a:grpSpLocks/>
          </p:cNvGrpSpPr>
          <p:nvPr/>
        </p:nvGrpSpPr>
        <p:grpSpPr bwMode="auto">
          <a:xfrm>
            <a:off x="7418216" y="1724248"/>
            <a:ext cx="126984" cy="3820615"/>
            <a:chOff x="0" y="0"/>
            <a:chExt cx="182" cy="1089"/>
          </a:xfrm>
        </p:grpSpPr>
        <p:sp>
          <p:nvSpPr>
            <p:cNvPr id="44157" name="Line 27">
              <a:extLst>
                <a:ext uri="{FF2B5EF4-FFF2-40B4-BE49-F238E27FC236}">
                  <a16:creationId xmlns:a16="http://schemas.microsoft.com/office/drawing/2014/main" id="{662E5D55-C207-A5B4-87FA-523549A512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58" name="Line 28">
              <a:extLst>
                <a:ext uri="{FF2B5EF4-FFF2-40B4-BE49-F238E27FC236}">
                  <a16:creationId xmlns:a16="http://schemas.microsoft.com/office/drawing/2014/main" id="{01CD8CE6-0DD4-80E0-BF41-449EBB42E8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108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59" name="Line 29">
              <a:extLst>
                <a:ext uri="{FF2B5EF4-FFF2-40B4-BE49-F238E27FC236}">
                  <a16:creationId xmlns:a16="http://schemas.microsoft.com/office/drawing/2014/main" id="{6E28A80B-64D2-A7A1-02C6-311286423C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089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44050" name="Line 25">
            <a:extLst>
              <a:ext uri="{FF2B5EF4-FFF2-40B4-BE49-F238E27FC236}">
                <a16:creationId xmlns:a16="http://schemas.microsoft.com/office/drawing/2014/main" id="{B0366A4C-02DC-68DB-87AE-63BB9EE4E615}"/>
              </a:ext>
            </a:extLst>
          </p:cNvPr>
          <p:cNvSpPr>
            <a:spLocks noChangeShapeType="1"/>
          </p:cNvSpPr>
          <p:nvPr/>
        </p:nvSpPr>
        <p:spPr bwMode="auto">
          <a:xfrm>
            <a:off x="9821379" y="3600428"/>
            <a:ext cx="23809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51" name="Text Box 3">
            <a:extLst>
              <a:ext uri="{FF2B5EF4-FFF2-40B4-BE49-F238E27FC236}">
                <a16:creationId xmlns:a16="http://schemas.microsoft.com/office/drawing/2014/main" id="{72D8715F-0603-F3AE-089C-79352F958D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2810" y="4397249"/>
            <a:ext cx="299999" cy="1015663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国内大循环</a:t>
            </a:r>
          </a:p>
        </p:txBody>
      </p:sp>
      <p:grpSp>
        <p:nvGrpSpPr>
          <p:cNvPr id="44052" name="Group 57">
            <a:extLst>
              <a:ext uri="{FF2B5EF4-FFF2-40B4-BE49-F238E27FC236}">
                <a16:creationId xmlns:a16="http://schemas.microsoft.com/office/drawing/2014/main" id="{1C1D835E-FE64-66E8-33FF-453CFAA2A314}"/>
              </a:ext>
            </a:extLst>
          </p:cNvPr>
          <p:cNvGrpSpPr>
            <a:grpSpLocks/>
          </p:cNvGrpSpPr>
          <p:nvPr/>
        </p:nvGrpSpPr>
        <p:grpSpPr bwMode="auto">
          <a:xfrm>
            <a:off x="8581702" y="1053047"/>
            <a:ext cx="45713" cy="1133896"/>
            <a:chOff x="0" y="0"/>
            <a:chExt cx="182" cy="1089"/>
          </a:xfrm>
        </p:grpSpPr>
        <p:sp>
          <p:nvSpPr>
            <p:cNvPr id="44154" name="Line 27">
              <a:extLst>
                <a:ext uri="{FF2B5EF4-FFF2-40B4-BE49-F238E27FC236}">
                  <a16:creationId xmlns:a16="http://schemas.microsoft.com/office/drawing/2014/main" id="{1C1D3155-C0B6-A88D-DE03-16765EA182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55" name="Line 28">
              <a:extLst>
                <a:ext uri="{FF2B5EF4-FFF2-40B4-BE49-F238E27FC236}">
                  <a16:creationId xmlns:a16="http://schemas.microsoft.com/office/drawing/2014/main" id="{2B683948-3CBF-53D7-2FB0-EE84276B21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108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56" name="Line 29">
              <a:extLst>
                <a:ext uri="{FF2B5EF4-FFF2-40B4-BE49-F238E27FC236}">
                  <a16:creationId xmlns:a16="http://schemas.microsoft.com/office/drawing/2014/main" id="{E6FB8B3B-74DE-9873-AE81-F4C4DF8BFB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089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44053" name="Line 25">
            <a:extLst>
              <a:ext uri="{FF2B5EF4-FFF2-40B4-BE49-F238E27FC236}">
                <a16:creationId xmlns:a16="http://schemas.microsoft.com/office/drawing/2014/main" id="{CA2971AD-9A48-6F7C-7A4A-9C056F028F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64242" y="1906786"/>
            <a:ext cx="120634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156712" name="Text Box 3">
            <a:extLst>
              <a:ext uri="{FF2B5EF4-FFF2-40B4-BE49-F238E27FC236}">
                <a16:creationId xmlns:a16="http://schemas.microsoft.com/office/drawing/2014/main" id="{4C5C7FB7-DFF0-72F0-E401-209014CE64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4560" y="1322664"/>
            <a:ext cx="576188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质量技术品牌服务</a:t>
            </a:r>
          </a:p>
        </p:txBody>
      </p:sp>
      <p:sp>
        <p:nvSpPr>
          <p:cNvPr id="156713" name="Text Box 3">
            <a:extLst>
              <a:ext uri="{FF2B5EF4-FFF2-40B4-BE49-F238E27FC236}">
                <a16:creationId xmlns:a16="http://schemas.microsoft.com/office/drawing/2014/main" id="{DECF3775-FAC7-D982-7A1B-E9412DB492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4560" y="1951230"/>
            <a:ext cx="634918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对外经济发展方式</a:t>
            </a:r>
          </a:p>
        </p:txBody>
      </p:sp>
      <p:sp>
        <p:nvSpPr>
          <p:cNvPr id="44056" name="Text Box 3">
            <a:extLst>
              <a:ext uri="{FF2B5EF4-FFF2-40B4-BE49-F238E27FC236}">
                <a16:creationId xmlns:a16="http://schemas.microsoft.com/office/drawing/2014/main" id="{65B0748E-ED15-5D6D-AE57-3CA5BB247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6641" y="5067087"/>
            <a:ext cx="1753959" cy="461665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党和政府：经济职能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完善公共服务、设施</a:t>
            </a:r>
          </a:p>
        </p:txBody>
      </p:sp>
      <p:sp>
        <p:nvSpPr>
          <p:cNvPr id="44057" name="Line 25">
            <a:extLst>
              <a:ext uri="{FF2B5EF4-FFF2-40B4-BE49-F238E27FC236}">
                <a16:creationId xmlns:a16="http://schemas.microsoft.com/office/drawing/2014/main" id="{0AE6E9EC-50B5-7514-4FF8-2B0890D34F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86476" y="3981379"/>
            <a:ext cx="282539" cy="100158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58" name="Line 30">
            <a:extLst>
              <a:ext uri="{FF2B5EF4-FFF2-40B4-BE49-F238E27FC236}">
                <a16:creationId xmlns:a16="http://schemas.microsoft.com/office/drawing/2014/main" id="{CDBD6AB5-0BDA-B5B7-C7E4-E730CF3EC53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084895" y="3981378"/>
            <a:ext cx="431744" cy="107459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156721" name="Text Box 3">
            <a:extLst>
              <a:ext uri="{FF2B5EF4-FFF2-40B4-BE49-F238E27FC236}">
                <a16:creationId xmlns:a16="http://schemas.microsoft.com/office/drawing/2014/main" id="{A9332BD9-88C1-7E9A-3A24-1815242951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7385" y="1059342"/>
            <a:ext cx="2468242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开放理念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：两种资源和两个市场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/>
            </a:endParaRPr>
          </a:p>
          <a:p>
            <a:pPr marL="0" marR="0" lvl="0" indent="0" algn="ctr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引进来和走出去</a:t>
            </a:r>
          </a:p>
        </p:txBody>
      </p:sp>
      <p:sp>
        <p:nvSpPr>
          <p:cNvPr id="44060" name="Text Box 3">
            <a:extLst>
              <a:ext uri="{FF2B5EF4-FFF2-40B4-BE49-F238E27FC236}">
                <a16:creationId xmlns:a16="http://schemas.microsoft.com/office/drawing/2014/main" id="{50F1315D-E48A-564D-8A3C-A2E5859E1B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0781" y="3209120"/>
            <a:ext cx="1939673" cy="446276"/>
          </a:xfrm>
          <a:prstGeom prst="rect">
            <a:avLst/>
          </a:prstGeom>
          <a:solidFill>
            <a:srgbClr val="0099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企业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A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（商品）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所有：公有（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国有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）和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非公</a:t>
            </a:r>
          </a:p>
        </p:txBody>
      </p:sp>
      <p:sp>
        <p:nvSpPr>
          <p:cNvPr id="44061" name="Text Box 3">
            <a:extLst>
              <a:ext uri="{FF2B5EF4-FFF2-40B4-BE49-F238E27FC236}">
                <a16:creationId xmlns:a16="http://schemas.microsoft.com/office/drawing/2014/main" id="{65F50442-23AD-5C51-7B9C-2EB670E45C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2468" y="4374224"/>
            <a:ext cx="1265763" cy="461665"/>
          </a:xfrm>
          <a:prstGeom prst="rect">
            <a:avLst/>
          </a:prstGeom>
          <a:solidFill>
            <a:srgbClr val="0099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现代化经济体系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高质量发展</a:t>
            </a:r>
          </a:p>
        </p:txBody>
      </p:sp>
      <p:grpSp>
        <p:nvGrpSpPr>
          <p:cNvPr id="44062" name="组合 71">
            <a:extLst>
              <a:ext uri="{FF2B5EF4-FFF2-40B4-BE49-F238E27FC236}">
                <a16:creationId xmlns:a16="http://schemas.microsoft.com/office/drawing/2014/main" id="{16DCEF5F-AAE9-9497-26F6-AA951CF25DDD}"/>
              </a:ext>
            </a:extLst>
          </p:cNvPr>
          <p:cNvGrpSpPr>
            <a:grpSpLocks/>
          </p:cNvGrpSpPr>
          <p:nvPr/>
        </p:nvGrpSpPr>
        <p:grpSpPr bwMode="auto">
          <a:xfrm>
            <a:off x="1209540" y="3761453"/>
            <a:ext cx="3592807" cy="1856307"/>
            <a:chOff x="-1384084" y="683460"/>
            <a:chExt cx="4327147" cy="2969404"/>
          </a:xfrm>
        </p:grpSpPr>
        <p:grpSp>
          <p:nvGrpSpPr>
            <p:cNvPr id="75" name="Group 26">
              <a:extLst>
                <a:ext uri="{FF2B5EF4-FFF2-40B4-BE49-F238E27FC236}">
                  <a16:creationId xmlns:a16="http://schemas.microsoft.com/office/drawing/2014/main" id="{FA7EFC29-28DB-D614-37DE-812326867A27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063028" y="887386"/>
              <a:ext cx="412628" cy="2424316"/>
              <a:chOff x="3424" y="1562"/>
              <a:chExt cx="581" cy="1109"/>
            </a:xfrm>
            <a:solidFill>
              <a:srgbClr val="92D050"/>
            </a:solidFill>
          </p:grpSpPr>
          <p:sp>
            <p:nvSpPr>
              <p:cNvPr id="78" name="Line 27">
                <a:extLst>
                  <a:ext uri="{FF2B5EF4-FFF2-40B4-BE49-F238E27FC236}">
                    <a16:creationId xmlns:a16="http://schemas.microsoft.com/office/drawing/2014/main" id="{260790FA-F95C-C2EF-1ACE-E0278ADF2E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06" y="1562"/>
                <a:ext cx="399" cy="8"/>
              </a:xfrm>
              <a:prstGeom prst="line">
                <a:avLst/>
              </a:prstGeom>
              <a:grp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  <p:sp>
            <p:nvSpPr>
              <p:cNvPr id="79" name="Line 28">
                <a:extLst>
                  <a:ext uri="{FF2B5EF4-FFF2-40B4-BE49-F238E27FC236}">
                    <a16:creationId xmlns:a16="http://schemas.microsoft.com/office/drawing/2014/main" id="{F52153DD-C393-DFF6-8F38-B7BA55753F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79" y="1582"/>
                <a:ext cx="0" cy="1089"/>
              </a:xfrm>
              <a:prstGeom prst="line">
                <a:avLst/>
              </a:prstGeom>
              <a:grp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  <p:sp>
            <p:nvSpPr>
              <p:cNvPr id="80" name="Line 29">
                <a:extLst>
                  <a:ext uri="{FF2B5EF4-FFF2-40B4-BE49-F238E27FC236}">
                    <a16:creationId xmlns:a16="http://schemas.microsoft.com/office/drawing/2014/main" id="{CA492FAC-E40C-A73C-1BBA-45F5C7658E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2659"/>
                <a:ext cx="182" cy="0"/>
              </a:xfrm>
              <a:prstGeom prst="line">
                <a:avLst/>
              </a:prstGeom>
              <a:grp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  <p:sp>
            <p:nvSpPr>
              <p:cNvPr id="8" name="Line 27">
                <a:extLst>
                  <a:ext uri="{FF2B5EF4-FFF2-40B4-BE49-F238E27FC236}">
                    <a16:creationId xmlns:a16="http://schemas.microsoft.com/office/drawing/2014/main" id="{FCC8D144-E4F5-0291-BA5D-A7C6EA0560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47" y="2651"/>
                <a:ext cx="328" cy="8"/>
              </a:xfrm>
              <a:prstGeom prst="line">
                <a:avLst/>
              </a:prstGeom>
              <a:grp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</p:grpSp>
        <p:sp>
          <p:nvSpPr>
            <p:cNvPr id="76" name="Text Box 3">
              <a:extLst>
                <a:ext uri="{FF2B5EF4-FFF2-40B4-BE49-F238E27FC236}">
                  <a16:creationId xmlns:a16="http://schemas.microsoft.com/office/drawing/2014/main" id="{DA7240B7-A932-9662-C691-DC3C55C728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384084" y="683460"/>
              <a:ext cx="2530102" cy="118158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协调：产业结构优化；新型工业化、农业现代化、信息化和城镇化</a:t>
              </a:r>
            </a:p>
          </p:txBody>
        </p:sp>
        <p:sp>
          <p:nvSpPr>
            <p:cNvPr id="77" name="Text Box 3">
              <a:extLst>
                <a:ext uri="{FF2B5EF4-FFF2-40B4-BE49-F238E27FC236}">
                  <a16:creationId xmlns:a16="http://schemas.microsoft.com/office/drawing/2014/main" id="{857FDD87-BCD7-847E-45BC-308A660AC3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7187" y="2725475"/>
              <a:ext cx="1605876" cy="73849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协调：城乡区域协调发展战略</a:t>
              </a:r>
            </a:p>
          </p:txBody>
        </p:sp>
        <p:sp>
          <p:nvSpPr>
            <p:cNvPr id="129" name="Text Box 3">
              <a:extLst>
                <a:ext uri="{FF2B5EF4-FFF2-40B4-BE49-F238E27FC236}">
                  <a16:creationId xmlns:a16="http://schemas.microsoft.com/office/drawing/2014/main" id="{E9801E20-E5CB-7208-4456-758311D3C8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263921" y="2618974"/>
              <a:ext cx="2442163" cy="103389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协调：虚拟经济和实体经济</a:t>
              </a:r>
              <a:endPara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endParaRPr>
            </a:p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大数据、人工智能、人力资源、现代金融</a:t>
              </a:r>
            </a:p>
          </p:txBody>
        </p:sp>
      </p:grpSp>
      <p:grpSp>
        <p:nvGrpSpPr>
          <p:cNvPr id="44063" name="组合 80">
            <a:extLst>
              <a:ext uri="{FF2B5EF4-FFF2-40B4-BE49-F238E27FC236}">
                <a16:creationId xmlns:a16="http://schemas.microsoft.com/office/drawing/2014/main" id="{F2915649-B8BA-0E7A-C3DF-F24FB3314DA1}"/>
              </a:ext>
            </a:extLst>
          </p:cNvPr>
          <p:cNvGrpSpPr>
            <a:grpSpLocks/>
          </p:cNvGrpSpPr>
          <p:nvPr/>
        </p:nvGrpSpPr>
        <p:grpSpPr bwMode="auto">
          <a:xfrm>
            <a:off x="5503941" y="3503605"/>
            <a:ext cx="1020630" cy="276999"/>
            <a:chOff x="4605340" y="3929070"/>
            <a:chExt cx="1360487" cy="368298"/>
          </a:xfrm>
        </p:grpSpPr>
        <p:sp>
          <p:nvSpPr>
            <p:cNvPr id="44146" name="Line 25">
              <a:extLst>
                <a:ext uri="{FF2B5EF4-FFF2-40B4-BE49-F238E27FC236}">
                  <a16:creationId xmlns:a16="http://schemas.microsoft.com/office/drawing/2014/main" id="{9BCE1644-51A6-2DBD-9FEC-7333C0E1AC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5340" y="4214813"/>
              <a:ext cx="2159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47" name="Line 25">
              <a:extLst>
                <a:ext uri="{FF2B5EF4-FFF2-40B4-BE49-F238E27FC236}">
                  <a16:creationId xmlns:a16="http://schemas.microsoft.com/office/drawing/2014/main" id="{C4B74982-DA3C-1189-BC01-8142F20C00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49927" y="4214813"/>
              <a:ext cx="2159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stealth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48" name="Text Box 3">
              <a:extLst>
                <a:ext uri="{FF2B5EF4-FFF2-40B4-BE49-F238E27FC236}">
                  <a16:creationId xmlns:a16="http://schemas.microsoft.com/office/drawing/2014/main" id="{FA918B59-37FA-01E8-6B4E-844957E1F8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4265" y="3929070"/>
              <a:ext cx="695328" cy="368298"/>
            </a:xfrm>
            <a:prstGeom prst="rect">
              <a:avLst/>
            </a:prstGeom>
            <a:solidFill>
              <a:srgbClr val="00CC66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Arial"/>
                </a:rPr>
                <a:t>价格</a:t>
              </a:r>
            </a:p>
          </p:txBody>
        </p:sp>
      </p:grpSp>
      <p:grpSp>
        <p:nvGrpSpPr>
          <p:cNvPr id="44064" name="组合 87">
            <a:extLst>
              <a:ext uri="{FF2B5EF4-FFF2-40B4-BE49-F238E27FC236}">
                <a16:creationId xmlns:a16="http://schemas.microsoft.com/office/drawing/2014/main" id="{8DBDE92A-2FF4-8975-E970-94B6F02C66DF}"/>
              </a:ext>
            </a:extLst>
          </p:cNvPr>
          <p:cNvGrpSpPr>
            <a:grpSpLocks/>
          </p:cNvGrpSpPr>
          <p:nvPr/>
        </p:nvGrpSpPr>
        <p:grpSpPr bwMode="auto">
          <a:xfrm>
            <a:off x="5503941" y="2913137"/>
            <a:ext cx="1020630" cy="461665"/>
            <a:chOff x="4605340" y="3929070"/>
            <a:chExt cx="1360487" cy="615235"/>
          </a:xfrm>
        </p:grpSpPr>
        <p:sp>
          <p:nvSpPr>
            <p:cNvPr id="44143" name="Line 25">
              <a:extLst>
                <a:ext uri="{FF2B5EF4-FFF2-40B4-BE49-F238E27FC236}">
                  <a16:creationId xmlns:a16="http://schemas.microsoft.com/office/drawing/2014/main" id="{FF31EEF0-6943-9EBB-F140-38D328E292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5340" y="4214813"/>
              <a:ext cx="2159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44" name="Line 25">
              <a:extLst>
                <a:ext uri="{FF2B5EF4-FFF2-40B4-BE49-F238E27FC236}">
                  <a16:creationId xmlns:a16="http://schemas.microsoft.com/office/drawing/2014/main" id="{0BC3184A-5349-131B-0FB3-85F2DFEEF1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49927" y="4214813"/>
              <a:ext cx="2159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stealth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45" name="Text Box 3">
              <a:extLst>
                <a:ext uri="{FF2B5EF4-FFF2-40B4-BE49-F238E27FC236}">
                  <a16:creationId xmlns:a16="http://schemas.microsoft.com/office/drawing/2014/main" id="{248D4E2A-E978-5C46-5885-F63C57B3DF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4265" y="3929070"/>
              <a:ext cx="695328" cy="615235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Arial"/>
                </a:rPr>
                <a:t>市场机制</a:t>
              </a:r>
            </a:p>
          </p:txBody>
        </p:sp>
      </p:grpSp>
      <p:sp>
        <p:nvSpPr>
          <p:cNvPr id="44065" name="Line 15">
            <a:extLst>
              <a:ext uri="{FF2B5EF4-FFF2-40B4-BE49-F238E27FC236}">
                <a16:creationId xmlns:a16="http://schemas.microsoft.com/office/drawing/2014/main" id="{05BF62C0-CF23-8BCA-06BF-F794AA9E20A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16635" y="3878205"/>
            <a:ext cx="0" cy="37777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66" name="Line 25">
            <a:extLst>
              <a:ext uri="{FF2B5EF4-FFF2-40B4-BE49-F238E27FC236}">
                <a16:creationId xmlns:a16="http://schemas.microsoft.com/office/drawing/2014/main" id="{20027AC3-0080-2330-F79C-0ED0CD2F5C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45202" y="3446461"/>
            <a:ext cx="16190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grpSp>
        <p:nvGrpSpPr>
          <p:cNvPr id="44067" name="组合 98">
            <a:extLst>
              <a:ext uri="{FF2B5EF4-FFF2-40B4-BE49-F238E27FC236}">
                <a16:creationId xmlns:a16="http://schemas.microsoft.com/office/drawing/2014/main" id="{61A7EC6F-1C0A-5DF5-78D6-E8B358E04C65}"/>
              </a:ext>
            </a:extLst>
          </p:cNvPr>
          <p:cNvGrpSpPr>
            <a:grpSpLocks/>
          </p:cNvGrpSpPr>
          <p:nvPr/>
        </p:nvGrpSpPr>
        <p:grpSpPr bwMode="auto">
          <a:xfrm>
            <a:off x="3680142" y="5520132"/>
            <a:ext cx="4844417" cy="952269"/>
            <a:chOff x="2055695" y="6001358"/>
            <a:chExt cx="6458177" cy="1272202"/>
          </a:xfrm>
        </p:grpSpPr>
        <p:sp>
          <p:nvSpPr>
            <p:cNvPr id="44135" name="Text Box 3">
              <a:extLst>
                <a:ext uri="{FF2B5EF4-FFF2-40B4-BE49-F238E27FC236}">
                  <a16:creationId xmlns:a16="http://schemas.microsoft.com/office/drawing/2014/main" id="{2EC51F4F-AF11-AE62-29DA-7EB9743745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5695" y="6269249"/>
              <a:ext cx="1533117" cy="411181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99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Arial"/>
                </a:rPr>
                <a:t>新发展理念</a:t>
              </a:r>
            </a:p>
          </p:txBody>
        </p:sp>
        <p:sp>
          <p:nvSpPr>
            <p:cNvPr id="44136" name="Text Box 3">
              <a:extLst>
                <a:ext uri="{FF2B5EF4-FFF2-40B4-BE49-F238E27FC236}">
                  <a16:creationId xmlns:a16="http://schemas.microsoft.com/office/drawing/2014/main" id="{DD3AA6B5-FE30-A499-6207-462BA0E7DC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7295" y="6286728"/>
              <a:ext cx="2148791" cy="986832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Arial"/>
                </a:rPr>
                <a:t>宏调：</a:t>
              </a: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Arial"/>
                </a:rPr>
                <a:t>经济增长、就业、物价稳定、国际收支平衡</a:t>
              </a:r>
              <a:endPara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endParaRPr>
            </a:p>
          </p:txBody>
        </p:sp>
        <p:sp>
          <p:nvSpPr>
            <p:cNvPr id="44137" name="Text Box 3">
              <a:extLst>
                <a:ext uri="{FF2B5EF4-FFF2-40B4-BE49-F238E27FC236}">
                  <a16:creationId xmlns:a16="http://schemas.microsoft.com/office/drawing/2014/main" id="{BBE339AE-B81B-9FFE-A983-5B3BAFA835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96924" y="6269267"/>
              <a:ext cx="1916948" cy="411181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Arial"/>
                </a:rPr>
                <a:t>财政和货币政策</a:t>
              </a: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endParaRPr>
            </a:p>
          </p:txBody>
        </p:sp>
        <p:grpSp>
          <p:nvGrpSpPr>
            <p:cNvPr id="44138" name="Group 16">
              <a:extLst>
                <a:ext uri="{FF2B5EF4-FFF2-40B4-BE49-F238E27FC236}">
                  <a16:creationId xmlns:a16="http://schemas.microsoft.com/office/drawing/2014/main" id="{2142CADF-99A8-EE81-3890-D9845E92C45F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 flipH="1" flipV="1">
              <a:off x="5128199" y="4313450"/>
              <a:ext cx="119856" cy="3810000"/>
              <a:chOff x="3424" y="1570"/>
              <a:chExt cx="182" cy="1089"/>
            </a:xfrm>
          </p:grpSpPr>
          <p:sp>
            <p:nvSpPr>
              <p:cNvPr id="44140" name="Line 17">
                <a:extLst>
                  <a:ext uri="{FF2B5EF4-FFF2-40B4-BE49-F238E27FC236}">
                    <a16:creationId xmlns:a16="http://schemas.microsoft.com/office/drawing/2014/main" id="{5ABEA452-6E86-EAD4-ABF5-E4C6563B6C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1570"/>
                <a:ext cx="18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  <p:sp>
            <p:nvSpPr>
              <p:cNvPr id="44141" name="Line 18">
                <a:extLst>
                  <a:ext uri="{FF2B5EF4-FFF2-40B4-BE49-F238E27FC236}">
                    <a16:creationId xmlns:a16="http://schemas.microsoft.com/office/drawing/2014/main" id="{AC5E0B88-162B-4F31-3B5F-8412B35330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1570"/>
                <a:ext cx="0" cy="1089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  <p:sp>
            <p:nvSpPr>
              <p:cNvPr id="44142" name="Line 19">
                <a:extLst>
                  <a:ext uri="{FF2B5EF4-FFF2-40B4-BE49-F238E27FC236}">
                    <a16:creationId xmlns:a16="http://schemas.microsoft.com/office/drawing/2014/main" id="{3D419DE6-3FB8-E6F7-C8FF-0F5385B0D8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2659"/>
                <a:ext cx="18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</p:grpSp>
        <p:sp>
          <p:nvSpPr>
            <p:cNvPr id="44139" name="Line 20">
              <a:extLst>
                <a:ext uri="{FF2B5EF4-FFF2-40B4-BE49-F238E27FC236}">
                  <a16:creationId xmlns:a16="http://schemas.microsoft.com/office/drawing/2014/main" id="{0610B239-5100-CBF8-E529-1015B183505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 flipH="1" flipV="1">
              <a:off x="5013376" y="6079940"/>
              <a:ext cx="157163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44068" name="Line 25">
            <a:extLst>
              <a:ext uri="{FF2B5EF4-FFF2-40B4-BE49-F238E27FC236}">
                <a16:creationId xmlns:a16="http://schemas.microsoft.com/office/drawing/2014/main" id="{43B06354-3C2A-FDCA-0D6B-03C2ED4CC06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99173" y="2749640"/>
            <a:ext cx="333333" cy="204762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grpSp>
        <p:nvGrpSpPr>
          <p:cNvPr id="44069" name="Group 57">
            <a:extLst>
              <a:ext uri="{FF2B5EF4-FFF2-40B4-BE49-F238E27FC236}">
                <a16:creationId xmlns:a16="http://schemas.microsoft.com/office/drawing/2014/main" id="{5F087883-45B1-6D20-4EF9-A9DADEAF61B2}"/>
              </a:ext>
            </a:extLst>
          </p:cNvPr>
          <p:cNvGrpSpPr>
            <a:grpSpLocks/>
          </p:cNvGrpSpPr>
          <p:nvPr/>
        </p:nvGrpSpPr>
        <p:grpSpPr bwMode="auto">
          <a:xfrm>
            <a:off x="8130930" y="4951740"/>
            <a:ext cx="85715" cy="571426"/>
            <a:chOff x="0" y="0"/>
            <a:chExt cx="182" cy="1089"/>
          </a:xfrm>
        </p:grpSpPr>
        <p:sp>
          <p:nvSpPr>
            <p:cNvPr id="44132" name="Line 27">
              <a:extLst>
                <a:ext uri="{FF2B5EF4-FFF2-40B4-BE49-F238E27FC236}">
                  <a16:creationId xmlns:a16="http://schemas.microsoft.com/office/drawing/2014/main" id="{A8EAC78F-949B-6327-0DF7-281422670B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33" name="Line 28">
              <a:extLst>
                <a:ext uri="{FF2B5EF4-FFF2-40B4-BE49-F238E27FC236}">
                  <a16:creationId xmlns:a16="http://schemas.microsoft.com/office/drawing/2014/main" id="{AB2BED0B-2832-9656-5017-B2811CF361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108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34" name="Line 29">
              <a:extLst>
                <a:ext uri="{FF2B5EF4-FFF2-40B4-BE49-F238E27FC236}">
                  <a16:creationId xmlns:a16="http://schemas.microsoft.com/office/drawing/2014/main" id="{F0A702A0-0DDE-5D99-51E0-ABFE1B3913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089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44070" name="Line 25">
            <a:extLst>
              <a:ext uri="{FF2B5EF4-FFF2-40B4-BE49-F238E27FC236}">
                <a16:creationId xmlns:a16="http://schemas.microsoft.com/office/drawing/2014/main" id="{5A0B02A2-1BDF-2501-FA97-E5CC1D4EAE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13470" y="5250151"/>
            <a:ext cx="120634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71" name="Text Box 3">
            <a:extLst>
              <a:ext uri="{FF2B5EF4-FFF2-40B4-BE49-F238E27FC236}">
                <a16:creationId xmlns:a16="http://schemas.microsoft.com/office/drawing/2014/main" id="{A6694E49-1F26-C978-F0D7-04DC4BDC5B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3788" y="4729519"/>
            <a:ext cx="853965" cy="261610"/>
          </a:xfrm>
          <a:prstGeom prst="rect">
            <a:avLst/>
          </a:prstGeom>
          <a:solidFill>
            <a:srgbClr val="0099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企业投资</a:t>
            </a: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B</a:t>
            </a:r>
            <a:endParaRPr kumimoji="0" lang="zh-CN" altLang="en-US" sz="11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</p:txBody>
      </p:sp>
      <p:sp>
        <p:nvSpPr>
          <p:cNvPr id="44072" name="Text Box 3">
            <a:extLst>
              <a:ext uri="{FF2B5EF4-FFF2-40B4-BE49-F238E27FC236}">
                <a16:creationId xmlns:a16="http://schemas.microsoft.com/office/drawing/2014/main" id="{DF3A601E-6D21-53D9-9942-6637EE5BF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3788" y="5294595"/>
            <a:ext cx="576188" cy="338554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政府财政投资</a:t>
            </a:r>
          </a:p>
        </p:txBody>
      </p:sp>
      <p:sp>
        <p:nvSpPr>
          <p:cNvPr id="44073" name="Line 25">
            <a:extLst>
              <a:ext uri="{FF2B5EF4-FFF2-40B4-BE49-F238E27FC236}">
                <a16:creationId xmlns:a16="http://schemas.microsoft.com/office/drawing/2014/main" id="{DC4CD851-A4BD-CC94-BC5F-D26848914A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30929" y="1746470"/>
            <a:ext cx="879361" cy="793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117" name="Text Box 3">
            <a:extLst>
              <a:ext uri="{FF2B5EF4-FFF2-40B4-BE49-F238E27FC236}">
                <a16:creationId xmlns:a16="http://schemas.microsoft.com/office/drawing/2014/main" id="{0B135505-4553-FF0C-BD34-05B818B0C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5472" y="1572212"/>
            <a:ext cx="922217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全球化</a:t>
            </a:r>
          </a:p>
        </p:txBody>
      </p:sp>
      <p:sp>
        <p:nvSpPr>
          <p:cNvPr id="44075" name="Line 25">
            <a:extLst>
              <a:ext uri="{FF2B5EF4-FFF2-40B4-BE49-F238E27FC236}">
                <a16:creationId xmlns:a16="http://schemas.microsoft.com/office/drawing/2014/main" id="{09E220F4-EA2D-3154-99FD-DBAC9D19751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24570" y="1754408"/>
            <a:ext cx="909520" cy="15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76" name="Text Box 3">
            <a:extLst>
              <a:ext uri="{FF2B5EF4-FFF2-40B4-BE49-F238E27FC236}">
                <a16:creationId xmlns:a16="http://schemas.microsoft.com/office/drawing/2014/main" id="{91A95F2D-69AF-FA3A-DB7D-B13ADA155B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67411" y="1642201"/>
            <a:ext cx="1555548" cy="307777"/>
          </a:xfrm>
          <a:prstGeom prst="rect">
            <a:avLst/>
          </a:prstGeom>
          <a:solidFill>
            <a:srgbClr val="0099FF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对外经济竞争力</a:t>
            </a:r>
          </a:p>
        </p:txBody>
      </p:sp>
      <p:sp>
        <p:nvSpPr>
          <p:cNvPr id="44077" name="Line 15">
            <a:extLst>
              <a:ext uri="{FF2B5EF4-FFF2-40B4-BE49-F238E27FC236}">
                <a16:creationId xmlns:a16="http://schemas.microsoft.com/office/drawing/2014/main" id="{86E54B59-25B5-69D5-F9B7-C824660739A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42033" y="2079803"/>
            <a:ext cx="0" cy="37777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78" name="Text Box 3">
            <a:extLst>
              <a:ext uri="{FF2B5EF4-FFF2-40B4-BE49-F238E27FC236}">
                <a16:creationId xmlns:a16="http://schemas.microsoft.com/office/drawing/2014/main" id="{5F17EFE6-2CE3-F280-AFAD-6E2C185A6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7437" y="1984562"/>
            <a:ext cx="1765816" cy="461665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全球治理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：参与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WTO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等规则制定和修改</a:t>
            </a:r>
          </a:p>
        </p:txBody>
      </p:sp>
      <p:sp>
        <p:nvSpPr>
          <p:cNvPr id="94" name="Text Box 6">
            <a:extLst>
              <a:ext uri="{FF2B5EF4-FFF2-40B4-BE49-F238E27FC236}">
                <a16:creationId xmlns:a16="http://schemas.microsoft.com/office/drawing/2014/main" id="{44CC273B-EB2E-5D61-DBB8-276A0C19C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456" y="2463926"/>
            <a:ext cx="400110" cy="59047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eaVert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91431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黑体" pitchFamily="49" charset="-122"/>
                <a:cs typeface="Arial"/>
              </a:rPr>
              <a:t>质量</a:t>
            </a:r>
          </a:p>
        </p:txBody>
      </p:sp>
      <p:sp>
        <p:nvSpPr>
          <p:cNvPr id="96" name="Text Box 6">
            <a:extLst>
              <a:ext uri="{FF2B5EF4-FFF2-40B4-BE49-F238E27FC236}">
                <a16:creationId xmlns:a16="http://schemas.microsoft.com/office/drawing/2014/main" id="{1DD8B57B-5F38-5AA3-E302-1A5B27BD8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3994" y="2463926"/>
            <a:ext cx="400110" cy="59047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eaVert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91431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黑体" pitchFamily="49" charset="-122"/>
                <a:cs typeface="Arial"/>
              </a:rPr>
              <a:t>成本</a:t>
            </a:r>
          </a:p>
        </p:txBody>
      </p:sp>
      <p:sp>
        <p:nvSpPr>
          <p:cNvPr id="97" name="Line 30">
            <a:extLst>
              <a:ext uri="{FF2B5EF4-FFF2-40B4-BE49-F238E27FC236}">
                <a16:creationId xmlns:a16="http://schemas.microsoft.com/office/drawing/2014/main" id="{85527326-8B1A-3D99-048E-FFF553079721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5936" y="2903570"/>
            <a:ext cx="1016809" cy="3840"/>
          </a:xfrm>
          <a:prstGeom prst="line">
            <a:avLst/>
          </a:prstGeom>
          <a:noFill/>
          <a:ln w="25400">
            <a:solidFill>
              <a:srgbClr val="7A05FB"/>
            </a:solidFill>
            <a:round/>
            <a:headEnd/>
            <a:tailEnd type="triangle" w="med" len="med"/>
          </a:ln>
          <a:scene3d>
            <a:camera prst="orthographicFront"/>
            <a:lightRig rig="threePt" dir="t"/>
          </a:scene3d>
          <a:sp3d extrusionH="76200">
            <a:extrusionClr>
              <a:srgbClr val="0000FF"/>
            </a:extrusionClr>
          </a:sp3d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85" name="Line 15">
            <a:extLst>
              <a:ext uri="{FF2B5EF4-FFF2-40B4-BE49-F238E27FC236}">
                <a16:creationId xmlns:a16="http://schemas.microsoft.com/office/drawing/2014/main" id="{0D8F78B5-038C-EED3-675B-2CE225D7A2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11883" y="1714724"/>
            <a:ext cx="0" cy="37777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86" name="Text Box 3">
            <a:extLst>
              <a:ext uri="{FF2B5EF4-FFF2-40B4-BE49-F238E27FC236}">
                <a16:creationId xmlns:a16="http://schemas.microsoft.com/office/drawing/2014/main" id="{06D2051E-D37C-56CD-4923-E19E9AE21C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0141" y="1654407"/>
            <a:ext cx="942853" cy="276999"/>
          </a:xfrm>
          <a:prstGeom prst="rect">
            <a:avLst/>
          </a:prstGeom>
          <a:solidFill>
            <a:srgbClr val="0099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生产要素</a:t>
            </a:r>
          </a:p>
        </p:txBody>
      </p:sp>
      <p:sp>
        <p:nvSpPr>
          <p:cNvPr id="44087" name="Line 15">
            <a:extLst>
              <a:ext uri="{FF2B5EF4-FFF2-40B4-BE49-F238E27FC236}">
                <a16:creationId xmlns:a16="http://schemas.microsoft.com/office/drawing/2014/main" id="{B39673F1-6EB8-28BA-C661-04A30E9FEA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97599" y="2089326"/>
            <a:ext cx="0" cy="37777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88" name="Text Box 3">
            <a:extLst>
              <a:ext uri="{FF2B5EF4-FFF2-40B4-BE49-F238E27FC236}">
                <a16:creationId xmlns:a16="http://schemas.microsoft.com/office/drawing/2014/main" id="{71FC4995-32DD-8C14-4BA6-322CC69417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6958" y="4576343"/>
            <a:ext cx="1464126" cy="461665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市场规则、秩序：质量、安全、产权</a:t>
            </a:r>
          </a:p>
        </p:txBody>
      </p:sp>
      <p:sp>
        <p:nvSpPr>
          <p:cNvPr id="128" name="Text Box 3">
            <a:extLst>
              <a:ext uri="{FF2B5EF4-FFF2-40B4-BE49-F238E27FC236}">
                <a16:creationId xmlns:a16="http://schemas.microsoft.com/office/drawing/2014/main" id="{36B808E5-581F-1442-ACF3-BC7CAB277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5529" y="3902360"/>
            <a:ext cx="3111413" cy="461665"/>
          </a:xfrm>
          <a:prstGeom prst="rect">
            <a:avLst/>
          </a:prstGeom>
          <a:solidFill>
            <a:srgbClr val="FFFF00"/>
          </a:solidFill>
          <a:ln w="9525">
            <a:solidFill>
              <a:srgbClr val="00B0F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7A05FB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供给侧和需求侧：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不平衡不充分与美好生活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/>
            </a:endParaRPr>
          </a:p>
          <a:p>
            <a:pPr marL="0" marR="0" lvl="0" indent="0" algn="ctr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00FF00"/>
                </a:highlight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质、量、速</a:t>
            </a:r>
          </a:p>
        </p:txBody>
      </p:sp>
      <p:sp>
        <p:nvSpPr>
          <p:cNvPr id="44090" name="Text Box 3">
            <a:extLst>
              <a:ext uri="{FF2B5EF4-FFF2-40B4-BE49-F238E27FC236}">
                <a16:creationId xmlns:a16="http://schemas.microsoft.com/office/drawing/2014/main" id="{91FD73C6-891B-55AC-4613-5B5DDE3E7F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9957" y="2596383"/>
            <a:ext cx="321417" cy="1384995"/>
          </a:xfrm>
          <a:prstGeom prst="rect">
            <a:avLst/>
          </a:prstGeom>
          <a:solidFill>
            <a:srgbClr val="FFC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共享：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rgbClr val="0099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收入分配</a:t>
            </a:r>
          </a:p>
        </p:txBody>
      </p:sp>
      <p:sp>
        <p:nvSpPr>
          <p:cNvPr id="44092" name="Text Box 3">
            <a:extLst>
              <a:ext uri="{FF2B5EF4-FFF2-40B4-BE49-F238E27FC236}">
                <a16:creationId xmlns:a16="http://schemas.microsoft.com/office/drawing/2014/main" id="{03A9F7B1-D221-5F76-5755-E14E7D1D80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7412" y="1468694"/>
            <a:ext cx="300000" cy="646331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外循环</a:t>
            </a:r>
          </a:p>
        </p:txBody>
      </p:sp>
      <p:grpSp>
        <p:nvGrpSpPr>
          <p:cNvPr id="44093" name="Group 2">
            <a:extLst>
              <a:ext uri="{FF2B5EF4-FFF2-40B4-BE49-F238E27FC236}">
                <a16:creationId xmlns:a16="http://schemas.microsoft.com/office/drawing/2014/main" id="{0CE21F14-B93E-6354-FD2E-CBDF5CFBAFF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195986" y="1455996"/>
            <a:ext cx="126984" cy="723806"/>
            <a:chOff x="0" y="0"/>
            <a:chExt cx="182" cy="1089"/>
          </a:xfrm>
        </p:grpSpPr>
        <p:sp>
          <p:nvSpPr>
            <p:cNvPr id="44129" name="Line 27">
              <a:extLst>
                <a:ext uri="{FF2B5EF4-FFF2-40B4-BE49-F238E27FC236}">
                  <a16:creationId xmlns:a16="http://schemas.microsoft.com/office/drawing/2014/main" id="{CEF527C3-139E-AB7E-8099-09F0915ACA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30" name="Line 28">
              <a:extLst>
                <a:ext uri="{FF2B5EF4-FFF2-40B4-BE49-F238E27FC236}">
                  <a16:creationId xmlns:a16="http://schemas.microsoft.com/office/drawing/2014/main" id="{5F8C9A96-40AC-BAD6-8082-9B089BF70A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108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31" name="Line 29">
              <a:extLst>
                <a:ext uri="{FF2B5EF4-FFF2-40B4-BE49-F238E27FC236}">
                  <a16:creationId xmlns:a16="http://schemas.microsoft.com/office/drawing/2014/main" id="{C83256F5-E221-9DB9-27C6-884FCF0CAA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089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44094" name="Line 25">
            <a:extLst>
              <a:ext uri="{FF2B5EF4-FFF2-40B4-BE49-F238E27FC236}">
                <a16:creationId xmlns:a16="http://schemas.microsoft.com/office/drawing/2014/main" id="{2F362B32-6BD5-7A7A-79CF-5E7ED666AF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340430" y="1848056"/>
            <a:ext cx="119047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grpSp>
        <p:nvGrpSpPr>
          <p:cNvPr id="44095" name="Group 21">
            <a:extLst>
              <a:ext uri="{FF2B5EF4-FFF2-40B4-BE49-F238E27FC236}">
                <a16:creationId xmlns:a16="http://schemas.microsoft.com/office/drawing/2014/main" id="{ABABCD24-BAFF-59BB-7DA4-58DF5E66ED3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767410" y="2033772"/>
            <a:ext cx="88888" cy="2826969"/>
            <a:chOff x="3424" y="1570"/>
            <a:chExt cx="182" cy="1089"/>
          </a:xfrm>
        </p:grpSpPr>
        <p:sp>
          <p:nvSpPr>
            <p:cNvPr id="44126" name="Line 22">
              <a:extLst>
                <a:ext uri="{FF2B5EF4-FFF2-40B4-BE49-F238E27FC236}">
                  <a16:creationId xmlns:a16="http://schemas.microsoft.com/office/drawing/2014/main" id="{0071B5C7-F05A-281F-560F-40B972FF5F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1570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27" name="Line 23">
              <a:extLst>
                <a:ext uri="{FF2B5EF4-FFF2-40B4-BE49-F238E27FC236}">
                  <a16:creationId xmlns:a16="http://schemas.microsoft.com/office/drawing/2014/main" id="{714463B1-180A-0202-E1CB-631F323DB6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1570"/>
              <a:ext cx="0" cy="108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28" name="Line 24">
              <a:extLst>
                <a:ext uri="{FF2B5EF4-FFF2-40B4-BE49-F238E27FC236}">
                  <a16:creationId xmlns:a16="http://schemas.microsoft.com/office/drawing/2014/main" id="{92F07945-0A0C-2DD7-4D28-8DF930BC81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2659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44096" name="Text Box 3">
            <a:extLst>
              <a:ext uri="{FF2B5EF4-FFF2-40B4-BE49-F238E27FC236}">
                <a16:creationId xmlns:a16="http://schemas.microsoft.com/office/drawing/2014/main" id="{AE072D19-692B-FC9C-6B54-EBE461B19F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3810" y="2516960"/>
            <a:ext cx="399998" cy="2062103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双循环新发展格局</a:t>
            </a:r>
          </a:p>
        </p:txBody>
      </p:sp>
      <p:sp>
        <p:nvSpPr>
          <p:cNvPr id="44097" name="Line 25">
            <a:extLst>
              <a:ext uri="{FF2B5EF4-FFF2-40B4-BE49-F238E27FC236}">
                <a16:creationId xmlns:a16="http://schemas.microsoft.com/office/drawing/2014/main" id="{49EA9668-A0DA-8C61-9849-359629F68A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30112" y="4660885"/>
            <a:ext cx="302291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98" name="Text Box 3">
            <a:extLst>
              <a:ext uri="{FF2B5EF4-FFF2-40B4-BE49-F238E27FC236}">
                <a16:creationId xmlns:a16="http://schemas.microsoft.com/office/drawing/2014/main" id="{80A19A6F-109C-BAC3-1210-B50DFCBC51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3187" y="212750"/>
            <a:ext cx="4428549" cy="646331"/>
          </a:xfrm>
          <a:prstGeom prst="rect">
            <a:avLst/>
          </a:prstGeom>
          <a:solidFill>
            <a:srgbClr val="00B05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经济与社会效益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</p:txBody>
      </p:sp>
      <p:sp>
        <p:nvSpPr>
          <p:cNvPr id="44099" name="Text Box 3">
            <a:extLst>
              <a:ext uri="{FF2B5EF4-FFF2-40B4-BE49-F238E27FC236}">
                <a16:creationId xmlns:a16="http://schemas.microsoft.com/office/drawing/2014/main" id="{C038D77A-11CD-F795-6E0A-16A8E10BA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8078" y="1970280"/>
            <a:ext cx="1057137" cy="276999"/>
          </a:xfrm>
          <a:prstGeom prst="rect">
            <a:avLst/>
          </a:prstGeom>
          <a:solidFill>
            <a:srgbClr val="92D05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劳动生产率</a:t>
            </a:r>
          </a:p>
        </p:txBody>
      </p:sp>
      <p:sp>
        <p:nvSpPr>
          <p:cNvPr id="44100" name="Text Box 3">
            <a:extLst>
              <a:ext uri="{FF2B5EF4-FFF2-40B4-BE49-F238E27FC236}">
                <a16:creationId xmlns:a16="http://schemas.microsoft.com/office/drawing/2014/main" id="{3F0D3991-ADA1-D6BB-A089-037880DF7A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8230" y="1630597"/>
            <a:ext cx="214284" cy="830997"/>
          </a:xfrm>
          <a:prstGeom prst="rect">
            <a:avLst/>
          </a:prstGeom>
          <a:solidFill>
            <a:srgbClr val="92D05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自主创新</a:t>
            </a:r>
          </a:p>
        </p:txBody>
      </p:sp>
      <p:sp>
        <p:nvSpPr>
          <p:cNvPr id="145" name="Text Box 3">
            <a:extLst>
              <a:ext uri="{FF2B5EF4-FFF2-40B4-BE49-F238E27FC236}">
                <a16:creationId xmlns:a16="http://schemas.microsoft.com/office/drawing/2014/main" id="{639BC1E4-851C-C900-E104-3AFF6F1091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467" y="3494785"/>
            <a:ext cx="758714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以人民为中心</a:t>
            </a:r>
          </a:p>
        </p:txBody>
      </p:sp>
      <p:sp>
        <p:nvSpPr>
          <p:cNvPr id="146" name="Text Box 3">
            <a:extLst>
              <a:ext uri="{FF2B5EF4-FFF2-40B4-BE49-F238E27FC236}">
                <a16:creationId xmlns:a16="http://schemas.microsoft.com/office/drawing/2014/main" id="{C248E243-1FF5-A932-F64B-A7220A09A4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6808" y="2932179"/>
            <a:ext cx="898409" cy="27699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竞争优势</a:t>
            </a: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F02DC12F-53AB-7FA9-056A-44C2A1C8BC0C}"/>
                  </a:ext>
                </a:extLst>
              </p14:cNvPr>
              <p14:cNvContentPartPr/>
              <p14:nvPr/>
            </p14:nvContentPartPr>
            <p14:xfrm>
              <a:off x="5486050" y="5748484"/>
              <a:ext cx="11160" cy="36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F02DC12F-53AB-7FA9-056A-44C2A1C8BC0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68050" y="5640484"/>
                <a:ext cx="468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31787B36-F3C5-85B5-6813-554AA7250BEB}"/>
                  </a:ext>
                </a:extLst>
              </p14:cNvPr>
              <p14:cNvContentPartPr/>
              <p14:nvPr/>
            </p14:nvContentPartPr>
            <p14:xfrm>
              <a:off x="5790930" y="4245320"/>
              <a:ext cx="360" cy="360"/>
            </p14:xfrm>
          </p:contentPart>
        </mc:Choice>
        <mc:Fallback xmlns=""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31787B36-F3C5-85B5-6813-554AA7250BE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72930" y="4137320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B6E8A0FA-C0E4-05B0-96CF-DF9258829558}"/>
                  </a:ext>
                </a:extLst>
              </p14:cNvPr>
              <p14:cNvContentPartPr/>
              <p14:nvPr/>
            </p14:nvContentPartPr>
            <p14:xfrm>
              <a:off x="5444296" y="3142064"/>
              <a:ext cx="360" cy="360"/>
            </p14:xfrm>
          </p:contentPart>
        </mc:Choice>
        <mc:Fallback xmlns=""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B6E8A0FA-C0E4-05B0-96CF-DF925882955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26296" y="3034064"/>
                <a:ext cx="36000" cy="21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4106" name="组合 22">
            <a:extLst>
              <a:ext uri="{FF2B5EF4-FFF2-40B4-BE49-F238E27FC236}">
                <a16:creationId xmlns:a16="http://schemas.microsoft.com/office/drawing/2014/main" id="{740D31AB-8FBC-6446-CDEE-B2E8CE5911DE}"/>
              </a:ext>
            </a:extLst>
          </p:cNvPr>
          <p:cNvGrpSpPr>
            <a:grpSpLocks/>
          </p:cNvGrpSpPr>
          <p:nvPr/>
        </p:nvGrpSpPr>
        <p:grpSpPr bwMode="auto">
          <a:xfrm>
            <a:off x="5759494" y="5727402"/>
            <a:ext cx="95238" cy="125397"/>
            <a:chOff x="5759570" y="5727906"/>
            <a:chExt cx="95040" cy="12600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C7441B6F-4703-51AA-EE05-FB90EBECA8F7}"/>
                    </a:ext>
                  </a:extLst>
                </p14:cNvPr>
                <p14:cNvContentPartPr/>
                <p14:nvPr/>
              </p14:nvContentPartPr>
              <p14:xfrm>
                <a:off x="5843450" y="5727906"/>
                <a:ext cx="360" cy="360"/>
              </p14:xfrm>
            </p:contentPart>
          </mc:Choice>
          <mc:Fallback xmlns=""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C7441B6F-4703-51AA-EE05-FB90EBECA8F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825450" y="561990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1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9F09363C-CC35-22C5-4450-29F540FD6B7B}"/>
                    </a:ext>
                  </a:extLst>
                </p14:cNvPr>
                <p14:cNvContentPartPr/>
                <p14:nvPr/>
              </p14:nvContentPartPr>
              <p14:xfrm>
                <a:off x="5832650" y="5801346"/>
                <a:ext cx="360" cy="360"/>
              </p14:xfrm>
            </p:contentPart>
          </mc:Choice>
          <mc:Fallback xmlns=""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9F09363C-CC35-22C5-4450-29F540FD6B7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814650" y="569334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4189326D-A262-C44C-A509-AB8D4DAF5277}"/>
                    </a:ext>
                  </a:extLst>
                </p14:cNvPr>
                <p14:cNvContentPartPr/>
                <p14:nvPr/>
              </p14:nvContentPartPr>
              <p14:xfrm>
                <a:off x="5822570" y="5769666"/>
                <a:ext cx="360" cy="360"/>
              </p14:xfrm>
            </p:contentPart>
          </mc:Choice>
          <mc:Fallback xmlns=""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4189326D-A262-C44C-A509-AB8D4DAF527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804570" y="566166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5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88695C3A-F7DE-C026-09E1-0DC9497A2915}"/>
                    </a:ext>
                  </a:extLst>
                </p14:cNvPr>
                <p14:cNvContentPartPr/>
                <p14:nvPr/>
              </p14:nvContentPartPr>
              <p14:xfrm>
                <a:off x="5811770" y="5853546"/>
                <a:ext cx="360" cy="360"/>
              </p14:xfrm>
            </p:contentPart>
          </mc:Choice>
          <mc:Fallback xmlns=""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88695C3A-F7DE-C026-09E1-0DC9497A291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793770" y="574554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7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D9DC81A2-7B99-9BAB-DF19-D04BA2F14AB0}"/>
                    </a:ext>
                  </a:extLst>
                </p14:cNvPr>
                <p14:cNvContentPartPr/>
                <p14:nvPr/>
              </p14:nvContentPartPr>
              <p14:xfrm>
                <a:off x="5811770" y="5853546"/>
                <a:ext cx="360" cy="360"/>
              </p14:xfrm>
            </p:contentPart>
          </mc:Choice>
          <mc:Fallback xmlns=""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D9DC81A2-7B99-9BAB-DF19-D04BA2F14AB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793770" y="574554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AAC67A23-669E-1C90-17CB-D6E950649D07}"/>
                    </a:ext>
                  </a:extLst>
                </p14:cNvPr>
                <p14:cNvContentPartPr/>
                <p14:nvPr/>
              </p14:nvContentPartPr>
              <p14:xfrm>
                <a:off x="5759570" y="5822226"/>
                <a:ext cx="360" cy="360"/>
              </p14:xfrm>
            </p:contentPart>
          </mc:Choice>
          <mc:Fallback xmlns=""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AAC67A23-669E-1C90-17CB-D6E950649D0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741570" y="571422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0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57D4E5C8-5F68-95B6-1576-4BD30AE3D288}"/>
                    </a:ext>
                  </a:extLst>
                </p14:cNvPr>
                <p14:cNvContentPartPr/>
                <p14:nvPr/>
              </p14:nvContentPartPr>
              <p14:xfrm>
                <a:off x="5759570" y="5822226"/>
                <a:ext cx="360" cy="360"/>
              </p14:xfrm>
            </p:contentPart>
          </mc:Choice>
          <mc:Fallback xmlns=""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57D4E5C8-5F68-95B6-1576-4BD30AE3D2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741570" y="571422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1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22B98472-CE16-47AD-9EA6-C733259D1747}"/>
                    </a:ext>
                  </a:extLst>
                </p14:cNvPr>
                <p14:cNvContentPartPr/>
                <p14:nvPr/>
              </p14:nvContentPartPr>
              <p14:xfrm>
                <a:off x="5854250" y="5780466"/>
                <a:ext cx="360" cy="360"/>
              </p14:xfrm>
            </p:contentPart>
          </mc:Choice>
          <mc:Fallback xmlns=""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22B98472-CE16-47AD-9EA6-C733259D174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836250" y="567246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107" name="组合 21">
            <a:extLst>
              <a:ext uri="{FF2B5EF4-FFF2-40B4-BE49-F238E27FC236}">
                <a16:creationId xmlns:a16="http://schemas.microsoft.com/office/drawing/2014/main" id="{D87618B8-BD61-4454-0CBE-F5476ECBF7AC}"/>
              </a:ext>
            </a:extLst>
          </p:cNvPr>
          <p:cNvGrpSpPr>
            <a:grpSpLocks/>
          </p:cNvGrpSpPr>
          <p:nvPr/>
        </p:nvGrpSpPr>
        <p:grpSpPr bwMode="auto">
          <a:xfrm>
            <a:off x="6159494" y="5779782"/>
            <a:ext cx="9525" cy="0"/>
            <a:chOff x="6158810" y="5780466"/>
            <a:chExt cx="10800" cy="3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3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2265B97B-0847-4141-AE69-F30476177D40}"/>
                    </a:ext>
                  </a:extLst>
                </p14:cNvPr>
                <p14:cNvContentPartPr/>
                <p14:nvPr/>
              </p14:nvContentPartPr>
              <p14:xfrm>
                <a:off x="6158810" y="5780466"/>
                <a:ext cx="360" cy="360"/>
              </p14:xfrm>
            </p:contentPart>
          </mc:Choice>
          <mc:Fallback xmlns=""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2265B97B-0847-4141-AE69-F30476177D4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140810" y="567246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5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A017F50B-4A48-89AB-49FD-1EC9E4D5AB68}"/>
                    </a:ext>
                  </a:extLst>
                </p14:cNvPr>
                <p14:cNvContentPartPr/>
                <p14:nvPr/>
              </p14:nvContentPartPr>
              <p14:xfrm>
                <a:off x="6169250" y="5780466"/>
                <a:ext cx="360" cy="360"/>
              </p14:xfrm>
            </p:contentPart>
          </mc:Choice>
          <mc:Fallback xmlns=""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A017F50B-4A48-89AB-49FD-1EC9E4D5AB6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151250" y="567246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7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9BD2DBDC-46BC-4AB8-C7FE-31B9CD8DF02C}"/>
                    </a:ext>
                  </a:extLst>
                </p14:cNvPr>
                <p14:cNvContentPartPr/>
                <p14:nvPr/>
              </p14:nvContentPartPr>
              <p14:xfrm>
                <a:off x="6169250" y="5780466"/>
                <a:ext cx="360" cy="360"/>
              </p14:xfrm>
            </p:contentPart>
          </mc:Choice>
          <mc:Fallback xmlns=""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9BD2DBDC-46BC-4AB8-C7FE-31B9CD8DF02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151250" y="567246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8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5A614E52-DF78-447C-591F-9F12F9BD463B}"/>
                  </a:ext>
                </a:extLst>
              </p14:cNvPr>
              <p14:cNvContentPartPr/>
              <p14:nvPr/>
            </p14:nvContentPartPr>
            <p14:xfrm>
              <a:off x="7755914" y="5790239"/>
              <a:ext cx="360" cy="360"/>
            </p14:xfrm>
          </p:contentPart>
        </mc:Choice>
        <mc:Fallback xmlns=""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5A614E52-DF78-447C-591F-9F12F9BD463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737914" y="5682239"/>
                <a:ext cx="36000" cy="21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4109" name="组合 27">
            <a:extLst>
              <a:ext uri="{FF2B5EF4-FFF2-40B4-BE49-F238E27FC236}">
                <a16:creationId xmlns:a16="http://schemas.microsoft.com/office/drawing/2014/main" id="{C08890C2-E24D-4201-0C36-C433CB0ABCEE}"/>
              </a:ext>
            </a:extLst>
          </p:cNvPr>
          <p:cNvGrpSpPr>
            <a:grpSpLocks/>
          </p:cNvGrpSpPr>
          <p:nvPr/>
        </p:nvGrpSpPr>
        <p:grpSpPr bwMode="auto">
          <a:xfrm>
            <a:off x="6053144" y="2165516"/>
            <a:ext cx="1587" cy="0"/>
            <a:chOff x="6053690" y="2164626"/>
            <a:chExt cx="360" cy="3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0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8B4DA44D-D7FB-1612-4EAD-961C17D0CA9C}"/>
                    </a:ext>
                  </a:extLst>
                </p14:cNvPr>
                <p14:cNvContentPartPr/>
                <p14:nvPr/>
              </p14:nvContentPartPr>
              <p14:xfrm>
                <a:off x="6053690" y="2164626"/>
                <a:ext cx="360" cy="360"/>
              </p14:xfrm>
            </p:contentPart>
          </mc:Choice>
          <mc:Fallback xmlns=""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8B4DA44D-D7FB-1612-4EAD-961C17D0CA9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035690" y="205662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2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2863BA9D-0429-248B-AFA5-6EF821EFFC28}"/>
                    </a:ext>
                  </a:extLst>
                </p14:cNvPr>
                <p14:cNvContentPartPr/>
                <p14:nvPr/>
              </p14:nvContentPartPr>
              <p14:xfrm>
                <a:off x="6053690" y="2164626"/>
                <a:ext cx="360" cy="360"/>
              </p14:xfrm>
            </p:contentPart>
          </mc:Choice>
          <mc:Fallback xmlns=""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2863BA9D-0429-248B-AFA5-6EF821EFFC2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035690" y="205662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3">
            <p14:nvContentPartPr>
              <p14:cNvPr id="26" name="墨迹 25">
                <a:extLst>
                  <a:ext uri="{FF2B5EF4-FFF2-40B4-BE49-F238E27FC236}">
                    <a16:creationId xmlns:a16="http://schemas.microsoft.com/office/drawing/2014/main" id="{8FD3B9EB-325E-0105-C7B7-B3F88BC385A1}"/>
                  </a:ext>
                </a:extLst>
              </p14:cNvPr>
              <p14:cNvContentPartPr/>
              <p14:nvPr/>
            </p14:nvContentPartPr>
            <p14:xfrm>
              <a:off x="4120028" y="840524"/>
              <a:ext cx="360" cy="360"/>
            </p14:xfrm>
          </p:contentPart>
        </mc:Choice>
        <mc:Fallback xmlns="">
          <p:pic>
            <p:nvPicPr>
              <p:cNvPr id="26" name="墨迹 25">
                <a:extLst>
                  <a:ext uri="{FF2B5EF4-FFF2-40B4-BE49-F238E27FC236}">
                    <a16:creationId xmlns:a16="http://schemas.microsoft.com/office/drawing/2014/main" id="{8FD3B9EB-325E-0105-C7B7-B3F88BC385A1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102028" y="732524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5">
            <p14:nvContentPartPr>
              <p14:cNvPr id="27" name="墨迹 26">
                <a:extLst>
                  <a:ext uri="{FF2B5EF4-FFF2-40B4-BE49-F238E27FC236}">
                    <a16:creationId xmlns:a16="http://schemas.microsoft.com/office/drawing/2014/main" id="{F91F6475-CACD-9BED-DEB2-10EC3D826832}"/>
                  </a:ext>
                </a:extLst>
              </p14:cNvPr>
              <p14:cNvContentPartPr/>
              <p14:nvPr/>
            </p14:nvContentPartPr>
            <p14:xfrm>
              <a:off x="5118538" y="651548"/>
              <a:ext cx="360" cy="360"/>
            </p14:xfrm>
          </p:contentPart>
        </mc:Choice>
        <mc:Fallback xmlns="">
          <p:pic>
            <p:nvPicPr>
              <p:cNvPr id="27" name="墨迹 26">
                <a:extLst>
                  <a:ext uri="{FF2B5EF4-FFF2-40B4-BE49-F238E27FC236}">
                    <a16:creationId xmlns:a16="http://schemas.microsoft.com/office/drawing/2014/main" id="{F91F6475-CACD-9BED-DEB2-10EC3D826832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100538" y="543548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7">
            <p14:nvContentPartPr>
              <p14:cNvPr id="29" name="墨迹 28">
                <a:extLst>
                  <a:ext uri="{FF2B5EF4-FFF2-40B4-BE49-F238E27FC236}">
                    <a16:creationId xmlns:a16="http://schemas.microsoft.com/office/drawing/2014/main" id="{2015ECFB-B060-036E-27DD-A7A01B5A8710}"/>
                  </a:ext>
                </a:extLst>
              </p14:cNvPr>
              <p14:cNvContentPartPr/>
              <p14:nvPr/>
            </p14:nvContentPartPr>
            <p14:xfrm>
              <a:off x="10751084" y="6536782"/>
              <a:ext cx="360" cy="360"/>
            </p14:xfrm>
          </p:contentPart>
        </mc:Choice>
        <mc:Fallback xmlns="">
          <p:pic>
            <p:nvPicPr>
              <p:cNvPr id="29" name="墨迹 28">
                <a:extLst>
                  <a:ext uri="{FF2B5EF4-FFF2-40B4-BE49-F238E27FC236}">
                    <a16:creationId xmlns:a16="http://schemas.microsoft.com/office/drawing/2014/main" id="{2015ECFB-B060-036E-27DD-A7A01B5A8710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0733084" y="6428782"/>
                <a:ext cx="3600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143" name="Text Box 3">
            <a:extLst>
              <a:ext uri="{FF2B5EF4-FFF2-40B4-BE49-F238E27FC236}">
                <a16:creationId xmlns:a16="http://schemas.microsoft.com/office/drawing/2014/main" id="{18A39314-54A8-2C0E-705C-DFA03359DC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7065" y="945965"/>
            <a:ext cx="1150346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投资和贸易的自由化和便利化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EEAA6C7-D14B-19FC-3044-3610BFB08B7F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188681" y="6117335"/>
            <a:ext cx="3856611" cy="456997"/>
          </a:xfrm>
          <a:prstGeom prst="rect">
            <a:avLst/>
          </a:prstGeom>
        </p:spPr>
      </p:pic>
      <p:sp>
        <p:nvSpPr>
          <p:cNvPr id="44084" name="Line 25">
            <a:extLst>
              <a:ext uri="{FF2B5EF4-FFF2-40B4-BE49-F238E27FC236}">
                <a16:creationId xmlns:a16="http://schemas.microsoft.com/office/drawing/2014/main" id="{69625D3F-7EA0-593D-3241-E1E5B68AE6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4590" y="3991355"/>
            <a:ext cx="517457" cy="1098486"/>
          </a:xfrm>
          <a:prstGeom prst="line">
            <a:avLst/>
          </a:prstGeom>
          <a:noFill/>
          <a:ln w="25400">
            <a:solidFill>
              <a:srgbClr val="7A05FB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16" name="Line 30">
            <a:extLst>
              <a:ext uri="{FF2B5EF4-FFF2-40B4-BE49-F238E27FC236}">
                <a16:creationId xmlns:a16="http://schemas.microsoft.com/office/drawing/2014/main" id="{444006F9-F8DB-6452-455F-8F26E3844274}"/>
              </a:ext>
            </a:extLst>
          </p:cNvPr>
          <p:cNvSpPr>
            <a:spLocks noChangeShapeType="1"/>
          </p:cNvSpPr>
          <p:nvPr/>
        </p:nvSpPr>
        <p:spPr bwMode="auto">
          <a:xfrm>
            <a:off x="4622990" y="1952381"/>
            <a:ext cx="1134916" cy="1004518"/>
          </a:xfrm>
          <a:prstGeom prst="line">
            <a:avLst/>
          </a:prstGeom>
          <a:noFill/>
          <a:ln w="25400">
            <a:solidFill>
              <a:srgbClr val="7A05FB"/>
            </a:solidFill>
            <a:round/>
            <a:headEnd/>
            <a:tailEnd type="triangle" w="med" len="med"/>
          </a:ln>
          <a:scene3d>
            <a:camera prst="orthographicFront"/>
            <a:lightRig rig="threePt" dir="t"/>
          </a:scene3d>
          <a:sp3d extrusionH="76200">
            <a:extrusionClr>
              <a:srgbClr val="0000FF"/>
            </a:extrusionClr>
          </a:sp3d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4267166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Line 15">
            <a:extLst>
              <a:ext uri="{FF2B5EF4-FFF2-40B4-BE49-F238E27FC236}">
                <a16:creationId xmlns:a16="http://schemas.microsoft.com/office/drawing/2014/main" id="{0C1AEEDC-098A-3267-81E5-0756C00BF5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29343" y="2097262"/>
            <a:ext cx="0" cy="37777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27D1457-E4A5-FBF1-6303-DD7168C534A3}"/>
              </a:ext>
            </a:extLst>
          </p:cNvPr>
          <p:cNvGrpSpPr/>
          <p:nvPr/>
        </p:nvGrpSpPr>
        <p:grpSpPr>
          <a:xfrm>
            <a:off x="264532" y="1061970"/>
            <a:ext cx="3138626" cy="1982267"/>
            <a:chOff x="-2709721" y="746266"/>
            <a:chExt cx="4185377" cy="2643366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156675" name="Text Box 3">
              <a:extLst>
                <a:ext uri="{FF2B5EF4-FFF2-40B4-BE49-F238E27FC236}">
                  <a16:creationId xmlns:a16="http://schemas.microsoft.com/office/drawing/2014/main" id="{1D4B2D1D-5CE6-7B61-3F0C-C3389A23B3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948039" y="2391860"/>
              <a:ext cx="3343137" cy="369380"/>
            </a:xfrm>
            <a:prstGeom prst="rect">
              <a:avLst/>
            </a:prstGeom>
            <a:grp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货币政策：资本（融资成本和渠道）</a:t>
              </a:r>
            </a:p>
          </p:txBody>
        </p:sp>
        <p:sp>
          <p:nvSpPr>
            <p:cNvPr id="156676" name="Text Box 3">
              <a:extLst>
                <a:ext uri="{FF2B5EF4-FFF2-40B4-BE49-F238E27FC236}">
                  <a16:creationId xmlns:a16="http://schemas.microsoft.com/office/drawing/2014/main" id="{302A3104-03A7-565D-6E4C-CBF8B8AB29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09721" y="3020252"/>
              <a:ext cx="4068589" cy="369380"/>
            </a:xfrm>
            <a:prstGeom prst="rect">
              <a:avLst/>
            </a:prstGeom>
            <a:grp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绿色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  <a:sym typeface="Wingdings" panose="05000000000000000000" pitchFamily="2" charset="2"/>
                </a:rPr>
                <a:t>：（土地、能源、矿产）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资源利用率</a:t>
              </a:r>
            </a:p>
          </p:txBody>
        </p:sp>
        <p:grpSp>
          <p:nvGrpSpPr>
            <p:cNvPr id="2" name="Group 26">
              <a:extLst>
                <a:ext uri="{FF2B5EF4-FFF2-40B4-BE49-F238E27FC236}">
                  <a16:creationId xmlns:a16="http://schemas.microsoft.com/office/drawing/2014/main" id="{A3E62131-B246-F379-98C3-173F7D73C5CE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346399" y="904876"/>
              <a:ext cx="129257" cy="2380596"/>
              <a:chOff x="3424" y="1570"/>
              <a:chExt cx="182" cy="1089"/>
            </a:xfrm>
            <a:grpFill/>
          </p:grpSpPr>
          <p:sp>
            <p:nvSpPr>
              <p:cNvPr id="3128" name="Line 27">
                <a:extLst>
                  <a:ext uri="{FF2B5EF4-FFF2-40B4-BE49-F238E27FC236}">
                    <a16:creationId xmlns:a16="http://schemas.microsoft.com/office/drawing/2014/main" id="{43DE2EB7-F632-9F6E-52C4-7BB2BCEB19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1570"/>
                <a:ext cx="182" cy="0"/>
              </a:xfrm>
              <a:prstGeom prst="line">
                <a:avLst/>
              </a:prstGeom>
              <a:grp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  <p:sp>
            <p:nvSpPr>
              <p:cNvPr id="3129" name="Line 28">
                <a:extLst>
                  <a:ext uri="{FF2B5EF4-FFF2-40B4-BE49-F238E27FC236}">
                    <a16:creationId xmlns:a16="http://schemas.microsoft.com/office/drawing/2014/main" id="{8056808D-823D-1AA4-7CED-2F3E6FFA47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1570"/>
                <a:ext cx="0" cy="1089"/>
              </a:xfrm>
              <a:prstGeom prst="line">
                <a:avLst/>
              </a:prstGeom>
              <a:grp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  <p:sp>
            <p:nvSpPr>
              <p:cNvPr id="3130" name="Line 29">
                <a:extLst>
                  <a:ext uri="{FF2B5EF4-FFF2-40B4-BE49-F238E27FC236}">
                    <a16:creationId xmlns:a16="http://schemas.microsoft.com/office/drawing/2014/main" id="{19CDE4F9-9583-7339-5E7B-D4C8B3C708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2659"/>
                <a:ext cx="182" cy="0"/>
              </a:xfrm>
              <a:prstGeom prst="line">
                <a:avLst/>
              </a:prstGeom>
              <a:grp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</p:grpSp>
        <p:sp>
          <p:nvSpPr>
            <p:cNvPr id="156678" name="Text Box 3">
              <a:extLst>
                <a:ext uri="{FF2B5EF4-FFF2-40B4-BE49-F238E27FC236}">
                  <a16:creationId xmlns:a16="http://schemas.microsoft.com/office/drawing/2014/main" id="{F5C92F25-7598-3E4D-0D0D-1E1F9C9F23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079497" y="746266"/>
              <a:ext cx="2508226" cy="348859"/>
            </a:xfrm>
            <a:prstGeom prst="rect">
              <a:avLst/>
            </a:prstGeom>
            <a:grp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劳动力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黑体" pitchFamily="49" charset="-122"/>
                  <a:ea typeface="黑体" pitchFamily="49" charset="-122"/>
                  <a:cs typeface="Arial"/>
                  <a:sym typeface="Wingdings" panose="05000000000000000000" pitchFamily="2" charset="2"/>
                </a:rPr>
                <a:t>：（素质技能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）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就业</a:t>
              </a:r>
            </a:p>
          </p:txBody>
        </p:sp>
        <p:sp>
          <p:nvSpPr>
            <p:cNvPr id="156679" name="Text Box 3">
              <a:extLst>
                <a:ext uri="{FF2B5EF4-FFF2-40B4-BE49-F238E27FC236}">
                  <a16:creationId xmlns:a16="http://schemas.microsoft.com/office/drawing/2014/main" id="{6F7EEBAE-239A-3000-49C7-4F38710F40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166280" y="1217899"/>
              <a:ext cx="2564765" cy="369380"/>
            </a:xfrm>
            <a:prstGeom prst="rect">
              <a:avLst/>
            </a:prstGeom>
            <a:grp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创新：技术、知识、数据</a:t>
              </a:r>
            </a:p>
          </p:txBody>
        </p:sp>
      </p:grpSp>
      <p:sp>
        <p:nvSpPr>
          <p:cNvPr id="156680" name="Text Box 3">
            <a:extLst>
              <a:ext uri="{FF2B5EF4-FFF2-40B4-BE49-F238E27FC236}">
                <a16:creationId xmlns:a16="http://schemas.microsoft.com/office/drawing/2014/main" id="{9CF37BAB-BA4D-FBA6-E5B2-F041F9D486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19" y="1886938"/>
            <a:ext cx="2662969" cy="27699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管理：规模经济、物流库存交易成本</a:t>
            </a:r>
          </a:p>
        </p:txBody>
      </p:sp>
      <p:sp>
        <p:nvSpPr>
          <p:cNvPr id="44037" name="Line 25">
            <a:extLst>
              <a:ext uri="{FF2B5EF4-FFF2-40B4-BE49-F238E27FC236}">
                <a16:creationId xmlns:a16="http://schemas.microsoft.com/office/drawing/2014/main" id="{E9FAE957-4714-8E99-ABE5-E031BD3B2D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49984" y="1814723"/>
            <a:ext cx="16190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grpSp>
        <p:nvGrpSpPr>
          <p:cNvPr id="44038" name="Group 21">
            <a:extLst>
              <a:ext uri="{FF2B5EF4-FFF2-40B4-BE49-F238E27FC236}">
                <a16:creationId xmlns:a16="http://schemas.microsoft.com/office/drawing/2014/main" id="{75DA474F-6FCB-ADC0-7450-CCACD7E0345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622992" y="1724247"/>
            <a:ext cx="152380" cy="2826970"/>
            <a:chOff x="3424" y="1570"/>
            <a:chExt cx="182" cy="1089"/>
          </a:xfrm>
        </p:grpSpPr>
        <p:sp>
          <p:nvSpPr>
            <p:cNvPr id="44163" name="Line 22">
              <a:extLst>
                <a:ext uri="{FF2B5EF4-FFF2-40B4-BE49-F238E27FC236}">
                  <a16:creationId xmlns:a16="http://schemas.microsoft.com/office/drawing/2014/main" id="{25A1F3FC-A4AA-CED0-4EB9-6F55889E65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1570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64" name="Line 23">
              <a:extLst>
                <a:ext uri="{FF2B5EF4-FFF2-40B4-BE49-F238E27FC236}">
                  <a16:creationId xmlns:a16="http://schemas.microsoft.com/office/drawing/2014/main" id="{881D1F55-73B9-DD11-BA13-709B7C223D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1570"/>
              <a:ext cx="0" cy="108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65" name="Line 24">
              <a:extLst>
                <a:ext uri="{FF2B5EF4-FFF2-40B4-BE49-F238E27FC236}">
                  <a16:creationId xmlns:a16="http://schemas.microsoft.com/office/drawing/2014/main" id="{24DEECC5-BD6F-7AC8-6D96-EB4C931D9A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2659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44039" name="Line 25">
            <a:extLst>
              <a:ext uri="{FF2B5EF4-FFF2-40B4-BE49-F238E27FC236}">
                <a16:creationId xmlns:a16="http://schemas.microsoft.com/office/drawing/2014/main" id="{4DB9CAA0-DD8A-D409-3DA7-2445982822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30930" y="3344875"/>
            <a:ext cx="16190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40" name="Text Box 6">
            <a:extLst>
              <a:ext uri="{FF2B5EF4-FFF2-40B4-BE49-F238E27FC236}">
                <a16:creationId xmlns:a16="http://schemas.microsoft.com/office/drawing/2014/main" id="{CEC5BCD3-2E90-A6E9-8EFB-A5A30D26AE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9882" y="2967099"/>
            <a:ext cx="430887" cy="909519"/>
          </a:xfrm>
          <a:prstGeom prst="rect">
            <a:avLst/>
          </a:prstGeom>
          <a:solidFill>
            <a:srgbClr val="0099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Arial"/>
              </a:rPr>
              <a:t>供给侧</a:t>
            </a:r>
          </a:p>
        </p:txBody>
      </p:sp>
      <p:sp>
        <p:nvSpPr>
          <p:cNvPr id="44041" name="Text Box 6">
            <a:extLst>
              <a:ext uri="{FF2B5EF4-FFF2-40B4-BE49-F238E27FC236}">
                <a16:creationId xmlns:a16="http://schemas.microsoft.com/office/drawing/2014/main" id="{F3001918-FF74-4E66-0D01-FC7CE38C31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4317" y="2949639"/>
            <a:ext cx="430887" cy="911107"/>
          </a:xfrm>
          <a:prstGeom prst="rect">
            <a:avLst/>
          </a:prstGeom>
          <a:solidFill>
            <a:srgbClr val="92D05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Arial"/>
              </a:rPr>
              <a:t>需求侧</a:t>
            </a:r>
          </a:p>
        </p:txBody>
      </p:sp>
      <p:sp>
        <p:nvSpPr>
          <p:cNvPr id="44042" name="Line 25">
            <a:extLst>
              <a:ext uri="{FF2B5EF4-FFF2-40B4-BE49-F238E27FC236}">
                <a16:creationId xmlns:a16="http://schemas.microsoft.com/office/drawing/2014/main" id="{512DE623-FE69-DF58-EB26-E8B414732EA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6800" y="2773450"/>
            <a:ext cx="376189" cy="204761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82" name="Text Box 3">
            <a:extLst>
              <a:ext uri="{FF2B5EF4-FFF2-40B4-BE49-F238E27FC236}">
                <a16:creationId xmlns:a16="http://schemas.microsoft.com/office/drawing/2014/main" id="{7E801CF2-2166-6434-21F6-5F7772A5C8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0289" y="2467101"/>
            <a:ext cx="922218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国内市场</a:t>
            </a:r>
          </a:p>
        </p:txBody>
      </p:sp>
      <p:sp>
        <p:nvSpPr>
          <p:cNvPr id="44044" name="Line 15">
            <a:extLst>
              <a:ext uri="{FF2B5EF4-FFF2-40B4-BE49-F238E27FC236}">
                <a16:creationId xmlns:a16="http://schemas.microsoft.com/office/drawing/2014/main" id="{C3D46304-9DA9-8C40-C11D-0CB7571294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27748" y="4630584"/>
            <a:ext cx="0" cy="376189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grpSp>
        <p:nvGrpSpPr>
          <p:cNvPr id="44045" name="Group 2">
            <a:extLst>
              <a:ext uri="{FF2B5EF4-FFF2-40B4-BE49-F238E27FC236}">
                <a16:creationId xmlns:a16="http://schemas.microsoft.com/office/drawing/2014/main" id="{E2DFB756-0079-BDD9-9728-131CB811036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039451" y="3127550"/>
            <a:ext cx="77963" cy="1855412"/>
            <a:chOff x="0" y="0"/>
            <a:chExt cx="182" cy="1089"/>
          </a:xfrm>
        </p:grpSpPr>
        <p:sp>
          <p:nvSpPr>
            <p:cNvPr id="44160" name="Line 27">
              <a:extLst>
                <a:ext uri="{FF2B5EF4-FFF2-40B4-BE49-F238E27FC236}">
                  <a16:creationId xmlns:a16="http://schemas.microsoft.com/office/drawing/2014/main" id="{785C0897-598E-95D1-EA6F-AC2534B4D9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61" name="Line 28">
              <a:extLst>
                <a:ext uri="{FF2B5EF4-FFF2-40B4-BE49-F238E27FC236}">
                  <a16:creationId xmlns:a16="http://schemas.microsoft.com/office/drawing/2014/main" id="{D70B2EF0-82D6-8133-6EDB-6C27EFA5F8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108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62" name="Line 29">
              <a:extLst>
                <a:ext uri="{FF2B5EF4-FFF2-40B4-BE49-F238E27FC236}">
                  <a16:creationId xmlns:a16="http://schemas.microsoft.com/office/drawing/2014/main" id="{E3C1C3F1-BC94-4C9B-916A-8521A9738D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089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156703" name="Text Box 3">
            <a:extLst>
              <a:ext uri="{FF2B5EF4-FFF2-40B4-BE49-F238E27FC236}">
                <a16:creationId xmlns:a16="http://schemas.microsoft.com/office/drawing/2014/main" id="{C6B1C6E8-7CBD-C5E3-E44F-019503DC54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3930" y="1208422"/>
            <a:ext cx="1028566" cy="17543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走：开放包容普惠平衡共赢的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…</a:t>
            </a:r>
          </a:p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依托我国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00FF00"/>
                </a:highlight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超大规模市场优势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，促进国际合作，实现互利共赢</a:t>
            </a:r>
          </a:p>
        </p:txBody>
      </p:sp>
      <p:sp>
        <p:nvSpPr>
          <p:cNvPr id="44047" name="Text Box 3">
            <a:extLst>
              <a:ext uri="{FF2B5EF4-FFF2-40B4-BE49-F238E27FC236}">
                <a16:creationId xmlns:a16="http://schemas.microsoft.com/office/drawing/2014/main" id="{A671722C-C036-8AE5-E662-290760C48B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3999" y="5095354"/>
            <a:ext cx="642854" cy="276999"/>
          </a:xfrm>
          <a:prstGeom prst="rect">
            <a:avLst/>
          </a:prstGeom>
          <a:solidFill>
            <a:srgbClr val="FFC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投资</a:t>
            </a:r>
          </a:p>
        </p:txBody>
      </p:sp>
      <p:sp>
        <p:nvSpPr>
          <p:cNvPr id="44048" name="Text Box 3">
            <a:extLst>
              <a:ext uri="{FF2B5EF4-FFF2-40B4-BE49-F238E27FC236}">
                <a16:creationId xmlns:a16="http://schemas.microsoft.com/office/drawing/2014/main" id="{B091C88D-3CD5-B124-CC86-98D524038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5970" y="3209120"/>
            <a:ext cx="642854" cy="276999"/>
          </a:xfrm>
          <a:prstGeom prst="rect">
            <a:avLst/>
          </a:prstGeom>
          <a:solidFill>
            <a:srgbClr val="FFC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消费</a:t>
            </a:r>
          </a:p>
        </p:txBody>
      </p:sp>
      <p:grpSp>
        <p:nvGrpSpPr>
          <p:cNvPr id="44049" name="Group 18">
            <a:extLst>
              <a:ext uri="{FF2B5EF4-FFF2-40B4-BE49-F238E27FC236}">
                <a16:creationId xmlns:a16="http://schemas.microsoft.com/office/drawing/2014/main" id="{B682AE8C-30FB-2E94-B034-6906F668B83A}"/>
              </a:ext>
            </a:extLst>
          </p:cNvPr>
          <p:cNvGrpSpPr>
            <a:grpSpLocks/>
          </p:cNvGrpSpPr>
          <p:nvPr/>
        </p:nvGrpSpPr>
        <p:grpSpPr bwMode="auto">
          <a:xfrm>
            <a:off x="7418216" y="1724248"/>
            <a:ext cx="126984" cy="3820615"/>
            <a:chOff x="0" y="0"/>
            <a:chExt cx="182" cy="1089"/>
          </a:xfrm>
        </p:grpSpPr>
        <p:sp>
          <p:nvSpPr>
            <p:cNvPr id="44157" name="Line 27">
              <a:extLst>
                <a:ext uri="{FF2B5EF4-FFF2-40B4-BE49-F238E27FC236}">
                  <a16:creationId xmlns:a16="http://schemas.microsoft.com/office/drawing/2014/main" id="{662E5D55-C207-A5B4-87FA-523549A512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58" name="Line 28">
              <a:extLst>
                <a:ext uri="{FF2B5EF4-FFF2-40B4-BE49-F238E27FC236}">
                  <a16:creationId xmlns:a16="http://schemas.microsoft.com/office/drawing/2014/main" id="{01CD8CE6-0DD4-80E0-BF41-449EBB42E8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108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59" name="Line 29">
              <a:extLst>
                <a:ext uri="{FF2B5EF4-FFF2-40B4-BE49-F238E27FC236}">
                  <a16:creationId xmlns:a16="http://schemas.microsoft.com/office/drawing/2014/main" id="{6E28A80B-64D2-A7A1-02C6-311286423C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089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44050" name="Line 25">
            <a:extLst>
              <a:ext uri="{FF2B5EF4-FFF2-40B4-BE49-F238E27FC236}">
                <a16:creationId xmlns:a16="http://schemas.microsoft.com/office/drawing/2014/main" id="{B0366A4C-02DC-68DB-87AE-63BB9EE4E615}"/>
              </a:ext>
            </a:extLst>
          </p:cNvPr>
          <p:cNvSpPr>
            <a:spLocks noChangeShapeType="1"/>
          </p:cNvSpPr>
          <p:nvPr/>
        </p:nvSpPr>
        <p:spPr bwMode="auto">
          <a:xfrm>
            <a:off x="9821379" y="3600428"/>
            <a:ext cx="23809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51" name="Text Box 3">
            <a:extLst>
              <a:ext uri="{FF2B5EF4-FFF2-40B4-BE49-F238E27FC236}">
                <a16:creationId xmlns:a16="http://schemas.microsoft.com/office/drawing/2014/main" id="{72D8715F-0603-F3AE-089C-79352F958D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2810" y="4397249"/>
            <a:ext cx="299999" cy="1015663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国内大循环</a:t>
            </a:r>
          </a:p>
        </p:txBody>
      </p:sp>
      <p:grpSp>
        <p:nvGrpSpPr>
          <p:cNvPr id="44052" name="Group 57">
            <a:extLst>
              <a:ext uri="{FF2B5EF4-FFF2-40B4-BE49-F238E27FC236}">
                <a16:creationId xmlns:a16="http://schemas.microsoft.com/office/drawing/2014/main" id="{1C1D835E-FE64-66E8-33FF-453CFAA2A314}"/>
              </a:ext>
            </a:extLst>
          </p:cNvPr>
          <p:cNvGrpSpPr>
            <a:grpSpLocks/>
          </p:cNvGrpSpPr>
          <p:nvPr/>
        </p:nvGrpSpPr>
        <p:grpSpPr bwMode="auto">
          <a:xfrm>
            <a:off x="8581702" y="1053047"/>
            <a:ext cx="45713" cy="1133896"/>
            <a:chOff x="0" y="0"/>
            <a:chExt cx="182" cy="1089"/>
          </a:xfrm>
        </p:grpSpPr>
        <p:sp>
          <p:nvSpPr>
            <p:cNvPr id="44154" name="Line 27">
              <a:extLst>
                <a:ext uri="{FF2B5EF4-FFF2-40B4-BE49-F238E27FC236}">
                  <a16:creationId xmlns:a16="http://schemas.microsoft.com/office/drawing/2014/main" id="{1C1D3155-C0B6-A88D-DE03-16765EA182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55" name="Line 28">
              <a:extLst>
                <a:ext uri="{FF2B5EF4-FFF2-40B4-BE49-F238E27FC236}">
                  <a16:creationId xmlns:a16="http://schemas.microsoft.com/office/drawing/2014/main" id="{2B683948-3CBF-53D7-2FB0-EE84276B21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108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56" name="Line 29">
              <a:extLst>
                <a:ext uri="{FF2B5EF4-FFF2-40B4-BE49-F238E27FC236}">
                  <a16:creationId xmlns:a16="http://schemas.microsoft.com/office/drawing/2014/main" id="{E6FB8B3B-74DE-9873-AE81-F4C4DF8BFB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089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44053" name="Line 25">
            <a:extLst>
              <a:ext uri="{FF2B5EF4-FFF2-40B4-BE49-F238E27FC236}">
                <a16:creationId xmlns:a16="http://schemas.microsoft.com/office/drawing/2014/main" id="{CA2971AD-9A48-6F7C-7A4A-9C056F028F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64242" y="1906786"/>
            <a:ext cx="120634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156712" name="Text Box 3">
            <a:extLst>
              <a:ext uri="{FF2B5EF4-FFF2-40B4-BE49-F238E27FC236}">
                <a16:creationId xmlns:a16="http://schemas.microsoft.com/office/drawing/2014/main" id="{4C5C7FB7-DFF0-72F0-E401-209014CE64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4560" y="1322664"/>
            <a:ext cx="576188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质量技术品牌服务</a:t>
            </a:r>
          </a:p>
        </p:txBody>
      </p:sp>
      <p:sp>
        <p:nvSpPr>
          <p:cNvPr id="156713" name="Text Box 3">
            <a:extLst>
              <a:ext uri="{FF2B5EF4-FFF2-40B4-BE49-F238E27FC236}">
                <a16:creationId xmlns:a16="http://schemas.microsoft.com/office/drawing/2014/main" id="{DECF3775-FAC7-D982-7A1B-E9412DB492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4560" y="1951230"/>
            <a:ext cx="634918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对外经济发展方式</a:t>
            </a:r>
          </a:p>
        </p:txBody>
      </p:sp>
      <p:sp>
        <p:nvSpPr>
          <p:cNvPr id="44056" name="Text Box 3">
            <a:extLst>
              <a:ext uri="{FF2B5EF4-FFF2-40B4-BE49-F238E27FC236}">
                <a16:creationId xmlns:a16="http://schemas.microsoft.com/office/drawing/2014/main" id="{65B0748E-ED15-5D6D-AE57-3CA5BB247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6641" y="5067087"/>
            <a:ext cx="1753959" cy="461665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党和政府：经济职能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完善公共服务、设施</a:t>
            </a:r>
          </a:p>
        </p:txBody>
      </p:sp>
      <p:sp>
        <p:nvSpPr>
          <p:cNvPr id="44057" name="Line 25">
            <a:extLst>
              <a:ext uri="{FF2B5EF4-FFF2-40B4-BE49-F238E27FC236}">
                <a16:creationId xmlns:a16="http://schemas.microsoft.com/office/drawing/2014/main" id="{0AE6E9EC-50B5-7514-4FF8-2B0890D34F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86476" y="3981379"/>
            <a:ext cx="282539" cy="100158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58" name="Line 30">
            <a:extLst>
              <a:ext uri="{FF2B5EF4-FFF2-40B4-BE49-F238E27FC236}">
                <a16:creationId xmlns:a16="http://schemas.microsoft.com/office/drawing/2014/main" id="{CDBD6AB5-0BDA-B5B7-C7E4-E730CF3EC53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084895" y="3981378"/>
            <a:ext cx="431744" cy="107459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156721" name="Text Box 3">
            <a:extLst>
              <a:ext uri="{FF2B5EF4-FFF2-40B4-BE49-F238E27FC236}">
                <a16:creationId xmlns:a16="http://schemas.microsoft.com/office/drawing/2014/main" id="{A9332BD9-88C1-7E9A-3A24-1815242951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7385" y="1059342"/>
            <a:ext cx="2468242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开放理念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：两种资源和两个市场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/>
            </a:endParaRPr>
          </a:p>
          <a:p>
            <a:pPr marL="0" marR="0" lvl="0" indent="0" algn="ctr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引进来和走出去</a:t>
            </a:r>
          </a:p>
        </p:txBody>
      </p:sp>
      <p:sp>
        <p:nvSpPr>
          <p:cNvPr id="44060" name="Text Box 3">
            <a:extLst>
              <a:ext uri="{FF2B5EF4-FFF2-40B4-BE49-F238E27FC236}">
                <a16:creationId xmlns:a16="http://schemas.microsoft.com/office/drawing/2014/main" id="{50F1315D-E48A-564D-8A3C-A2E5859E1B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0781" y="3209120"/>
            <a:ext cx="1939673" cy="446276"/>
          </a:xfrm>
          <a:prstGeom prst="rect">
            <a:avLst/>
          </a:prstGeom>
          <a:solidFill>
            <a:srgbClr val="0099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企业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A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（商品）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所有：公有（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国有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）和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非公</a:t>
            </a:r>
          </a:p>
        </p:txBody>
      </p:sp>
      <p:sp>
        <p:nvSpPr>
          <p:cNvPr id="44061" name="Text Box 3">
            <a:extLst>
              <a:ext uri="{FF2B5EF4-FFF2-40B4-BE49-F238E27FC236}">
                <a16:creationId xmlns:a16="http://schemas.microsoft.com/office/drawing/2014/main" id="{65F50442-23AD-5C51-7B9C-2EB670E45C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2468" y="4374224"/>
            <a:ext cx="1265763" cy="461665"/>
          </a:xfrm>
          <a:prstGeom prst="rect">
            <a:avLst/>
          </a:prstGeom>
          <a:solidFill>
            <a:srgbClr val="0099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现代化经济体系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高质量发展</a:t>
            </a:r>
          </a:p>
        </p:txBody>
      </p:sp>
      <p:grpSp>
        <p:nvGrpSpPr>
          <p:cNvPr id="44062" name="组合 71">
            <a:extLst>
              <a:ext uri="{FF2B5EF4-FFF2-40B4-BE49-F238E27FC236}">
                <a16:creationId xmlns:a16="http://schemas.microsoft.com/office/drawing/2014/main" id="{16DCEF5F-AAE9-9497-26F6-AA951CF25DDD}"/>
              </a:ext>
            </a:extLst>
          </p:cNvPr>
          <p:cNvGrpSpPr>
            <a:grpSpLocks/>
          </p:cNvGrpSpPr>
          <p:nvPr/>
        </p:nvGrpSpPr>
        <p:grpSpPr bwMode="auto">
          <a:xfrm>
            <a:off x="1209540" y="3761453"/>
            <a:ext cx="3592807" cy="1856307"/>
            <a:chOff x="-1384084" y="683460"/>
            <a:chExt cx="4327147" cy="2969404"/>
          </a:xfrm>
        </p:grpSpPr>
        <p:grpSp>
          <p:nvGrpSpPr>
            <p:cNvPr id="75" name="Group 26">
              <a:extLst>
                <a:ext uri="{FF2B5EF4-FFF2-40B4-BE49-F238E27FC236}">
                  <a16:creationId xmlns:a16="http://schemas.microsoft.com/office/drawing/2014/main" id="{FA7EFC29-28DB-D614-37DE-812326867A27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063028" y="887386"/>
              <a:ext cx="412628" cy="2424316"/>
              <a:chOff x="3424" y="1562"/>
              <a:chExt cx="581" cy="1109"/>
            </a:xfrm>
            <a:solidFill>
              <a:srgbClr val="92D050"/>
            </a:solidFill>
          </p:grpSpPr>
          <p:sp>
            <p:nvSpPr>
              <p:cNvPr id="78" name="Line 27">
                <a:extLst>
                  <a:ext uri="{FF2B5EF4-FFF2-40B4-BE49-F238E27FC236}">
                    <a16:creationId xmlns:a16="http://schemas.microsoft.com/office/drawing/2014/main" id="{260790FA-F95C-C2EF-1ACE-E0278ADF2E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06" y="1562"/>
                <a:ext cx="399" cy="8"/>
              </a:xfrm>
              <a:prstGeom prst="line">
                <a:avLst/>
              </a:prstGeom>
              <a:grp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  <p:sp>
            <p:nvSpPr>
              <p:cNvPr id="79" name="Line 28">
                <a:extLst>
                  <a:ext uri="{FF2B5EF4-FFF2-40B4-BE49-F238E27FC236}">
                    <a16:creationId xmlns:a16="http://schemas.microsoft.com/office/drawing/2014/main" id="{F52153DD-C393-DFF6-8F38-B7BA55753F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79" y="1582"/>
                <a:ext cx="0" cy="1089"/>
              </a:xfrm>
              <a:prstGeom prst="line">
                <a:avLst/>
              </a:prstGeom>
              <a:grp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  <p:sp>
            <p:nvSpPr>
              <p:cNvPr id="80" name="Line 29">
                <a:extLst>
                  <a:ext uri="{FF2B5EF4-FFF2-40B4-BE49-F238E27FC236}">
                    <a16:creationId xmlns:a16="http://schemas.microsoft.com/office/drawing/2014/main" id="{CA492FAC-E40C-A73C-1BBA-45F5C7658E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2659"/>
                <a:ext cx="182" cy="0"/>
              </a:xfrm>
              <a:prstGeom prst="line">
                <a:avLst/>
              </a:prstGeom>
              <a:grp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  <p:sp>
            <p:nvSpPr>
              <p:cNvPr id="8" name="Line 27">
                <a:extLst>
                  <a:ext uri="{FF2B5EF4-FFF2-40B4-BE49-F238E27FC236}">
                    <a16:creationId xmlns:a16="http://schemas.microsoft.com/office/drawing/2014/main" id="{FCC8D144-E4F5-0291-BA5D-A7C6EA0560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47" y="2651"/>
                <a:ext cx="328" cy="8"/>
              </a:xfrm>
              <a:prstGeom prst="line">
                <a:avLst/>
              </a:prstGeom>
              <a:grp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</p:grpSp>
        <p:sp>
          <p:nvSpPr>
            <p:cNvPr id="76" name="Text Box 3">
              <a:extLst>
                <a:ext uri="{FF2B5EF4-FFF2-40B4-BE49-F238E27FC236}">
                  <a16:creationId xmlns:a16="http://schemas.microsoft.com/office/drawing/2014/main" id="{DA7240B7-A932-9662-C691-DC3C55C728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384084" y="683460"/>
              <a:ext cx="2530102" cy="118158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协调：产业结构优化；新型工业化、农业现代化、信息化和城镇化</a:t>
              </a:r>
            </a:p>
          </p:txBody>
        </p:sp>
        <p:sp>
          <p:nvSpPr>
            <p:cNvPr id="77" name="Text Box 3">
              <a:extLst>
                <a:ext uri="{FF2B5EF4-FFF2-40B4-BE49-F238E27FC236}">
                  <a16:creationId xmlns:a16="http://schemas.microsoft.com/office/drawing/2014/main" id="{857FDD87-BCD7-847E-45BC-308A660AC3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7187" y="2725475"/>
              <a:ext cx="1605876" cy="73849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协调：城乡区域协调发展战略</a:t>
              </a:r>
            </a:p>
          </p:txBody>
        </p:sp>
        <p:sp>
          <p:nvSpPr>
            <p:cNvPr id="129" name="Text Box 3">
              <a:extLst>
                <a:ext uri="{FF2B5EF4-FFF2-40B4-BE49-F238E27FC236}">
                  <a16:creationId xmlns:a16="http://schemas.microsoft.com/office/drawing/2014/main" id="{E9801E20-E5CB-7208-4456-758311D3C8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263921" y="2618974"/>
              <a:ext cx="2442163" cy="103389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协调：虚拟经济和实体经济</a:t>
              </a:r>
              <a:endPara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endParaRPr>
            </a:p>
            <a:p>
              <a:pPr marL="0" marR="0" lvl="0" indent="0" algn="l" defTabSz="91431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Arial"/>
                </a:rPr>
                <a:t>大数据、人工智能、人力资源、现代金融</a:t>
              </a:r>
            </a:p>
          </p:txBody>
        </p:sp>
      </p:grpSp>
      <p:grpSp>
        <p:nvGrpSpPr>
          <p:cNvPr id="44063" name="组合 80">
            <a:extLst>
              <a:ext uri="{FF2B5EF4-FFF2-40B4-BE49-F238E27FC236}">
                <a16:creationId xmlns:a16="http://schemas.microsoft.com/office/drawing/2014/main" id="{F2915649-B8BA-0E7A-C3DF-F24FB3314DA1}"/>
              </a:ext>
            </a:extLst>
          </p:cNvPr>
          <p:cNvGrpSpPr>
            <a:grpSpLocks/>
          </p:cNvGrpSpPr>
          <p:nvPr/>
        </p:nvGrpSpPr>
        <p:grpSpPr bwMode="auto">
          <a:xfrm>
            <a:off x="5503941" y="3503605"/>
            <a:ext cx="1020630" cy="276999"/>
            <a:chOff x="4605340" y="3929070"/>
            <a:chExt cx="1360487" cy="368298"/>
          </a:xfrm>
        </p:grpSpPr>
        <p:sp>
          <p:nvSpPr>
            <p:cNvPr id="44146" name="Line 25">
              <a:extLst>
                <a:ext uri="{FF2B5EF4-FFF2-40B4-BE49-F238E27FC236}">
                  <a16:creationId xmlns:a16="http://schemas.microsoft.com/office/drawing/2014/main" id="{9BCE1644-51A6-2DBD-9FEC-7333C0E1AC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5340" y="4214813"/>
              <a:ext cx="2159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47" name="Line 25">
              <a:extLst>
                <a:ext uri="{FF2B5EF4-FFF2-40B4-BE49-F238E27FC236}">
                  <a16:creationId xmlns:a16="http://schemas.microsoft.com/office/drawing/2014/main" id="{C4B74982-DA3C-1189-BC01-8142F20C00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49927" y="4214813"/>
              <a:ext cx="2159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stealth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48" name="Text Box 3">
              <a:extLst>
                <a:ext uri="{FF2B5EF4-FFF2-40B4-BE49-F238E27FC236}">
                  <a16:creationId xmlns:a16="http://schemas.microsoft.com/office/drawing/2014/main" id="{FA918B59-37FA-01E8-6B4E-844957E1F8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4265" y="3929070"/>
              <a:ext cx="695328" cy="368298"/>
            </a:xfrm>
            <a:prstGeom prst="rect">
              <a:avLst/>
            </a:prstGeom>
            <a:solidFill>
              <a:srgbClr val="00CC66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Arial"/>
                </a:rPr>
                <a:t>价格</a:t>
              </a:r>
            </a:p>
          </p:txBody>
        </p:sp>
      </p:grpSp>
      <p:grpSp>
        <p:nvGrpSpPr>
          <p:cNvPr id="44064" name="组合 87">
            <a:extLst>
              <a:ext uri="{FF2B5EF4-FFF2-40B4-BE49-F238E27FC236}">
                <a16:creationId xmlns:a16="http://schemas.microsoft.com/office/drawing/2014/main" id="{8DBDE92A-2FF4-8975-E970-94B6F02C66DF}"/>
              </a:ext>
            </a:extLst>
          </p:cNvPr>
          <p:cNvGrpSpPr>
            <a:grpSpLocks/>
          </p:cNvGrpSpPr>
          <p:nvPr/>
        </p:nvGrpSpPr>
        <p:grpSpPr bwMode="auto">
          <a:xfrm>
            <a:off x="5503941" y="2913137"/>
            <a:ext cx="1020630" cy="461665"/>
            <a:chOff x="4605340" y="3929070"/>
            <a:chExt cx="1360487" cy="615235"/>
          </a:xfrm>
        </p:grpSpPr>
        <p:sp>
          <p:nvSpPr>
            <p:cNvPr id="44143" name="Line 25">
              <a:extLst>
                <a:ext uri="{FF2B5EF4-FFF2-40B4-BE49-F238E27FC236}">
                  <a16:creationId xmlns:a16="http://schemas.microsoft.com/office/drawing/2014/main" id="{FF31EEF0-6943-9EBB-F140-38D328E292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5340" y="4214813"/>
              <a:ext cx="2159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44" name="Line 25">
              <a:extLst>
                <a:ext uri="{FF2B5EF4-FFF2-40B4-BE49-F238E27FC236}">
                  <a16:creationId xmlns:a16="http://schemas.microsoft.com/office/drawing/2014/main" id="{0BC3184A-5349-131B-0FB3-85F2DFEEF1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49927" y="4214813"/>
              <a:ext cx="2159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stealth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45" name="Text Box 3">
              <a:extLst>
                <a:ext uri="{FF2B5EF4-FFF2-40B4-BE49-F238E27FC236}">
                  <a16:creationId xmlns:a16="http://schemas.microsoft.com/office/drawing/2014/main" id="{248D4E2A-E978-5C46-5885-F63C57B3DF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4265" y="3929070"/>
              <a:ext cx="695328" cy="615235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Arial"/>
                </a:rPr>
                <a:t>市场机制</a:t>
              </a:r>
            </a:p>
          </p:txBody>
        </p:sp>
      </p:grpSp>
      <p:sp>
        <p:nvSpPr>
          <p:cNvPr id="44065" name="Line 15">
            <a:extLst>
              <a:ext uri="{FF2B5EF4-FFF2-40B4-BE49-F238E27FC236}">
                <a16:creationId xmlns:a16="http://schemas.microsoft.com/office/drawing/2014/main" id="{05BF62C0-CF23-8BCA-06BF-F794AA9E20A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16635" y="3878205"/>
            <a:ext cx="0" cy="37777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66" name="Line 25">
            <a:extLst>
              <a:ext uri="{FF2B5EF4-FFF2-40B4-BE49-F238E27FC236}">
                <a16:creationId xmlns:a16="http://schemas.microsoft.com/office/drawing/2014/main" id="{20027AC3-0080-2330-F79C-0ED0CD2F5C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45202" y="3446461"/>
            <a:ext cx="16190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grpSp>
        <p:nvGrpSpPr>
          <p:cNvPr id="44067" name="组合 98">
            <a:extLst>
              <a:ext uri="{FF2B5EF4-FFF2-40B4-BE49-F238E27FC236}">
                <a16:creationId xmlns:a16="http://schemas.microsoft.com/office/drawing/2014/main" id="{61A7EC6F-1C0A-5DF5-78D6-E8B358E04C65}"/>
              </a:ext>
            </a:extLst>
          </p:cNvPr>
          <p:cNvGrpSpPr>
            <a:grpSpLocks/>
          </p:cNvGrpSpPr>
          <p:nvPr/>
        </p:nvGrpSpPr>
        <p:grpSpPr bwMode="auto">
          <a:xfrm>
            <a:off x="3680142" y="5520132"/>
            <a:ext cx="4844417" cy="952269"/>
            <a:chOff x="2055695" y="6001358"/>
            <a:chExt cx="6458177" cy="1272202"/>
          </a:xfrm>
        </p:grpSpPr>
        <p:sp>
          <p:nvSpPr>
            <p:cNvPr id="44135" name="Text Box 3">
              <a:extLst>
                <a:ext uri="{FF2B5EF4-FFF2-40B4-BE49-F238E27FC236}">
                  <a16:creationId xmlns:a16="http://schemas.microsoft.com/office/drawing/2014/main" id="{2EC51F4F-AF11-AE62-29DA-7EB9743745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5695" y="6269249"/>
              <a:ext cx="1533117" cy="411181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99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Arial"/>
                </a:rPr>
                <a:t>新发展理念</a:t>
              </a:r>
            </a:p>
          </p:txBody>
        </p:sp>
        <p:sp>
          <p:nvSpPr>
            <p:cNvPr id="44136" name="Text Box 3">
              <a:extLst>
                <a:ext uri="{FF2B5EF4-FFF2-40B4-BE49-F238E27FC236}">
                  <a16:creationId xmlns:a16="http://schemas.microsoft.com/office/drawing/2014/main" id="{DD3AA6B5-FE30-A499-6207-462BA0E7DC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7295" y="6286728"/>
              <a:ext cx="2148791" cy="986832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Arial"/>
                </a:rPr>
                <a:t>宏调：</a:t>
              </a: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Arial"/>
                </a:rPr>
                <a:t>经济增长、就业、物价稳定、国际收支平衡</a:t>
              </a:r>
              <a:endPara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endParaRPr>
            </a:p>
          </p:txBody>
        </p:sp>
        <p:sp>
          <p:nvSpPr>
            <p:cNvPr id="44137" name="Text Box 3">
              <a:extLst>
                <a:ext uri="{FF2B5EF4-FFF2-40B4-BE49-F238E27FC236}">
                  <a16:creationId xmlns:a16="http://schemas.microsoft.com/office/drawing/2014/main" id="{BBE339AE-B81B-9FFE-A983-5B3BAFA835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96924" y="6269267"/>
              <a:ext cx="1916948" cy="411181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Arial"/>
                </a:rPr>
                <a:t>财政和货币政策</a:t>
              </a: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endParaRPr>
            </a:p>
          </p:txBody>
        </p:sp>
        <p:grpSp>
          <p:nvGrpSpPr>
            <p:cNvPr id="44138" name="Group 16">
              <a:extLst>
                <a:ext uri="{FF2B5EF4-FFF2-40B4-BE49-F238E27FC236}">
                  <a16:creationId xmlns:a16="http://schemas.microsoft.com/office/drawing/2014/main" id="{2142CADF-99A8-EE81-3890-D9845E92C45F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 flipH="1" flipV="1">
              <a:off x="5128199" y="4313450"/>
              <a:ext cx="119856" cy="3810000"/>
              <a:chOff x="3424" y="1570"/>
              <a:chExt cx="182" cy="1089"/>
            </a:xfrm>
          </p:grpSpPr>
          <p:sp>
            <p:nvSpPr>
              <p:cNvPr id="44140" name="Line 17">
                <a:extLst>
                  <a:ext uri="{FF2B5EF4-FFF2-40B4-BE49-F238E27FC236}">
                    <a16:creationId xmlns:a16="http://schemas.microsoft.com/office/drawing/2014/main" id="{5ABEA452-6E86-EAD4-ABF5-E4C6563B6C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1570"/>
                <a:ext cx="18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  <p:sp>
            <p:nvSpPr>
              <p:cNvPr id="44141" name="Line 18">
                <a:extLst>
                  <a:ext uri="{FF2B5EF4-FFF2-40B4-BE49-F238E27FC236}">
                    <a16:creationId xmlns:a16="http://schemas.microsoft.com/office/drawing/2014/main" id="{AC5E0B88-162B-4F31-3B5F-8412B35330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1570"/>
                <a:ext cx="0" cy="1089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  <p:sp>
            <p:nvSpPr>
              <p:cNvPr id="44142" name="Line 19">
                <a:extLst>
                  <a:ext uri="{FF2B5EF4-FFF2-40B4-BE49-F238E27FC236}">
                    <a16:creationId xmlns:a16="http://schemas.microsoft.com/office/drawing/2014/main" id="{3D419DE6-3FB8-E6F7-C8FF-0F5385B0D8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2659"/>
                <a:ext cx="18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31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Arial"/>
                </a:endParaRPr>
              </a:p>
            </p:txBody>
          </p:sp>
        </p:grpSp>
        <p:sp>
          <p:nvSpPr>
            <p:cNvPr id="44139" name="Line 20">
              <a:extLst>
                <a:ext uri="{FF2B5EF4-FFF2-40B4-BE49-F238E27FC236}">
                  <a16:creationId xmlns:a16="http://schemas.microsoft.com/office/drawing/2014/main" id="{0610B239-5100-CBF8-E529-1015B183505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 flipH="1" flipV="1">
              <a:off x="5013376" y="6079940"/>
              <a:ext cx="157163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44068" name="Line 25">
            <a:extLst>
              <a:ext uri="{FF2B5EF4-FFF2-40B4-BE49-F238E27FC236}">
                <a16:creationId xmlns:a16="http://schemas.microsoft.com/office/drawing/2014/main" id="{43B06354-3C2A-FDCA-0D6B-03C2ED4CC06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99173" y="2749640"/>
            <a:ext cx="333333" cy="204762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grpSp>
        <p:nvGrpSpPr>
          <p:cNvPr id="44069" name="Group 57">
            <a:extLst>
              <a:ext uri="{FF2B5EF4-FFF2-40B4-BE49-F238E27FC236}">
                <a16:creationId xmlns:a16="http://schemas.microsoft.com/office/drawing/2014/main" id="{5F087883-45B1-6D20-4EF9-A9DADEAF61B2}"/>
              </a:ext>
            </a:extLst>
          </p:cNvPr>
          <p:cNvGrpSpPr>
            <a:grpSpLocks/>
          </p:cNvGrpSpPr>
          <p:nvPr/>
        </p:nvGrpSpPr>
        <p:grpSpPr bwMode="auto">
          <a:xfrm>
            <a:off x="8130930" y="4951740"/>
            <a:ext cx="85715" cy="571426"/>
            <a:chOff x="0" y="0"/>
            <a:chExt cx="182" cy="1089"/>
          </a:xfrm>
        </p:grpSpPr>
        <p:sp>
          <p:nvSpPr>
            <p:cNvPr id="44132" name="Line 27">
              <a:extLst>
                <a:ext uri="{FF2B5EF4-FFF2-40B4-BE49-F238E27FC236}">
                  <a16:creationId xmlns:a16="http://schemas.microsoft.com/office/drawing/2014/main" id="{A8EAC78F-949B-6327-0DF7-281422670B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33" name="Line 28">
              <a:extLst>
                <a:ext uri="{FF2B5EF4-FFF2-40B4-BE49-F238E27FC236}">
                  <a16:creationId xmlns:a16="http://schemas.microsoft.com/office/drawing/2014/main" id="{AB2BED0B-2832-9656-5017-B2811CF361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108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34" name="Line 29">
              <a:extLst>
                <a:ext uri="{FF2B5EF4-FFF2-40B4-BE49-F238E27FC236}">
                  <a16:creationId xmlns:a16="http://schemas.microsoft.com/office/drawing/2014/main" id="{F0A702A0-0DDE-5D99-51E0-ABFE1B3913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089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44070" name="Line 25">
            <a:extLst>
              <a:ext uri="{FF2B5EF4-FFF2-40B4-BE49-F238E27FC236}">
                <a16:creationId xmlns:a16="http://schemas.microsoft.com/office/drawing/2014/main" id="{5A0B02A2-1BDF-2501-FA97-E5CC1D4EAE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13470" y="5250151"/>
            <a:ext cx="120634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71" name="Text Box 3">
            <a:extLst>
              <a:ext uri="{FF2B5EF4-FFF2-40B4-BE49-F238E27FC236}">
                <a16:creationId xmlns:a16="http://schemas.microsoft.com/office/drawing/2014/main" id="{A6694E49-1F26-C978-F0D7-04DC4BDC5B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3788" y="4729519"/>
            <a:ext cx="853965" cy="261610"/>
          </a:xfrm>
          <a:prstGeom prst="rect">
            <a:avLst/>
          </a:prstGeom>
          <a:solidFill>
            <a:srgbClr val="0099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企业投资</a:t>
            </a: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B</a:t>
            </a:r>
            <a:endParaRPr kumimoji="0" lang="zh-CN" altLang="en-US" sz="11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</p:txBody>
      </p:sp>
      <p:sp>
        <p:nvSpPr>
          <p:cNvPr id="44072" name="Text Box 3">
            <a:extLst>
              <a:ext uri="{FF2B5EF4-FFF2-40B4-BE49-F238E27FC236}">
                <a16:creationId xmlns:a16="http://schemas.microsoft.com/office/drawing/2014/main" id="{DF3A601E-6D21-53D9-9942-6637EE5BF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3788" y="5294595"/>
            <a:ext cx="576188" cy="338554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政府财政投资</a:t>
            </a:r>
          </a:p>
        </p:txBody>
      </p:sp>
      <p:sp>
        <p:nvSpPr>
          <p:cNvPr id="44073" name="Line 25">
            <a:extLst>
              <a:ext uri="{FF2B5EF4-FFF2-40B4-BE49-F238E27FC236}">
                <a16:creationId xmlns:a16="http://schemas.microsoft.com/office/drawing/2014/main" id="{DC4CD851-A4BD-CC94-BC5F-D26848914A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30929" y="1746470"/>
            <a:ext cx="879361" cy="793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117" name="Text Box 3">
            <a:extLst>
              <a:ext uri="{FF2B5EF4-FFF2-40B4-BE49-F238E27FC236}">
                <a16:creationId xmlns:a16="http://schemas.microsoft.com/office/drawing/2014/main" id="{0B135505-4553-FF0C-BD34-05B818B0C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5472" y="1572212"/>
            <a:ext cx="922217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全球化</a:t>
            </a:r>
          </a:p>
        </p:txBody>
      </p:sp>
      <p:sp>
        <p:nvSpPr>
          <p:cNvPr id="44075" name="Line 25">
            <a:extLst>
              <a:ext uri="{FF2B5EF4-FFF2-40B4-BE49-F238E27FC236}">
                <a16:creationId xmlns:a16="http://schemas.microsoft.com/office/drawing/2014/main" id="{09E220F4-EA2D-3154-99FD-DBAC9D19751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24570" y="1754408"/>
            <a:ext cx="909520" cy="15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76" name="Text Box 3">
            <a:extLst>
              <a:ext uri="{FF2B5EF4-FFF2-40B4-BE49-F238E27FC236}">
                <a16:creationId xmlns:a16="http://schemas.microsoft.com/office/drawing/2014/main" id="{91A95F2D-69AF-FA3A-DB7D-B13ADA155B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67411" y="1642201"/>
            <a:ext cx="1555548" cy="307777"/>
          </a:xfrm>
          <a:prstGeom prst="rect">
            <a:avLst/>
          </a:prstGeom>
          <a:solidFill>
            <a:srgbClr val="0099FF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对外经济竞争力</a:t>
            </a:r>
          </a:p>
        </p:txBody>
      </p:sp>
      <p:sp>
        <p:nvSpPr>
          <p:cNvPr id="44077" name="Line 15">
            <a:extLst>
              <a:ext uri="{FF2B5EF4-FFF2-40B4-BE49-F238E27FC236}">
                <a16:creationId xmlns:a16="http://schemas.microsoft.com/office/drawing/2014/main" id="{86E54B59-25B5-69D5-F9B7-C824660739A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42033" y="2079803"/>
            <a:ext cx="0" cy="37777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78" name="Text Box 3">
            <a:extLst>
              <a:ext uri="{FF2B5EF4-FFF2-40B4-BE49-F238E27FC236}">
                <a16:creationId xmlns:a16="http://schemas.microsoft.com/office/drawing/2014/main" id="{5F17EFE6-2CE3-F280-AFAD-6E2C185A6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7437" y="1984562"/>
            <a:ext cx="1765816" cy="461665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全球治理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：参与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WTO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等规则制定和修改</a:t>
            </a:r>
          </a:p>
        </p:txBody>
      </p:sp>
      <p:sp>
        <p:nvSpPr>
          <p:cNvPr id="94" name="Text Box 6">
            <a:extLst>
              <a:ext uri="{FF2B5EF4-FFF2-40B4-BE49-F238E27FC236}">
                <a16:creationId xmlns:a16="http://schemas.microsoft.com/office/drawing/2014/main" id="{44CC273B-EB2E-5D61-DBB8-276A0C19C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456" y="2463926"/>
            <a:ext cx="400110" cy="59047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eaVert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91431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黑体" pitchFamily="49" charset="-122"/>
                <a:cs typeface="Arial"/>
              </a:rPr>
              <a:t>质量</a:t>
            </a:r>
          </a:p>
        </p:txBody>
      </p:sp>
      <p:sp>
        <p:nvSpPr>
          <p:cNvPr id="96" name="Text Box 6">
            <a:extLst>
              <a:ext uri="{FF2B5EF4-FFF2-40B4-BE49-F238E27FC236}">
                <a16:creationId xmlns:a16="http://schemas.microsoft.com/office/drawing/2014/main" id="{1DD8B57B-5F38-5AA3-E302-1A5B27BD8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3994" y="2463926"/>
            <a:ext cx="400110" cy="59047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eaVert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91431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黑体" pitchFamily="49" charset="-122"/>
                <a:cs typeface="Arial"/>
              </a:rPr>
              <a:t>成本</a:t>
            </a:r>
          </a:p>
        </p:txBody>
      </p:sp>
      <p:sp>
        <p:nvSpPr>
          <p:cNvPr id="97" name="Line 30">
            <a:extLst>
              <a:ext uri="{FF2B5EF4-FFF2-40B4-BE49-F238E27FC236}">
                <a16:creationId xmlns:a16="http://schemas.microsoft.com/office/drawing/2014/main" id="{85527326-8B1A-3D99-048E-FFF553079721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5936" y="2903570"/>
            <a:ext cx="1016809" cy="3840"/>
          </a:xfrm>
          <a:prstGeom prst="line">
            <a:avLst/>
          </a:prstGeom>
          <a:noFill/>
          <a:ln w="25400">
            <a:solidFill>
              <a:srgbClr val="7A05FB"/>
            </a:solidFill>
            <a:round/>
            <a:headEnd/>
            <a:tailEnd type="triangle" w="med" len="med"/>
          </a:ln>
          <a:scene3d>
            <a:camera prst="orthographicFront"/>
            <a:lightRig rig="threePt" dir="t"/>
          </a:scene3d>
          <a:sp3d extrusionH="76200">
            <a:extrusionClr>
              <a:srgbClr val="0000FF"/>
            </a:extrusionClr>
          </a:sp3d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85" name="Line 15">
            <a:extLst>
              <a:ext uri="{FF2B5EF4-FFF2-40B4-BE49-F238E27FC236}">
                <a16:creationId xmlns:a16="http://schemas.microsoft.com/office/drawing/2014/main" id="{0D8F78B5-038C-EED3-675B-2CE225D7A2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11883" y="1714724"/>
            <a:ext cx="0" cy="37777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86" name="Text Box 3">
            <a:extLst>
              <a:ext uri="{FF2B5EF4-FFF2-40B4-BE49-F238E27FC236}">
                <a16:creationId xmlns:a16="http://schemas.microsoft.com/office/drawing/2014/main" id="{06D2051E-D37C-56CD-4923-E19E9AE21C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0141" y="1654407"/>
            <a:ext cx="942853" cy="276999"/>
          </a:xfrm>
          <a:prstGeom prst="rect">
            <a:avLst/>
          </a:prstGeom>
          <a:solidFill>
            <a:srgbClr val="0099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生产要素</a:t>
            </a:r>
          </a:p>
        </p:txBody>
      </p:sp>
      <p:sp>
        <p:nvSpPr>
          <p:cNvPr id="44087" name="Line 15">
            <a:extLst>
              <a:ext uri="{FF2B5EF4-FFF2-40B4-BE49-F238E27FC236}">
                <a16:creationId xmlns:a16="http://schemas.microsoft.com/office/drawing/2014/main" id="{B39673F1-6EB8-28BA-C661-04A30E9FEA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97599" y="2089326"/>
            <a:ext cx="0" cy="37777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88" name="Text Box 3">
            <a:extLst>
              <a:ext uri="{FF2B5EF4-FFF2-40B4-BE49-F238E27FC236}">
                <a16:creationId xmlns:a16="http://schemas.microsoft.com/office/drawing/2014/main" id="{71FC4995-32DD-8C14-4BA6-322CC69417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6958" y="4576343"/>
            <a:ext cx="1464126" cy="461665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市场规则、秩序：质量、安全、产权</a:t>
            </a:r>
          </a:p>
        </p:txBody>
      </p:sp>
      <p:sp>
        <p:nvSpPr>
          <p:cNvPr id="128" name="Text Box 3">
            <a:extLst>
              <a:ext uri="{FF2B5EF4-FFF2-40B4-BE49-F238E27FC236}">
                <a16:creationId xmlns:a16="http://schemas.microsoft.com/office/drawing/2014/main" id="{36B808E5-581F-1442-ACF3-BC7CAB277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5529" y="3902360"/>
            <a:ext cx="3111413" cy="461665"/>
          </a:xfrm>
          <a:prstGeom prst="rect">
            <a:avLst/>
          </a:prstGeom>
          <a:solidFill>
            <a:srgbClr val="FFFF00"/>
          </a:solidFill>
          <a:ln w="9525">
            <a:solidFill>
              <a:srgbClr val="00B0F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7A05FB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供给侧和需求侧：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不平衡不充分与美好生活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/>
            </a:endParaRPr>
          </a:p>
          <a:p>
            <a:pPr marL="0" marR="0" lvl="0" indent="0" algn="ctr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00FF00"/>
                </a:highlight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质、量、速</a:t>
            </a:r>
          </a:p>
        </p:txBody>
      </p:sp>
      <p:sp>
        <p:nvSpPr>
          <p:cNvPr id="44090" name="Text Box 3">
            <a:extLst>
              <a:ext uri="{FF2B5EF4-FFF2-40B4-BE49-F238E27FC236}">
                <a16:creationId xmlns:a16="http://schemas.microsoft.com/office/drawing/2014/main" id="{91FD73C6-891B-55AC-4613-5B5DDE3E7F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9957" y="2596383"/>
            <a:ext cx="321417" cy="1384995"/>
          </a:xfrm>
          <a:prstGeom prst="rect">
            <a:avLst/>
          </a:prstGeom>
          <a:solidFill>
            <a:srgbClr val="FFC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共享：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rgbClr val="0099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收入分配</a:t>
            </a:r>
          </a:p>
        </p:txBody>
      </p:sp>
      <p:sp>
        <p:nvSpPr>
          <p:cNvPr id="44092" name="Text Box 3">
            <a:extLst>
              <a:ext uri="{FF2B5EF4-FFF2-40B4-BE49-F238E27FC236}">
                <a16:creationId xmlns:a16="http://schemas.microsoft.com/office/drawing/2014/main" id="{03A9F7B1-D221-5F76-5755-E14E7D1D80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7412" y="1468694"/>
            <a:ext cx="300000" cy="646331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外循环</a:t>
            </a:r>
          </a:p>
        </p:txBody>
      </p:sp>
      <p:grpSp>
        <p:nvGrpSpPr>
          <p:cNvPr id="44093" name="Group 2">
            <a:extLst>
              <a:ext uri="{FF2B5EF4-FFF2-40B4-BE49-F238E27FC236}">
                <a16:creationId xmlns:a16="http://schemas.microsoft.com/office/drawing/2014/main" id="{0CE21F14-B93E-6354-FD2E-CBDF5CFBAFF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195986" y="1455996"/>
            <a:ext cx="126984" cy="723806"/>
            <a:chOff x="0" y="0"/>
            <a:chExt cx="182" cy="1089"/>
          </a:xfrm>
        </p:grpSpPr>
        <p:sp>
          <p:nvSpPr>
            <p:cNvPr id="44129" name="Line 27">
              <a:extLst>
                <a:ext uri="{FF2B5EF4-FFF2-40B4-BE49-F238E27FC236}">
                  <a16:creationId xmlns:a16="http://schemas.microsoft.com/office/drawing/2014/main" id="{CEF527C3-139E-AB7E-8099-09F0915ACA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30" name="Line 28">
              <a:extLst>
                <a:ext uri="{FF2B5EF4-FFF2-40B4-BE49-F238E27FC236}">
                  <a16:creationId xmlns:a16="http://schemas.microsoft.com/office/drawing/2014/main" id="{5F8C9A96-40AC-BAD6-8082-9B089BF70A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108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31" name="Line 29">
              <a:extLst>
                <a:ext uri="{FF2B5EF4-FFF2-40B4-BE49-F238E27FC236}">
                  <a16:creationId xmlns:a16="http://schemas.microsoft.com/office/drawing/2014/main" id="{C83256F5-E221-9DB9-27C6-884FCF0CAA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089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44094" name="Line 25">
            <a:extLst>
              <a:ext uri="{FF2B5EF4-FFF2-40B4-BE49-F238E27FC236}">
                <a16:creationId xmlns:a16="http://schemas.microsoft.com/office/drawing/2014/main" id="{2F362B32-6BD5-7A7A-79CF-5E7ED666AF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340430" y="1848056"/>
            <a:ext cx="119047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grpSp>
        <p:nvGrpSpPr>
          <p:cNvPr id="44095" name="Group 21">
            <a:extLst>
              <a:ext uri="{FF2B5EF4-FFF2-40B4-BE49-F238E27FC236}">
                <a16:creationId xmlns:a16="http://schemas.microsoft.com/office/drawing/2014/main" id="{ABABCD24-BAFF-59BB-7DA4-58DF5E66ED3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767410" y="2033772"/>
            <a:ext cx="88888" cy="2826969"/>
            <a:chOff x="3424" y="1570"/>
            <a:chExt cx="182" cy="1089"/>
          </a:xfrm>
        </p:grpSpPr>
        <p:sp>
          <p:nvSpPr>
            <p:cNvPr id="44126" name="Line 22">
              <a:extLst>
                <a:ext uri="{FF2B5EF4-FFF2-40B4-BE49-F238E27FC236}">
                  <a16:creationId xmlns:a16="http://schemas.microsoft.com/office/drawing/2014/main" id="{0071B5C7-F05A-281F-560F-40B972FF5F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1570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27" name="Line 23">
              <a:extLst>
                <a:ext uri="{FF2B5EF4-FFF2-40B4-BE49-F238E27FC236}">
                  <a16:creationId xmlns:a16="http://schemas.microsoft.com/office/drawing/2014/main" id="{714463B1-180A-0202-E1CB-631F323DB6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1570"/>
              <a:ext cx="0" cy="108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  <p:sp>
          <p:nvSpPr>
            <p:cNvPr id="44128" name="Line 24">
              <a:extLst>
                <a:ext uri="{FF2B5EF4-FFF2-40B4-BE49-F238E27FC236}">
                  <a16:creationId xmlns:a16="http://schemas.microsoft.com/office/drawing/2014/main" id="{92F07945-0A0C-2DD7-4D28-8DF930BC81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2659"/>
              <a:ext cx="18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31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endParaRPr>
            </a:p>
          </p:txBody>
        </p:sp>
      </p:grpSp>
      <p:sp>
        <p:nvSpPr>
          <p:cNvPr id="44096" name="Text Box 3">
            <a:extLst>
              <a:ext uri="{FF2B5EF4-FFF2-40B4-BE49-F238E27FC236}">
                <a16:creationId xmlns:a16="http://schemas.microsoft.com/office/drawing/2014/main" id="{AE072D19-692B-FC9C-6B54-EBE461B19F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3810" y="2516960"/>
            <a:ext cx="399998" cy="2062103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双循环新发展格局</a:t>
            </a:r>
          </a:p>
        </p:txBody>
      </p:sp>
      <p:sp>
        <p:nvSpPr>
          <p:cNvPr id="44097" name="Line 25">
            <a:extLst>
              <a:ext uri="{FF2B5EF4-FFF2-40B4-BE49-F238E27FC236}">
                <a16:creationId xmlns:a16="http://schemas.microsoft.com/office/drawing/2014/main" id="{49EA9668-A0DA-8C61-9849-359629F68A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30112" y="4660885"/>
            <a:ext cx="302291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44098" name="Text Box 3">
            <a:extLst>
              <a:ext uri="{FF2B5EF4-FFF2-40B4-BE49-F238E27FC236}">
                <a16:creationId xmlns:a16="http://schemas.microsoft.com/office/drawing/2014/main" id="{80A19A6F-109C-BAC3-1210-B50DFCBC51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3187" y="212750"/>
            <a:ext cx="4428549" cy="646331"/>
          </a:xfrm>
          <a:prstGeom prst="rect">
            <a:avLst/>
          </a:prstGeom>
          <a:solidFill>
            <a:srgbClr val="00B05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经济与社会效益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"/>
            </a:endParaRPr>
          </a:p>
        </p:txBody>
      </p:sp>
      <p:sp>
        <p:nvSpPr>
          <p:cNvPr id="44099" name="Text Box 3">
            <a:extLst>
              <a:ext uri="{FF2B5EF4-FFF2-40B4-BE49-F238E27FC236}">
                <a16:creationId xmlns:a16="http://schemas.microsoft.com/office/drawing/2014/main" id="{C038D77A-11CD-F795-6E0A-16A8E10BA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8078" y="1970280"/>
            <a:ext cx="1057137" cy="276999"/>
          </a:xfrm>
          <a:prstGeom prst="rect">
            <a:avLst/>
          </a:prstGeom>
          <a:solidFill>
            <a:srgbClr val="92D05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劳动生产率</a:t>
            </a:r>
          </a:p>
        </p:txBody>
      </p:sp>
      <p:sp>
        <p:nvSpPr>
          <p:cNvPr id="44100" name="Text Box 3">
            <a:extLst>
              <a:ext uri="{FF2B5EF4-FFF2-40B4-BE49-F238E27FC236}">
                <a16:creationId xmlns:a16="http://schemas.microsoft.com/office/drawing/2014/main" id="{3F0D3991-ADA1-D6BB-A089-037880DF7A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8230" y="1630597"/>
            <a:ext cx="214284" cy="830997"/>
          </a:xfrm>
          <a:prstGeom prst="rect">
            <a:avLst/>
          </a:prstGeom>
          <a:solidFill>
            <a:srgbClr val="92D05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自主创新</a:t>
            </a:r>
          </a:p>
        </p:txBody>
      </p:sp>
      <p:sp>
        <p:nvSpPr>
          <p:cNvPr id="145" name="Text Box 3">
            <a:extLst>
              <a:ext uri="{FF2B5EF4-FFF2-40B4-BE49-F238E27FC236}">
                <a16:creationId xmlns:a16="http://schemas.microsoft.com/office/drawing/2014/main" id="{639BC1E4-851C-C900-E104-3AFF6F1091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467" y="3494785"/>
            <a:ext cx="758714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以人民为中心</a:t>
            </a:r>
          </a:p>
        </p:txBody>
      </p:sp>
      <p:sp>
        <p:nvSpPr>
          <p:cNvPr id="146" name="Text Box 3">
            <a:extLst>
              <a:ext uri="{FF2B5EF4-FFF2-40B4-BE49-F238E27FC236}">
                <a16:creationId xmlns:a16="http://schemas.microsoft.com/office/drawing/2014/main" id="{C248E243-1FF5-A932-F64B-A7220A09A4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6808" y="2932179"/>
            <a:ext cx="898409" cy="27699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竞争优势</a:t>
            </a: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F02DC12F-53AB-7FA9-056A-44C2A1C8BC0C}"/>
                  </a:ext>
                </a:extLst>
              </p14:cNvPr>
              <p14:cNvContentPartPr/>
              <p14:nvPr/>
            </p14:nvContentPartPr>
            <p14:xfrm>
              <a:off x="5486050" y="5748484"/>
              <a:ext cx="11160" cy="36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F02DC12F-53AB-7FA9-056A-44C2A1C8BC0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68050" y="5640484"/>
                <a:ext cx="468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31787B36-F3C5-85B5-6813-554AA7250BEB}"/>
                  </a:ext>
                </a:extLst>
              </p14:cNvPr>
              <p14:cNvContentPartPr/>
              <p14:nvPr/>
            </p14:nvContentPartPr>
            <p14:xfrm>
              <a:off x="5790930" y="4245320"/>
              <a:ext cx="360" cy="360"/>
            </p14:xfrm>
          </p:contentPart>
        </mc:Choice>
        <mc:Fallback xmlns=""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31787B36-F3C5-85B5-6813-554AA7250BE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72930" y="4137320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B6E8A0FA-C0E4-05B0-96CF-DF9258829558}"/>
                  </a:ext>
                </a:extLst>
              </p14:cNvPr>
              <p14:cNvContentPartPr/>
              <p14:nvPr/>
            </p14:nvContentPartPr>
            <p14:xfrm>
              <a:off x="5444296" y="3142064"/>
              <a:ext cx="360" cy="360"/>
            </p14:xfrm>
          </p:contentPart>
        </mc:Choice>
        <mc:Fallback xmlns=""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B6E8A0FA-C0E4-05B0-96CF-DF925882955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26296" y="3034064"/>
                <a:ext cx="36000" cy="21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4106" name="组合 22">
            <a:extLst>
              <a:ext uri="{FF2B5EF4-FFF2-40B4-BE49-F238E27FC236}">
                <a16:creationId xmlns:a16="http://schemas.microsoft.com/office/drawing/2014/main" id="{740D31AB-8FBC-6446-CDEE-B2E8CE5911DE}"/>
              </a:ext>
            </a:extLst>
          </p:cNvPr>
          <p:cNvGrpSpPr>
            <a:grpSpLocks/>
          </p:cNvGrpSpPr>
          <p:nvPr/>
        </p:nvGrpSpPr>
        <p:grpSpPr bwMode="auto">
          <a:xfrm>
            <a:off x="5759494" y="5727402"/>
            <a:ext cx="95238" cy="125397"/>
            <a:chOff x="5759570" y="5727906"/>
            <a:chExt cx="95040" cy="12600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C7441B6F-4703-51AA-EE05-FB90EBECA8F7}"/>
                    </a:ext>
                  </a:extLst>
                </p14:cNvPr>
                <p14:cNvContentPartPr/>
                <p14:nvPr/>
              </p14:nvContentPartPr>
              <p14:xfrm>
                <a:off x="5843450" y="5727906"/>
                <a:ext cx="360" cy="360"/>
              </p14:xfrm>
            </p:contentPart>
          </mc:Choice>
          <mc:Fallback xmlns=""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C7441B6F-4703-51AA-EE05-FB90EBECA8F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825450" y="561990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1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9F09363C-CC35-22C5-4450-29F540FD6B7B}"/>
                    </a:ext>
                  </a:extLst>
                </p14:cNvPr>
                <p14:cNvContentPartPr/>
                <p14:nvPr/>
              </p14:nvContentPartPr>
              <p14:xfrm>
                <a:off x="5832650" y="5801346"/>
                <a:ext cx="360" cy="360"/>
              </p14:xfrm>
            </p:contentPart>
          </mc:Choice>
          <mc:Fallback xmlns=""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9F09363C-CC35-22C5-4450-29F540FD6B7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814650" y="569334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4189326D-A262-C44C-A509-AB8D4DAF5277}"/>
                    </a:ext>
                  </a:extLst>
                </p14:cNvPr>
                <p14:cNvContentPartPr/>
                <p14:nvPr/>
              </p14:nvContentPartPr>
              <p14:xfrm>
                <a:off x="5822570" y="5769666"/>
                <a:ext cx="360" cy="360"/>
              </p14:xfrm>
            </p:contentPart>
          </mc:Choice>
          <mc:Fallback xmlns=""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4189326D-A262-C44C-A509-AB8D4DAF527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804570" y="566166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5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88695C3A-F7DE-C026-09E1-0DC9497A2915}"/>
                    </a:ext>
                  </a:extLst>
                </p14:cNvPr>
                <p14:cNvContentPartPr/>
                <p14:nvPr/>
              </p14:nvContentPartPr>
              <p14:xfrm>
                <a:off x="5811770" y="5853546"/>
                <a:ext cx="360" cy="360"/>
              </p14:xfrm>
            </p:contentPart>
          </mc:Choice>
          <mc:Fallback xmlns=""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88695C3A-F7DE-C026-09E1-0DC9497A291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793770" y="574554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7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D9DC81A2-7B99-9BAB-DF19-D04BA2F14AB0}"/>
                    </a:ext>
                  </a:extLst>
                </p14:cNvPr>
                <p14:cNvContentPartPr/>
                <p14:nvPr/>
              </p14:nvContentPartPr>
              <p14:xfrm>
                <a:off x="5811770" y="5853546"/>
                <a:ext cx="360" cy="360"/>
              </p14:xfrm>
            </p:contentPart>
          </mc:Choice>
          <mc:Fallback xmlns=""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D9DC81A2-7B99-9BAB-DF19-D04BA2F14AB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793770" y="574554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AAC67A23-669E-1C90-17CB-D6E950649D07}"/>
                    </a:ext>
                  </a:extLst>
                </p14:cNvPr>
                <p14:cNvContentPartPr/>
                <p14:nvPr/>
              </p14:nvContentPartPr>
              <p14:xfrm>
                <a:off x="5759570" y="5822226"/>
                <a:ext cx="360" cy="360"/>
              </p14:xfrm>
            </p:contentPart>
          </mc:Choice>
          <mc:Fallback xmlns=""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AAC67A23-669E-1C90-17CB-D6E950649D0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741570" y="571422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0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57D4E5C8-5F68-95B6-1576-4BD30AE3D288}"/>
                    </a:ext>
                  </a:extLst>
                </p14:cNvPr>
                <p14:cNvContentPartPr/>
                <p14:nvPr/>
              </p14:nvContentPartPr>
              <p14:xfrm>
                <a:off x="5759570" y="5822226"/>
                <a:ext cx="360" cy="360"/>
              </p14:xfrm>
            </p:contentPart>
          </mc:Choice>
          <mc:Fallback xmlns=""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57D4E5C8-5F68-95B6-1576-4BD30AE3D2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741570" y="571422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1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22B98472-CE16-47AD-9EA6-C733259D1747}"/>
                    </a:ext>
                  </a:extLst>
                </p14:cNvPr>
                <p14:cNvContentPartPr/>
                <p14:nvPr/>
              </p14:nvContentPartPr>
              <p14:xfrm>
                <a:off x="5854250" y="5780466"/>
                <a:ext cx="360" cy="360"/>
              </p14:xfrm>
            </p:contentPart>
          </mc:Choice>
          <mc:Fallback xmlns=""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22B98472-CE16-47AD-9EA6-C733259D174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836250" y="567246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107" name="组合 21">
            <a:extLst>
              <a:ext uri="{FF2B5EF4-FFF2-40B4-BE49-F238E27FC236}">
                <a16:creationId xmlns:a16="http://schemas.microsoft.com/office/drawing/2014/main" id="{D87618B8-BD61-4454-0CBE-F5476ECBF7AC}"/>
              </a:ext>
            </a:extLst>
          </p:cNvPr>
          <p:cNvGrpSpPr>
            <a:grpSpLocks/>
          </p:cNvGrpSpPr>
          <p:nvPr/>
        </p:nvGrpSpPr>
        <p:grpSpPr bwMode="auto">
          <a:xfrm>
            <a:off x="6159494" y="5779782"/>
            <a:ext cx="9525" cy="0"/>
            <a:chOff x="6158810" y="5780466"/>
            <a:chExt cx="10800" cy="3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3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2265B97B-0847-4141-AE69-F30476177D40}"/>
                    </a:ext>
                  </a:extLst>
                </p14:cNvPr>
                <p14:cNvContentPartPr/>
                <p14:nvPr/>
              </p14:nvContentPartPr>
              <p14:xfrm>
                <a:off x="6158810" y="5780466"/>
                <a:ext cx="360" cy="360"/>
              </p14:xfrm>
            </p:contentPart>
          </mc:Choice>
          <mc:Fallback xmlns=""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2265B97B-0847-4141-AE69-F30476177D4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140810" y="567246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5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A017F50B-4A48-89AB-49FD-1EC9E4D5AB68}"/>
                    </a:ext>
                  </a:extLst>
                </p14:cNvPr>
                <p14:cNvContentPartPr/>
                <p14:nvPr/>
              </p14:nvContentPartPr>
              <p14:xfrm>
                <a:off x="6169250" y="5780466"/>
                <a:ext cx="360" cy="360"/>
              </p14:xfrm>
            </p:contentPart>
          </mc:Choice>
          <mc:Fallback xmlns=""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A017F50B-4A48-89AB-49FD-1EC9E4D5AB6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151250" y="567246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7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9BD2DBDC-46BC-4AB8-C7FE-31B9CD8DF02C}"/>
                    </a:ext>
                  </a:extLst>
                </p14:cNvPr>
                <p14:cNvContentPartPr/>
                <p14:nvPr/>
              </p14:nvContentPartPr>
              <p14:xfrm>
                <a:off x="6169250" y="5780466"/>
                <a:ext cx="360" cy="360"/>
              </p14:xfrm>
            </p:contentPart>
          </mc:Choice>
          <mc:Fallback xmlns=""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9BD2DBDC-46BC-4AB8-C7FE-31B9CD8DF02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151250" y="567246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8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5A614E52-DF78-447C-591F-9F12F9BD463B}"/>
                  </a:ext>
                </a:extLst>
              </p14:cNvPr>
              <p14:cNvContentPartPr/>
              <p14:nvPr/>
            </p14:nvContentPartPr>
            <p14:xfrm>
              <a:off x="7755914" y="5790239"/>
              <a:ext cx="360" cy="360"/>
            </p14:xfrm>
          </p:contentPart>
        </mc:Choice>
        <mc:Fallback xmlns=""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5A614E52-DF78-447C-591F-9F12F9BD463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737914" y="5682239"/>
                <a:ext cx="36000" cy="21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4109" name="组合 27">
            <a:extLst>
              <a:ext uri="{FF2B5EF4-FFF2-40B4-BE49-F238E27FC236}">
                <a16:creationId xmlns:a16="http://schemas.microsoft.com/office/drawing/2014/main" id="{C08890C2-E24D-4201-0C36-C433CB0ABCEE}"/>
              </a:ext>
            </a:extLst>
          </p:cNvPr>
          <p:cNvGrpSpPr>
            <a:grpSpLocks/>
          </p:cNvGrpSpPr>
          <p:nvPr/>
        </p:nvGrpSpPr>
        <p:grpSpPr bwMode="auto">
          <a:xfrm>
            <a:off x="6053144" y="2165516"/>
            <a:ext cx="1587" cy="0"/>
            <a:chOff x="6053690" y="2164626"/>
            <a:chExt cx="360" cy="3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0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8B4DA44D-D7FB-1612-4EAD-961C17D0CA9C}"/>
                    </a:ext>
                  </a:extLst>
                </p14:cNvPr>
                <p14:cNvContentPartPr/>
                <p14:nvPr/>
              </p14:nvContentPartPr>
              <p14:xfrm>
                <a:off x="6053690" y="2164626"/>
                <a:ext cx="360" cy="360"/>
              </p14:xfrm>
            </p:contentPart>
          </mc:Choice>
          <mc:Fallback xmlns=""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8B4DA44D-D7FB-1612-4EAD-961C17D0CA9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035690" y="205662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2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2863BA9D-0429-248B-AFA5-6EF821EFFC28}"/>
                    </a:ext>
                  </a:extLst>
                </p14:cNvPr>
                <p14:cNvContentPartPr/>
                <p14:nvPr/>
              </p14:nvContentPartPr>
              <p14:xfrm>
                <a:off x="6053690" y="2164626"/>
                <a:ext cx="360" cy="360"/>
              </p14:xfrm>
            </p:contentPart>
          </mc:Choice>
          <mc:Fallback xmlns=""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2863BA9D-0429-248B-AFA5-6EF821EFFC2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035690" y="2056626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3">
            <p14:nvContentPartPr>
              <p14:cNvPr id="26" name="墨迹 25">
                <a:extLst>
                  <a:ext uri="{FF2B5EF4-FFF2-40B4-BE49-F238E27FC236}">
                    <a16:creationId xmlns:a16="http://schemas.microsoft.com/office/drawing/2014/main" id="{8FD3B9EB-325E-0105-C7B7-B3F88BC385A1}"/>
                  </a:ext>
                </a:extLst>
              </p14:cNvPr>
              <p14:cNvContentPartPr/>
              <p14:nvPr/>
            </p14:nvContentPartPr>
            <p14:xfrm>
              <a:off x="4120028" y="840524"/>
              <a:ext cx="360" cy="360"/>
            </p14:xfrm>
          </p:contentPart>
        </mc:Choice>
        <mc:Fallback xmlns="">
          <p:pic>
            <p:nvPicPr>
              <p:cNvPr id="26" name="墨迹 25">
                <a:extLst>
                  <a:ext uri="{FF2B5EF4-FFF2-40B4-BE49-F238E27FC236}">
                    <a16:creationId xmlns:a16="http://schemas.microsoft.com/office/drawing/2014/main" id="{8FD3B9EB-325E-0105-C7B7-B3F88BC385A1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102028" y="732524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5">
            <p14:nvContentPartPr>
              <p14:cNvPr id="27" name="墨迹 26">
                <a:extLst>
                  <a:ext uri="{FF2B5EF4-FFF2-40B4-BE49-F238E27FC236}">
                    <a16:creationId xmlns:a16="http://schemas.microsoft.com/office/drawing/2014/main" id="{F91F6475-CACD-9BED-DEB2-10EC3D826832}"/>
                  </a:ext>
                </a:extLst>
              </p14:cNvPr>
              <p14:cNvContentPartPr/>
              <p14:nvPr/>
            </p14:nvContentPartPr>
            <p14:xfrm>
              <a:off x="5118538" y="651548"/>
              <a:ext cx="360" cy="360"/>
            </p14:xfrm>
          </p:contentPart>
        </mc:Choice>
        <mc:Fallback xmlns="">
          <p:pic>
            <p:nvPicPr>
              <p:cNvPr id="27" name="墨迹 26">
                <a:extLst>
                  <a:ext uri="{FF2B5EF4-FFF2-40B4-BE49-F238E27FC236}">
                    <a16:creationId xmlns:a16="http://schemas.microsoft.com/office/drawing/2014/main" id="{F91F6475-CACD-9BED-DEB2-10EC3D826832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100538" y="543548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7">
            <p14:nvContentPartPr>
              <p14:cNvPr id="29" name="墨迹 28">
                <a:extLst>
                  <a:ext uri="{FF2B5EF4-FFF2-40B4-BE49-F238E27FC236}">
                    <a16:creationId xmlns:a16="http://schemas.microsoft.com/office/drawing/2014/main" id="{2015ECFB-B060-036E-27DD-A7A01B5A8710}"/>
                  </a:ext>
                </a:extLst>
              </p14:cNvPr>
              <p14:cNvContentPartPr/>
              <p14:nvPr/>
            </p14:nvContentPartPr>
            <p14:xfrm>
              <a:off x="10751084" y="6536782"/>
              <a:ext cx="360" cy="360"/>
            </p14:xfrm>
          </p:contentPart>
        </mc:Choice>
        <mc:Fallback xmlns="">
          <p:pic>
            <p:nvPicPr>
              <p:cNvPr id="29" name="墨迹 28">
                <a:extLst>
                  <a:ext uri="{FF2B5EF4-FFF2-40B4-BE49-F238E27FC236}">
                    <a16:creationId xmlns:a16="http://schemas.microsoft.com/office/drawing/2014/main" id="{2015ECFB-B060-036E-27DD-A7A01B5A8710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0733084" y="6428782"/>
                <a:ext cx="3600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143" name="Text Box 3">
            <a:extLst>
              <a:ext uri="{FF2B5EF4-FFF2-40B4-BE49-F238E27FC236}">
                <a16:creationId xmlns:a16="http://schemas.microsoft.com/office/drawing/2014/main" id="{18A39314-54A8-2C0E-705C-DFA03359DC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7065" y="945965"/>
            <a:ext cx="1150346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l" defTabSz="914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Arial"/>
              </a:rPr>
              <a:t>投资和贸易的自由化和便利化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EEAA6C7-D14B-19FC-3044-3610BFB08B7F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188681" y="6117335"/>
            <a:ext cx="3856611" cy="456997"/>
          </a:xfrm>
          <a:prstGeom prst="rect">
            <a:avLst/>
          </a:prstGeom>
        </p:spPr>
      </p:pic>
      <p:sp>
        <p:nvSpPr>
          <p:cNvPr id="44084" name="Line 25">
            <a:extLst>
              <a:ext uri="{FF2B5EF4-FFF2-40B4-BE49-F238E27FC236}">
                <a16:creationId xmlns:a16="http://schemas.microsoft.com/office/drawing/2014/main" id="{69625D3F-7EA0-593D-3241-E1E5B68AE6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4590" y="3991355"/>
            <a:ext cx="517457" cy="1098486"/>
          </a:xfrm>
          <a:prstGeom prst="line">
            <a:avLst/>
          </a:prstGeom>
          <a:noFill/>
          <a:ln w="25400">
            <a:solidFill>
              <a:srgbClr val="7A05FB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16" name="Line 30">
            <a:extLst>
              <a:ext uri="{FF2B5EF4-FFF2-40B4-BE49-F238E27FC236}">
                <a16:creationId xmlns:a16="http://schemas.microsoft.com/office/drawing/2014/main" id="{444006F9-F8DB-6452-455F-8F26E3844274}"/>
              </a:ext>
            </a:extLst>
          </p:cNvPr>
          <p:cNvSpPr>
            <a:spLocks noChangeShapeType="1"/>
          </p:cNvSpPr>
          <p:nvPr/>
        </p:nvSpPr>
        <p:spPr bwMode="auto">
          <a:xfrm>
            <a:off x="4622990" y="1952381"/>
            <a:ext cx="1134916" cy="1004518"/>
          </a:xfrm>
          <a:prstGeom prst="line">
            <a:avLst/>
          </a:prstGeom>
          <a:noFill/>
          <a:ln w="25400">
            <a:solidFill>
              <a:srgbClr val="7A05FB"/>
            </a:solidFill>
            <a:round/>
            <a:headEnd/>
            <a:tailEnd type="triangle" w="med" len="med"/>
          </a:ln>
          <a:scene3d>
            <a:camera prst="orthographicFront"/>
            <a:lightRig rig="threePt" dir="t"/>
          </a:scene3d>
          <a:sp3d extrusionH="76200">
            <a:extrusionClr>
              <a:srgbClr val="0000FF"/>
            </a:extrusionClr>
          </a:sp3d>
        </p:spPr>
        <p:txBody>
          <a:bodyPr/>
          <a:lstStyle/>
          <a:p>
            <a:pPr marL="0" marR="0" lvl="0" indent="0" algn="l" defTabSz="9143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5881255"/>
      </p:ext>
    </p:extLst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4CF23A0-93AF-F761-0573-62EF7F8BD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93" y="338006"/>
            <a:ext cx="11245904" cy="582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353908"/>
      </p:ext>
    </p:extLst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4" name="Line 25"/>
          <p:cNvSpPr>
            <a:spLocks noChangeShapeType="1"/>
          </p:cNvSpPr>
          <p:nvPr/>
        </p:nvSpPr>
        <p:spPr bwMode="auto">
          <a:xfrm flipH="1" flipV="1">
            <a:off x="1553649" y="2731209"/>
            <a:ext cx="11073" cy="234439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87" name="Line 30"/>
          <p:cNvSpPr>
            <a:spLocks noChangeShapeType="1"/>
          </p:cNvSpPr>
          <p:nvPr/>
        </p:nvSpPr>
        <p:spPr bwMode="auto">
          <a:xfrm flipH="1">
            <a:off x="4343678" y="4794910"/>
            <a:ext cx="3426367" cy="12754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38" name="Rectangle 2"/>
          <p:cNvSpPr>
            <a:spLocks noGrp="1"/>
          </p:cNvSpPr>
          <p:nvPr>
            <p:ph type="title" idx="4294967295"/>
          </p:nvPr>
        </p:nvSpPr>
        <p:spPr>
          <a:xfrm>
            <a:off x="328875" y="661670"/>
            <a:ext cx="523495" cy="3813042"/>
          </a:xfrm>
          <a:solidFill>
            <a:srgbClr val="FFFFCC"/>
          </a:solidFill>
          <a:ln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r>
              <a:rPr lang="zh-CN" altLang="en-US" sz="2800" dirty="0">
                <a:ea typeface="黑体" pitchFamily="2" charset="-122"/>
              </a:rPr>
              <a:t>第三单元</a:t>
            </a:r>
            <a:br>
              <a:rPr lang="en-US" altLang="zh-CN" sz="2800" dirty="0">
                <a:ea typeface="黑体" pitchFamily="2" charset="-122"/>
              </a:rPr>
            </a:br>
            <a:r>
              <a:rPr lang="zh-CN" altLang="en-US" sz="2800" dirty="0">
                <a:ea typeface="黑体" pitchFamily="2" charset="-122"/>
              </a:rPr>
              <a:t>  文化框架图</a:t>
            </a:r>
          </a:p>
        </p:txBody>
      </p:sp>
      <p:sp>
        <p:nvSpPr>
          <p:cNvPr id="14339" name="Text Box 6"/>
          <p:cNvSpPr txBox="1">
            <a:spLocks noChangeArrowheads="1"/>
          </p:cNvSpPr>
          <p:nvPr/>
        </p:nvSpPr>
        <p:spPr bwMode="auto">
          <a:xfrm>
            <a:off x="1438780" y="1535335"/>
            <a:ext cx="430887" cy="12552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000000"/>
                </a:solidFill>
                <a:ea typeface="黑体" pitchFamily="2" charset="-122"/>
              </a:rPr>
              <a:t>文 化</a:t>
            </a:r>
            <a:r>
              <a:rPr lang="en-US" altLang="zh-CN" sz="1600" dirty="0">
                <a:solidFill>
                  <a:srgbClr val="000000"/>
                </a:solidFill>
                <a:ea typeface="黑体" pitchFamily="2" charset="-122"/>
              </a:rPr>
              <a:t>—</a:t>
            </a:r>
            <a:r>
              <a:rPr lang="zh-CN" altLang="en-US" sz="1600" dirty="0">
                <a:solidFill>
                  <a:srgbClr val="000000"/>
                </a:solidFill>
                <a:ea typeface="黑体" pitchFamily="2" charset="-122"/>
              </a:rPr>
              <a:t>载体</a:t>
            </a:r>
          </a:p>
        </p:txBody>
      </p:sp>
      <p:sp>
        <p:nvSpPr>
          <p:cNvPr id="14341" name="Text Box 3"/>
          <p:cNvSpPr txBox="1">
            <a:spLocks noChangeArrowheads="1"/>
          </p:cNvSpPr>
          <p:nvPr/>
        </p:nvSpPr>
        <p:spPr bwMode="auto">
          <a:xfrm>
            <a:off x="6444811" y="1053356"/>
            <a:ext cx="1028011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B050"/>
                </a:solidFill>
                <a:latin typeface="黑体" pitchFamily="2" charset="-122"/>
                <a:ea typeface="黑体" pitchFamily="2" charset="-122"/>
              </a:rPr>
              <a:t>创造性转化</a:t>
            </a:r>
            <a:endParaRPr lang="en-US" altLang="zh-CN" sz="1200" dirty="0">
              <a:solidFill>
                <a:srgbClr val="00B05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B050"/>
                </a:solidFill>
                <a:latin typeface="黑体" pitchFamily="2" charset="-122"/>
                <a:ea typeface="黑体" pitchFamily="2" charset="-122"/>
              </a:rPr>
              <a:t>创新性发展</a:t>
            </a:r>
          </a:p>
        </p:txBody>
      </p:sp>
      <p:sp>
        <p:nvSpPr>
          <p:cNvPr id="14342" name="Line 24"/>
          <p:cNvSpPr>
            <a:spLocks noChangeShapeType="1"/>
          </p:cNvSpPr>
          <p:nvPr/>
        </p:nvSpPr>
        <p:spPr bwMode="auto">
          <a:xfrm flipH="1">
            <a:off x="5446713" y="9465557"/>
            <a:ext cx="144462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43" name="Line 25"/>
          <p:cNvSpPr>
            <a:spLocks noChangeShapeType="1"/>
          </p:cNvSpPr>
          <p:nvPr/>
        </p:nvSpPr>
        <p:spPr bwMode="auto">
          <a:xfrm flipV="1">
            <a:off x="4068070" y="3803241"/>
            <a:ext cx="966324" cy="1587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2563043" y="1256735"/>
            <a:ext cx="287338" cy="1655763"/>
            <a:chOff x="3424" y="1570"/>
            <a:chExt cx="182" cy="1089"/>
          </a:xfrm>
        </p:grpSpPr>
        <p:sp>
          <p:nvSpPr>
            <p:cNvPr id="14463" name="Line 27"/>
            <p:cNvSpPr>
              <a:spLocks noChangeShapeType="1"/>
            </p:cNvSpPr>
            <p:nvPr/>
          </p:nvSpPr>
          <p:spPr bwMode="auto">
            <a:xfrm>
              <a:off x="3424" y="1570"/>
              <a:ext cx="1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100">
                <a:solidFill>
                  <a:srgbClr val="000000"/>
                </a:solidFill>
              </a:endParaRPr>
            </a:p>
          </p:txBody>
        </p:sp>
        <p:sp>
          <p:nvSpPr>
            <p:cNvPr id="14464" name="Line 28"/>
            <p:cNvSpPr>
              <a:spLocks noChangeShapeType="1"/>
            </p:cNvSpPr>
            <p:nvPr/>
          </p:nvSpPr>
          <p:spPr bwMode="auto">
            <a:xfrm>
              <a:off x="3424" y="1570"/>
              <a:ext cx="0" cy="108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100">
                <a:solidFill>
                  <a:srgbClr val="000000"/>
                </a:solidFill>
              </a:endParaRPr>
            </a:p>
          </p:txBody>
        </p:sp>
        <p:sp>
          <p:nvSpPr>
            <p:cNvPr id="14465" name="Line 29"/>
            <p:cNvSpPr>
              <a:spLocks noChangeShapeType="1"/>
            </p:cNvSpPr>
            <p:nvPr/>
          </p:nvSpPr>
          <p:spPr bwMode="auto">
            <a:xfrm>
              <a:off x="3424" y="2659"/>
              <a:ext cx="1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100">
                <a:solidFill>
                  <a:srgbClr val="000000"/>
                </a:solidFill>
              </a:endParaRPr>
            </a:p>
          </p:txBody>
        </p:sp>
      </p:grpSp>
      <p:sp>
        <p:nvSpPr>
          <p:cNvPr id="14347" name="Text Box 3"/>
          <p:cNvSpPr txBox="1">
            <a:spLocks noChangeArrowheads="1"/>
          </p:cNvSpPr>
          <p:nvPr/>
        </p:nvSpPr>
        <p:spPr bwMode="auto">
          <a:xfrm>
            <a:off x="1801881" y="3626407"/>
            <a:ext cx="2259338" cy="2769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文化</a:t>
            </a:r>
            <a:r>
              <a:rPr lang="zh-CN" altLang="en-US" sz="1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特点</a:t>
            </a:r>
            <a:r>
              <a:rPr lang="zh-CN" altLang="en-US" sz="12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、</a:t>
            </a:r>
            <a:r>
              <a:rPr lang="zh-CN" altLang="en-US" sz="1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态度</a:t>
            </a:r>
            <a:r>
              <a:rPr lang="zh-CN" altLang="en-US" sz="12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、</a:t>
            </a:r>
            <a:r>
              <a:rPr lang="zh-CN" altLang="en-US" sz="1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规律和意义</a:t>
            </a:r>
          </a:p>
        </p:txBody>
      </p:sp>
      <p:sp>
        <p:nvSpPr>
          <p:cNvPr id="14348" name="Line 25"/>
          <p:cNvSpPr>
            <a:spLocks noChangeShapeType="1"/>
          </p:cNvSpPr>
          <p:nvPr/>
        </p:nvSpPr>
        <p:spPr bwMode="auto">
          <a:xfrm flipV="1">
            <a:off x="4872045" y="1328032"/>
            <a:ext cx="287337" cy="0"/>
          </a:xfrm>
          <a:prstGeom prst="line">
            <a:avLst/>
          </a:prstGeom>
          <a:noFill/>
          <a:ln w="25400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49" name="Line 14"/>
          <p:cNvSpPr>
            <a:spLocks noChangeShapeType="1"/>
          </p:cNvSpPr>
          <p:nvPr/>
        </p:nvSpPr>
        <p:spPr bwMode="auto">
          <a:xfrm rot="10800000" flipH="1" flipV="1">
            <a:off x="4981795" y="2082953"/>
            <a:ext cx="1466647" cy="985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50" name="Line 15"/>
          <p:cNvSpPr>
            <a:spLocks noChangeShapeType="1"/>
          </p:cNvSpPr>
          <p:nvPr/>
        </p:nvSpPr>
        <p:spPr bwMode="auto">
          <a:xfrm>
            <a:off x="8672698" y="3335458"/>
            <a:ext cx="0" cy="144922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51" name="Text Box 3"/>
          <p:cNvSpPr txBox="1">
            <a:spLocks noChangeArrowheads="1"/>
          </p:cNvSpPr>
          <p:nvPr/>
        </p:nvSpPr>
        <p:spPr bwMode="auto">
          <a:xfrm>
            <a:off x="5142594" y="3480379"/>
            <a:ext cx="1439863" cy="52322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中国特色社会主义文化发展道路</a:t>
            </a:r>
          </a:p>
        </p:txBody>
      </p:sp>
      <p:sp>
        <p:nvSpPr>
          <p:cNvPr id="14352" name="Line 30"/>
          <p:cNvSpPr>
            <a:spLocks noChangeShapeType="1"/>
          </p:cNvSpPr>
          <p:nvPr/>
        </p:nvSpPr>
        <p:spPr bwMode="auto">
          <a:xfrm flipH="1">
            <a:off x="9409121" y="3178613"/>
            <a:ext cx="358766" cy="381444"/>
          </a:xfrm>
          <a:prstGeom prst="line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54" name="Line 25"/>
          <p:cNvSpPr>
            <a:spLocks noChangeShapeType="1"/>
          </p:cNvSpPr>
          <p:nvPr/>
        </p:nvSpPr>
        <p:spPr bwMode="auto">
          <a:xfrm>
            <a:off x="6888163" y="1543939"/>
            <a:ext cx="0" cy="28733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55" name="Text Box 3"/>
          <p:cNvSpPr txBox="1">
            <a:spLocks noChangeArrowheads="1"/>
          </p:cNvSpPr>
          <p:nvPr/>
        </p:nvSpPr>
        <p:spPr bwMode="auto">
          <a:xfrm>
            <a:off x="9787669" y="2009062"/>
            <a:ext cx="544929" cy="1169551"/>
          </a:xfrm>
          <a:prstGeom prst="rect">
            <a:avLst/>
          </a:prstGeom>
          <a:solidFill>
            <a:srgbClr val="FDCD5F"/>
          </a:solidFill>
          <a:ln w="9525">
            <a:solidFill>
              <a:srgbClr val="FFC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5DA2"/>
                </a:solidFill>
                <a:latin typeface="黑体" pitchFamily="2" charset="-122"/>
                <a:ea typeface="黑体" pitchFamily="2" charset="-122"/>
              </a:rPr>
              <a:t>社会主义核心价值观</a:t>
            </a:r>
          </a:p>
        </p:txBody>
      </p:sp>
      <p:sp>
        <p:nvSpPr>
          <p:cNvPr id="14356" name="Line 25"/>
          <p:cNvSpPr>
            <a:spLocks noChangeShapeType="1"/>
          </p:cNvSpPr>
          <p:nvPr/>
        </p:nvSpPr>
        <p:spPr bwMode="auto">
          <a:xfrm flipV="1">
            <a:off x="4842447" y="2882196"/>
            <a:ext cx="287338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57" name="Text Box 3"/>
          <p:cNvSpPr txBox="1">
            <a:spLocks noChangeArrowheads="1"/>
          </p:cNvSpPr>
          <p:nvPr/>
        </p:nvSpPr>
        <p:spPr bwMode="auto">
          <a:xfrm>
            <a:off x="5319296" y="2675279"/>
            <a:ext cx="863522" cy="30777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953735"/>
                </a:solidFill>
                <a:latin typeface="黑体" pitchFamily="2" charset="-122"/>
                <a:ea typeface="黑体" pitchFamily="2" charset="-122"/>
              </a:rPr>
              <a:t>交流</a:t>
            </a:r>
          </a:p>
        </p:txBody>
      </p:sp>
      <p:sp>
        <p:nvSpPr>
          <p:cNvPr id="14360" name="Line 25"/>
          <p:cNvSpPr>
            <a:spLocks noChangeShapeType="1"/>
          </p:cNvSpPr>
          <p:nvPr/>
        </p:nvSpPr>
        <p:spPr bwMode="auto">
          <a:xfrm flipV="1">
            <a:off x="6238875" y="2882196"/>
            <a:ext cx="287338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61" name="Text Box 3"/>
          <p:cNvSpPr txBox="1">
            <a:spLocks noChangeArrowheads="1"/>
          </p:cNvSpPr>
          <p:nvPr/>
        </p:nvSpPr>
        <p:spPr bwMode="auto">
          <a:xfrm>
            <a:off x="6511876" y="2684667"/>
            <a:ext cx="863522" cy="30777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953735"/>
                </a:solidFill>
                <a:latin typeface="黑体" pitchFamily="2" charset="-122"/>
                <a:ea typeface="黑体" pitchFamily="2" charset="-122"/>
              </a:rPr>
              <a:t>交融</a:t>
            </a:r>
          </a:p>
        </p:txBody>
      </p:sp>
      <p:sp>
        <p:nvSpPr>
          <p:cNvPr id="14362" name="Line 25"/>
          <p:cNvSpPr>
            <a:spLocks noChangeShapeType="1"/>
          </p:cNvSpPr>
          <p:nvPr/>
        </p:nvSpPr>
        <p:spPr bwMode="auto">
          <a:xfrm flipV="1">
            <a:off x="6910516" y="2272315"/>
            <a:ext cx="0" cy="358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63" name="Text Box 3"/>
          <p:cNvSpPr txBox="1">
            <a:spLocks noChangeArrowheads="1"/>
          </p:cNvSpPr>
          <p:nvPr/>
        </p:nvSpPr>
        <p:spPr bwMode="auto">
          <a:xfrm>
            <a:off x="6441180" y="1840324"/>
            <a:ext cx="1108862" cy="461665"/>
          </a:xfrm>
          <a:prstGeom prst="rect">
            <a:avLst/>
          </a:prstGeom>
          <a:solidFill>
            <a:srgbClr val="00B0F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融通不同资源</a:t>
            </a:r>
            <a:endParaRPr lang="en-US" altLang="zh-CN" sz="1200" dirty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实现综合创新</a:t>
            </a:r>
          </a:p>
        </p:txBody>
      </p:sp>
      <p:sp>
        <p:nvSpPr>
          <p:cNvPr id="14364" name="Line 25"/>
          <p:cNvSpPr>
            <a:spLocks noChangeShapeType="1"/>
          </p:cNvSpPr>
          <p:nvPr/>
        </p:nvSpPr>
        <p:spPr bwMode="auto">
          <a:xfrm flipV="1">
            <a:off x="7462841" y="2882196"/>
            <a:ext cx="287337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65" name="Line 25"/>
          <p:cNvSpPr>
            <a:spLocks noChangeShapeType="1"/>
          </p:cNvSpPr>
          <p:nvPr/>
        </p:nvSpPr>
        <p:spPr bwMode="auto">
          <a:xfrm>
            <a:off x="3935413" y="1543936"/>
            <a:ext cx="0" cy="3603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66" name="Line 25"/>
          <p:cNvSpPr>
            <a:spLocks noChangeShapeType="1"/>
          </p:cNvSpPr>
          <p:nvPr/>
        </p:nvSpPr>
        <p:spPr bwMode="auto">
          <a:xfrm flipV="1">
            <a:off x="3935413" y="2263715"/>
            <a:ext cx="0" cy="3603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67" name="Text Box 3"/>
          <p:cNvSpPr txBox="1">
            <a:spLocks noChangeArrowheads="1"/>
          </p:cNvSpPr>
          <p:nvPr/>
        </p:nvSpPr>
        <p:spPr bwMode="auto">
          <a:xfrm>
            <a:off x="2687635" y="1959688"/>
            <a:ext cx="2279673" cy="307777"/>
          </a:xfrm>
          <a:prstGeom prst="rect">
            <a:avLst/>
          </a:prstGeom>
          <a:solidFill>
            <a:srgbClr val="0099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社会实践：</a:t>
            </a:r>
            <a:r>
              <a:rPr lang="zh-CN" altLang="en-US" sz="1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以人民为中心</a:t>
            </a:r>
          </a:p>
        </p:txBody>
      </p:sp>
      <p:sp>
        <p:nvSpPr>
          <p:cNvPr id="14368" name="Line 25"/>
          <p:cNvSpPr>
            <a:spLocks noChangeShapeType="1"/>
          </p:cNvSpPr>
          <p:nvPr/>
        </p:nvSpPr>
        <p:spPr bwMode="auto">
          <a:xfrm flipV="1">
            <a:off x="7462841" y="1328032"/>
            <a:ext cx="287337" cy="0"/>
          </a:xfrm>
          <a:prstGeom prst="line">
            <a:avLst/>
          </a:prstGeom>
          <a:noFill/>
          <a:ln w="25400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69" name="Text Box 3"/>
          <p:cNvSpPr txBox="1">
            <a:spLocks noChangeArrowheads="1"/>
          </p:cNvSpPr>
          <p:nvPr/>
        </p:nvSpPr>
        <p:spPr bwMode="auto">
          <a:xfrm>
            <a:off x="7725662" y="876396"/>
            <a:ext cx="1223962" cy="738664"/>
          </a:xfrm>
          <a:prstGeom prst="rect">
            <a:avLst/>
          </a:prstGeom>
          <a:solidFill>
            <a:srgbClr val="FF0000"/>
          </a:solidFill>
          <a:ln w="9525">
            <a:solidFill>
              <a:srgbClr val="00B05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革命文化和</a:t>
            </a:r>
            <a:endParaRPr lang="en-US" altLang="zh-CN" sz="1400" dirty="0">
              <a:solidFill>
                <a:srgbClr val="FFFF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社会主义先进文化</a:t>
            </a:r>
          </a:p>
        </p:txBody>
      </p:sp>
      <p:sp>
        <p:nvSpPr>
          <p:cNvPr id="14370" name="Line 25"/>
          <p:cNvSpPr>
            <a:spLocks noChangeShapeType="1"/>
          </p:cNvSpPr>
          <p:nvPr/>
        </p:nvSpPr>
        <p:spPr bwMode="auto">
          <a:xfrm flipV="1">
            <a:off x="8975727" y="1328032"/>
            <a:ext cx="287338" cy="0"/>
          </a:xfrm>
          <a:prstGeom prst="line">
            <a:avLst/>
          </a:prstGeom>
          <a:noFill/>
          <a:ln w="25400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71" name="Text Box 3"/>
          <p:cNvSpPr txBox="1">
            <a:spLocks noChangeArrowheads="1"/>
          </p:cNvSpPr>
          <p:nvPr/>
        </p:nvSpPr>
        <p:spPr bwMode="auto">
          <a:xfrm>
            <a:off x="9359145" y="957411"/>
            <a:ext cx="2386651" cy="692497"/>
          </a:xfrm>
          <a:prstGeom prst="rect">
            <a:avLst/>
          </a:prstGeom>
          <a:solidFill>
            <a:srgbClr val="FF0000"/>
          </a:solidFill>
          <a:ln w="9525">
            <a:solidFill>
              <a:srgbClr val="00B05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中华民族精神</a:t>
            </a:r>
            <a:endParaRPr lang="en-US" altLang="zh-CN" sz="1400" dirty="0">
              <a:solidFill>
                <a:srgbClr val="FFFF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（爱国：</a:t>
            </a:r>
            <a:r>
              <a:rPr lang="zh-CN" altLang="en-US" sz="11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团结统一 爱好和平</a:t>
            </a:r>
            <a:endParaRPr lang="en-US" altLang="zh-CN" sz="1100" dirty="0">
              <a:solidFill>
                <a:srgbClr val="FFFF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1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           </a:t>
            </a:r>
            <a:r>
              <a:rPr lang="zh-CN" altLang="en-US" sz="11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勤劳勇敢  自强不息）</a:t>
            </a:r>
            <a:endParaRPr lang="zh-CN" altLang="en-US" sz="1400" dirty="0">
              <a:solidFill>
                <a:srgbClr val="FFFF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372" name="Line 25"/>
          <p:cNvSpPr>
            <a:spLocks noChangeShapeType="1"/>
          </p:cNvSpPr>
          <p:nvPr/>
        </p:nvSpPr>
        <p:spPr bwMode="auto">
          <a:xfrm>
            <a:off x="9912350" y="1616969"/>
            <a:ext cx="0" cy="285751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73" name="Line 25"/>
          <p:cNvSpPr>
            <a:spLocks noChangeShapeType="1"/>
          </p:cNvSpPr>
          <p:nvPr/>
        </p:nvSpPr>
        <p:spPr bwMode="auto">
          <a:xfrm flipV="1">
            <a:off x="7550042" y="2084616"/>
            <a:ext cx="2873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74" name="Text Box 3"/>
          <p:cNvSpPr txBox="1">
            <a:spLocks noChangeArrowheads="1"/>
          </p:cNvSpPr>
          <p:nvPr/>
        </p:nvSpPr>
        <p:spPr bwMode="auto">
          <a:xfrm>
            <a:off x="7879784" y="1800463"/>
            <a:ext cx="1290806" cy="523220"/>
          </a:xfrm>
          <a:prstGeom prst="rect">
            <a:avLst/>
          </a:prstGeom>
          <a:solidFill>
            <a:srgbClr val="00B0F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latin typeface="黑体" pitchFamily="2" charset="-122"/>
                <a:ea typeface="黑体" pitchFamily="2" charset="-122"/>
              </a:rPr>
              <a:t>弘扬主旋律</a:t>
            </a:r>
            <a:endParaRPr lang="en-US" altLang="zh-CN" sz="1400" dirty="0"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latin typeface="黑体" pitchFamily="2" charset="-122"/>
                <a:ea typeface="黑体" pitchFamily="2" charset="-122"/>
              </a:rPr>
              <a:t>传递正能量</a:t>
            </a:r>
          </a:p>
        </p:txBody>
      </p:sp>
      <p:sp>
        <p:nvSpPr>
          <p:cNvPr id="14375" name="Line 25"/>
          <p:cNvSpPr>
            <a:spLocks noChangeShapeType="1"/>
          </p:cNvSpPr>
          <p:nvPr/>
        </p:nvSpPr>
        <p:spPr bwMode="auto">
          <a:xfrm>
            <a:off x="9166594" y="2120196"/>
            <a:ext cx="624731" cy="706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76" name="Text Box 3"/>
          <p:cNvSpPr txBox="1">
            <a:spLocks noChangeArrowheads="1"/>
          </p:cNvSpPr>
          <p:nvPr/>
        </p:nvSpPr>
        <p:spPr bwMode="auto">
          <a:xfrm>
            <a:off x="7785449" y="2597025"/>
            <a:ext cx="1865139" cy="6463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953735"/>
                </a:solidFill>
                <a:latin typeface="黑体" pitchFamily="2" charset="-122"/>
                <a:ea typeface="黑体" pitchFamily="2" charset="-122"/>
              </a:rPr>
              <a:t>提升软实力，扩大影响力</a:t>
            </a:r>
            <a:endParaRPr lang="en-US" altLang="zh-CN" sz="1200" dirty="0">
              <a:solidFill>
                <a:srgbClr val="953735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953735"/>
                </a:solidFill>
                <a:latin typeface="黑体" pitchFamily="2" charset="-122"/>
                <a:ea typeface="黑体" pitchFamily="2" charset="-122"/>
              </a:rPr>
              <a:t>原则：不忘本来  </a:t>
            </a:r>
            <a:endParaRPr lang="en-US" altLang="zh-CN" sz="1200" dirty="0">
              <a:solidFill>
                <a:srgbClr val="953735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953735"/>
                </a:solidFill>
                <a:latin typeface="黑体" pitchFamily="2" charset="-122"/>
                <a:ea typeface="黑体" pitchFamily="2" charset="-122"/>
              </a:rPr>
              <a:t>吸收外来 面向未来</a:t>
            </a:r>
            <a:endParaRPr lang="zh-CN" altLang="en-US" sz="1050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377" name="Line 25"/>
          <p:cNvSpPr>
            <a:spLocks noChangeShapeType="1"/>
          </p:cNvSpPr>
          <p:nvPr/>
        </p:nvSpPr>
        <p:spPr bwMode="auto">
          <a:xfrm flipH="1">
            <a:off x="2565425" y="3123106"/>
            <a:ext cx="1" cy="446899"/>
          </a:xfrm>
          <a:prstGeom prst="line">
            <a:avLst/>
          </a:prstGeom>
          <a:noFill/>
          <a:ln w="25400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80" name="Text Box 3"/>
          <p:cNvSpPr txBox="1">
            <a:spLocks noChangeArrowheads="1"/>
          </p:cNvSpPr>
          <p:nvPr/>
        </p:nvSpPr>
        <p:spPr bwMode="auto">
          <a:xfrm>
            <a:off x="7881043" y="3539227"/>
            <a:ext cx="1511300" cy="369332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rgbClr val="FFFF00"/>
                </a:solidFill>
                <a:highlight>
                  <a:srgbClr val="00FF00"/>
                </a:highlight>
                <a:latin typeface="黑体" pitchFamily="2" charset="-122"/>
                <a:ea typeface="黑体" pitchFamily="2" charset="-122"/>
              </a:rPr>
              <a:t>※</a:t>
            </a:r>
            <a:r>
              <a:rPr lang="zh-CN" altLang="en-US" b="1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文化自信</a:t>
            </a:r>
          </a:p>
        </p:txBody>
      </p:sp>
      <p:sp>
        <p:nvSpPr>
          <p:cNvPr id="14381" name="Line 30"/>
          <p:cNvSpPr>
            <a:spLocks noChangeShapeType="1"/>
          </p:cNvSpPr>
          <p:nvPr/>
        </p:nvSpPr>
        <p:spPr bwMode="auto">
          <a:xfrm flipH="1">
            <a:off x="6685359" y="3768040"/>
            <a:ext cx="1137852" cy="1338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82" name="Line 25"/>
          <p:cNvSpPr>
            <a:spLocks noChangeShapeType="1"/>
          </p:cNvSpPr>
          <p:nvPr/>
        </p:nvSpPr>
        <p:spPr bwMode="auto">
          <a:xfrm>
            <a:off x="10066642" y="3414076"/>
            <a:ext cx="7936" cy="938286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83" name="Line 30"/>
          <p:cNvSpPr>
            <a:spLocks noChangeShapeType="1"/>
          </p:cNvSpPr>
          <p:nvPr/>
        </p:nvSpPr>
        <p:spPr bwMode="auto">
          <a:xfrm flipH="1" flipV="1">
            <a:off x="9539965" y="4807663"/>
            <a:ext cx="297762" cy="2927"/>
          </a:xfrm>
          <a:prstGeom prst="line">
            <a:avLst/>
          </a:prstGeom>
          <a:noFill/>
          <a:ln w="254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384" name="Text Box 3"/>
          <p:cNvSpPr txBox="1">
            <a:spLocks noChangeArrowheads="1"/>
          </p:cNvSpPr>
          <p:nvPr/>
        </p:nvSpPr>
        <p:spPr bwMode="auto">
          <a:xfrm>
            <a:off x="7796792" y="4583576"/>
            <a:ext cx="1789479" cy="52322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党的领导：革命文化</a:t>
            </a:r>
            <a:endParaRPr lang="en-US" altLang="zh-CN" sz="1400" b="1" dirty="0">
              <a:solidFill>
                <a:srgbClr val="FFFF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社会主义先进文化</a:t>
            </a:r>
          </a:p>
        </p:txBody>
      </p:sp>
      <p:sp>
        <p:nvSpPr>
          <p:cNvPr id="14385" name="Text Box 3"/>
          <p:cNvSpPr txBox="1">
            <a:spLocks noChangeArrowheads="1"/>
          </p:cNvSpPr>
          <p:nvPr/>
        </p:nvSpPr>
        <p:spPr bwMode="auto">
          <a:xfrm>
            <a:off x="7967664" y="6009569"/>
            <a:ext cx="1511299" cy="4001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rgbClr val="C00000"/>
                </a:solidFill>
                <a:highlight>
                  <a:srgbClr val="00FF00"/>
                </a:highlight>
                <a:latin typeface="黑体" pitchFamily="2" charset="-122"/>
                <a:ea typeface="黑体" pitchFamily="2" charset="-122"/>
              </a:rPr>
              <a:t>※</a:t>
            </a:r>
            <a:r>
              <a:rPr lang="zh-CN" altLang="en-US" sz="2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文化强国</a:t>
            </a:r>
            <a:endParaRPr lang="zh-CN" altLang="en-US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388" name="Line 25"/>
          <p:cNvSpPr>
            <a:spLocks noChangeShapeType="1"/>
          </p:cNvSpPr>
          <p:nvPr/>
        </p:nvSpPr>
        <p:spPr bwMode="auto">
          <a:xfrm>
            <a:off x="5868287" y="3000614"/>
            <a:ext cx="7934" cy="484768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 dirty="0">
              <a:solidFill>
                <a:srgbClr val="000000"/>
              </a:solidFill>
            </a:endParaRPr>
          </a:p>
        </p:txBody>
      </p:sp>
      <p:sp>
        <p:nvSpPr>
          <p:cNvPr id="14401" name="Line 15"/>
          <p:cNvSpPr>
            <a:spLocks noChangeShapeType="1"/>
          </p:cNvSpPr>
          <p:nvPr/>
        </p:nvSpPr>
        <p:spPr bwMode="auto">
          <a:xfrm flipV="1">
            <a:off x="8543925" y="3991999"/>
            <a:ext cx="0" cy="36036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03" name="Line 25"/>
          <p:cNvSpPr>
            <a:spLocks noChangeShapeType="1"/>
          </p:cNvSpPr>
          <p:nvPr/>
        </p:nvSpPr>
        <p:spPr bwMode="auto">
          <a:xfrm>
            <a:off x="6591886" y="4001380"/>
            <a:ext cx="599488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04" name="Text Box 3"/>
          <p:cNvSpPr txBox="1">
            <a:spLocks noChangeArrowheads="1"/>
          </p:cNvSpPr>
          <p:nvPr/>
        </p:nvSpPr>
        <p:spPr bwMode="auto">
          <a:xfrm>
            <a:off x="5597902" y="4310178"/>
            <a:ext cx="387311" cy="954107"/>
          </a:xfrm>
          <a:prstGeom prst="rect">
            <a:avLst/>
          </a:prstGeom>
          <a:solidFill>
            <a:srgbClr val="FDCD5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文化事业</a:t>
            </a:r>
          </a:p>
        </p:txBody>
      </p:sp>
      <p:sp>
        <p:nvSpPr>
          <p:cNvPr id="14405" name="Text Box 3"/>
          <p:cNvSpPr txBox="1">
            <a:spLocks noChangeArrowheads="1"/>
          </p:cNvSpPr>
          <p:nvPr/>
        </p:nvSpPr>
        <p:spPr bwMode="auto">
          <a:xfrm>
            <a:off x="1180526" y="3066067"/>
            <a:ext cx="345697" cy="1815882"/>
          </a:xfrm>
          <a:prstGeom prst="rect">
            <a:avLst/>
          </a:prstGeom>
          <a:solidFill>
            <a:schemeClr val="bg1"/>
          </a:solidFill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latin typeface="黑体" pitchFamily="2" charset="-122"/>
                <a:ea typeface="黑体" pitchFamily="2" charset="-122"/>
              </a:rPr>
              <a:t>政治经济决定文化</a:t>
            </a:r>
          </a:p>
        </p:txBody>
      </p:sp>
      <p:sp>
        <p:nvSpPr>
          <p:cNvPr id="14407" name="Line 25"/>
          <p:cNvSpPr>
            <a:spLocks noChangeShapeType="1"/>
          </p:cNvSpPr>
          <p:nvPr/>
        </p:nvSpPr>
        <p:spPr bwMode="auto">
          <a:xfrm flipV="1">
            <a:off x="6022192" y="6221103"/>
            <a:ext cx="215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08" name="Text Box 3"/>
          <p:cNvSpPr txBox="1">
            <a:spLocks noChangeArrowheads="1"/>
          </p:cNvSpPr>
          <p:nvPr/>
        </p:nvSpPr>
        <p:spPr bwMode="auto">
          <a:xfrm>
            <a:off x="6276158" y="4233234"/>
            <a:ext cx="360043" cy="1107996"/>
          </a:xfrm>
          <a:prstGeom prst="rect">
            <a:avLst/>
          </a:prstGeom>
          <a:solidFill>
            <a:srgbClr val="FF0000"/>
          </a:solidFill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>
                <a:latin typeface="黑体" pitchFamily="2" charset="-122"/>
                <a:ea typeface="黑体" pitchFamily="2" charset="-122"/>
              </a:rPr>
              <a:t>公共文化服务</a:t>
            </a:r>
          </a:p>
        </p:txBody>
      </p:sp>
      <p:sp>
        <p:nvSpPr>
          <p:cNvPr id="14410" name="Text Box 3"/>
          <p:cNvSpPr txBox="1">
            <a:spLocks noChangeArrowheads="1"/>
          </p:cNvSpPr>
          <p:nvPr/>
        </p:nvSpPr>
        <p:spPr bwMode="auto">
          <a:xfrm>
            <a:off x="6990741" y="4481891"/>
            <a:ext cx="503238" cy="769441"/>
          </a:xfrm>
          <a:prstGeom prst="rect">
            <a:avLst/>
          </a:prstGeom>
          <a:solidFill>
            <a:schemeClr val="bg2"/>
          </a:solidFill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社会效益放在首位</a:t>
            </a:r>
          </a:p>
        </p:txBody>
      </p:sp>
      <p:sp>
        <p:nvSpPr>
          <p:cNvPr id="14411" name="Line 25"/>
          <p:cNvSpPr>
            <a:spLocks noChangeShapeType="1"/>
          </p:cNvSpPr>
          <p:nvPr/>
        </p:nvSpPr>
        <p:spPr bwMode="auto">
          <a:xfrm flipV="1">
            <a:off x="7751764" y="6225470"/>
            <a:ext cx="215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12" name="Line 25"/>
          <p:cNvSpPr>
            <a:spLocks noChangeShapeType="1"/>
          </p:cNvSpPr>
          <p:nvPr/>
        </p:nvSpPr>
        <p:spPr bwMode="auto">
          <a:xfrm>
            <a:off x="7201424" y="5276239"/>
            <a:ext cx="8489" cy="70614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13" name="Text Box 3"/>
          <p:cNvSpPr txBox="1">
            <a:spLocks noChangeArrowheads="1"/>
          </p:cNvSpPr>
          <p:nvPr/>
        </p:nvSpPr>
        <p:spPr bwMode="auto">
          <a:xfrm>
            <a:off x="6238092" y="6050133"/>
            <a:ext cx="1441450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综合国力</a:t>
            </a:r>
          </a:p>
        </p:txBody>
      </p:sp>
      <p:sp>
        <p:nvSpPr>
          <p:cNvPr id="14415" name="Line 15"/>
          <p:cNvSpPr>
            <a:spLocks noChangeShapeType="1"/>
          </p:cNvSpPr>
          <p:nvPr/>
        </p:nvSpPr>
        <p:spPr bwMode="auto">
          <a:xfrm>
            <a:off x="2658210" y="3128257"/>
            <a:ext cx="0" cy="43180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16" name="Line 15"/>
          <p:cNvSpPr>
            <a:spLocks noChangeShapeType="1"/>
          </p:cNvSpPr>
          <p:nvPr/>
        </p:nvSpPr>
        <p:spPr bwMode="auto">
          <a:xfrm>
            <a:off x="2602171" y="752753"/>
            <a:ext cx="0" cy="433388"/>
          </a:xfrm>
          <a:prstGeom prst="line">
            <a:avLst/>
          </a:prstGeom>
          <a:noFill/>
          <a:ln w="25400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17" name="Text Box 3"/>
          <p:cNvSpPr txBox="1">
            <a:spLocks noChangeArrowheads="1"/>
          </p:cNvSpPr>
          <p:nvPr/>
        </p:nvSpPr>
        <p:spPr bwMode="auto">
          <a:xfrm>
            <a:off x="2323974" y="303842"/>
            <a:ext cx="684818" cy="338554"/>
          </a:xfrm>
          <a:prstGeom prst="rect">
            <a:avLst/>
          </a:prstGeom>
          <a:solidFill>
            <a:schemeClr val="bg1"/>
          </a:solidFill>
          <a:ln w="9525">
            <a:solidFill>
              <a:srgbClr val="00B05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黑体" pitchFamily="2" charset="-122"/>
                <a:ea typeface="黑体" pitchFamily="2" charset="-122"/>
              </a:rPr>
              <a:t>特征</a:t>
            </a:r>
          </a:p>
        </p:txBody>
      </p:sp>
      <p:sp>
        <p:nvSpPr>
          <p:cNvPr id="14419" name="Line 25"/>
          <p:cNvSpPr>
            <a:spLocks noChangeShapeType="1"/>
          </p:cNvSpPr>
          <p:nvPr/>
        </p:nvSpPr>
        <p:spPr bwMode="auto">
          <a:xfrm flipV="1">
            <a:off x="4079875" y="3704520"/>
            <a:ext cx="966325" cy="0"/>
          </a:xfrm>
          <a:prstGeom prst="line">
            <a:avLst/>
          </a:prstGeom>
          <a:noFill/>
          <a:ln w="25400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21" name="Line 15"/>
          <p:cNvSpPr>
            <a:spLocks noChangeShapeType="1"/>
          </p:cNvSpPr>
          <p:nvPr/>
        </p:nvSpPr>
        <p:spPr bwMode="auto">
          <a:xfrm flipH="1" flipV="1">
            <a:off x="4836939" y="5089933"/>
            <a:ext cx="1805" cy="73902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22" name="Line 25"/>
          <p:cNvSpPr>
            <a:spLocks noChangeShapeType="1"/>
          </p:cNvSpPr>
          <p:nvPr/>
        </p:nvSpPr>
        <p:spPr bwMode="auto">
          <a:xfrm flipV="1">
            <a:off x="6635753" y="3655210"/>
            <a:ext cx="122396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23" name="Line 25"/>
          <p:cNvSpPr>
            <a:spLocks noChangeShapeType="1"/>
          </p:cNvSpPr>
          <p:nvPr/>
        </p:nvSpPr>
        <p:spPr bwMode="auto">
          <a:xfrm flipV="1">
            <a:off x="8688388" y="3991999"/>
            <a:ext cx="0" cy="3603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25" name="Text Box 3"/>
          <p:cNvSpPr txBox="1">
            <a:spLocks noChangeArrowheads="1"/>
          </p:cNvSpPr>
          <p:nvPr/>
        </p:nvSpPr>
        <p:spPr bwMode="auto">
          <a:xfrm>
            <a:off x="3053251" y="4487556"/>
            <a:ext cx="1342571" cy="73866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丰富精神世界</a:t>
            </a:r>
            <a:endParaRPr lang="en-US" altLang="zh-CN" sz="1400" dirty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增强精神力量</a:t>
            </a:r>
            <a:endParaRPr lang="en-US" altLang="zh-CN" sz="1400" dirty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促进全面发展</a:t>
            </a:r>
          </a:p>
        </p:txBody>
      </p:sp>
      <p:grpSp>
        <p:nvGrpSpPr>
          <p:cNvPr id="6" name="Group 26"/>
          <p:cNvGrpSpPr>
            <a:grpSpLocks/>
          </p:cNvGrpSpPr>
          <p:nvPr/>
        </p:nvGrpSpPr>
        <p:grpSpPr bwMode="auto">
          <a:xfrm>
            <a:off x="2206672" y="4999920"/>
            <a:ext cx="73025" cy="1511300"/>
            <a:chOff x="3424" y="1570"/>
            <a:chExt cx="182" cy="1089"/>
          </a:xfrm>
        </p:grpSpPr>
        <p:sp>
          <p:nvSpPr>
            <p:cNvPr id="14451" name="Line 27"/>
            <p:cNvSpPr>
              <a:spLocks noChangeShapeType="1"/>
            </p:cNvSpPr>
            <p:nvPr/>
          </p:nvSpPr>
          <p:spPr bwMode="auto">
            <a:xfrm>
              <a:off x="3424" y="1570"/>
              <a:ext cx="1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100">
                <a:solidFill>
                  <a:srgbClr val="000000"/>
                </a:solidFill>
              </a:endParaRPr>
            </a:p>
          </p:txBody>
        </p:sp>
        <p:sp>
          <p:nvSpPr>
            <p:cNvPr id="14452" name="Line 28"/>
            <p:cNvSpPr>
              <a:spLocks noChangeShapeType="1"/>
            </p:cNvSpPr>
            <p:nvPr/>
          </p:nvSpPr>
          <p:spPr bwMode="auto">
            <a:xfrm>
              <a:off x="3424" y="1570"/>
              <a:ext cx="0" cy="108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100">
                <a:solidFill>
                  <a:srgbClr val="000000"/>
                </a:solidFill>
              </a:endParaRPr>
            </a:p>
          </p:txBody>
        </p:sp>
        <p:sp>
          <p:nvSpPr>
            <p:cNvPr id="14453" name="Line 29"/>
            <p:cNvSpPr>
              <a:spLocks noChangeShapeType="1"/>
            </p:cNvSpPr>
            <p:nvPr/>
          </p:nvSpPr>
          <p:spPr bwMode="auto">
            <a:xfrm>
              <a:off x="3424" y="2659"/>
              <a:ext cx="1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100">
                <a:solidFill>
                  <a:srgbClr val="000000"/>
                </a:solidFill>
              </a:endParaRPr>
            </a:p>
          </p:txBody>
        </p:sp>
      </p:grpSp>
      <p:sp>
        <p:nvSpPr>
          <p:cNvPr id="14427" name="Text Box 3"/>
          <p:cNvSpPr txBox="1">
            <a:spLocks noChangeArrowheads="1"/>
          </p:cNvSpPr>
          <p:nvPr/>
        </p:nvSpPr>
        <p:spPr bwMode="auto">
          <a:xfrm>
            <a:off x="2333978" y="4729015"/>
            <a:ext cx="324232" cy="5232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highlight>
                  <a:srgbClr val="00FF00"/>
                </a:highlight>
                <a:latin typeface="黑体" pitchFamily="2" charset="-122"/>
                <a:ea typeface="黑体" pitchFamily="2" charset="-122"/>
              </a:rPr>
              <a:t>个人</a:t>
            </a:r>
          </a:p>
        </p:txBody>
      </p:sp>
      <p:sp>
        <p:nvSpPr>
          <p:cNvPr id="14428" name="Text Box 3"/>
          <p:cNvSpPr txBox="1">
            <a:spLocks noChangeArrowheads="1"/>
          </p:cNvSpPr>
          <p:nvPr/>
        </p:nvSpPr>
        <p:spPr bwMode="auto">
          <a:xfrm>
            <a:off x="2360915" y="6027333"/>
            <a:ext cx="297295" cy="5232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highlight>
                  <a:srgbClr val="00FF00"/>
                </a:highlight>
                <a:latin typeface="黑体" pitchFamily="2" charset="-122"/>
                <a:ea typeface="黑体" pitchFamily="2" charset="-122"/>
              </a:rPr>
              <a:t>社会 </a:t>
            </a:r>
          </a:p>
        </p:txBody>
      </p:sp>
      <p:sp>
        <p:nvSpPr>
          <p:cNvPr id="14429" name="Line 25"/>
          <p:cNvSpPr>
            <a:spLocks noChangeShapeType="1"/>
          </p:cNvSpPr>
          <p:nvPr/>
        </p:nvSpPr>
        <p:spPr bwMode="auto">
          <a:xfrm flipV="1">
            <a:off x="2063823" y="5504745"/>
            <a:ext cx="1444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4269821" y="5936548"/>
            <a:ext cx="73858" cy="763327"/>
            <a:chOff x="3424" y="1570"/>
            <a:chExt cx="182" cy="1089"/>
          </a:xfrm>
        </p:grpSpPr>
        <p:sp>
          <p:nvSpPr>
            <p:cNvPr id="14448" name="Line 27"/>
            <p:cNvSpPr>
              <a:spLocks noChangeShapeType="1"/>
            </p:cNvSpPr>
            <p:nvPr/>
          </p:nvSpPr>
          <p:spPr bwMode="auto">
            <a:xfrm>
              <a:off x="3424" y="1570"/>
              <a:ext cx="1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100">
                <a:solidFill>
                  <a:srgbClr val="000000"/>
                </a:solidFill>
              </a:endParaRPr>
            </a:p>
          </p:txBody>
        </p:sp>
        <p:sp>
          <p:nvSpPr>
            <p:cNvPr id="14449" name="Line 28"/>
            <p:cNvSpPr>
              <a:spLocks noChangeShapeType="1"/>
            </p:cNvSpPr>
            <p:nvPr/>
          </p:nvSpPr>
          <p:spPr bwMode="auto">
            <a:xfrm>
              <a:off x="3424" y="1570"/>
              <a:ext cx="0" cy="108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100">
                <a:solidFill>
                  <a:srgbClr val="000000"/>
                </a:solidFill>
              </a:endParaRPr>
            </a:p>
          </p:txBody>
        </p:sp>
        <p:sp>
          <p:nvSpPr>
            <p:cNvPr id="14450" name="Line 29"/>
            <p:cNvSpPr>
              <a:spLocks noChangeShapeType="1"/>
            </p:cNvSpPr>
            <p:nvPr/>
          </p:nvSpPr>
          <p:spPr bwMode="auto">
            <a:xfrm>
              <a:off x="3424" y="2659"/>
              <a:ext cx="1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100">
                <a:solidFill>
                  <a:srgbClr val="000000"/>
                </a:solidFill>
              </a:endParaRPr>
            </a:p>
          </p:txBody>
        </p:sp>
      </p:grpSp>
      <p:sp>
        <p:nvSpPr>
          <p:cNvPr id="14431" name="Text Box 3"/>
          <p:cNvSpPr txBox="1">
            <a:spLocks noChangeArrowheads="1"/>
          </p:cNvSpPr>
          <p:nvPr/>
        </p:nvSpPr>
        <p:spPr bwMode="auto">
          <a:xfrm>
            <a:off x="4395822" y="6398825"/>
            <a:ext cx="585973" cy="30777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经济</a:t>
            </a:r>
          </a:p>
        </p:txBody>
      </p:sp>
      <p:sp>
        <p:nvSpPr>
          <p:cNvPr id="14432" name="Text Box 3"/>
          <p:cNvSpPr txBox="1">
            <a:spLocks noChangeArrowheads="1"/>
          </p:cNvSpPr>
          <p:nvPr/>
        </p:nvSpPr>
        <p:spPr bwMode="auto">
          <a:xfrm>
            <a:off x="4383370" y="5828967"/>
            <a:ext cx="568901" cy="307777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政治</a:t>
            </a:r>
          </a:p>
        </p:txBody>
      </p:sp>
      <p:sp>
        <p:nvSpPr>
          <p:cNvPr id="14433" name="Line 25"/>
          <p:cNvSpPr>
            <a:spLocks noChangeShapeType="1"/>
          </p:cNvSpPr>
          <p:nvPr/>
        </p:nvSpPr>
        <p:spPr bwMode="auto">
          <a:xfrm flipV="1">
            <a:off x="4136790" y="6318211"/>
            <a:ext cx="1444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34" name="Line 25"/>
          <p:cNvSpPr>
            <a:spLocks noChangeShapeType="1"/>
          </p:cNvSpPr>
          <p:nvPr/>
        </p:nvSpPr>
        <p:spPr bwMode="auto">
          <a:xfrm flipV="1">
            <a:off x="5015713" y="6511220"/>
            <a:ext cx="52682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436" name="Text Box 3"/>
          <p:cNvSpPr txBox="1">
            <a:spLocks noChangeArrowheads="1"/>
          </p:cNvSpPr>
          <p:nvPr/>
        </p:nvSpPr>
        <p:spPr bwMode="auto">
          <a:xfrm>
            <a:off x="4495425" y="4652055"/>
            <a:ext cx="966324" cy="461665"/>
          </a:xfrm>
          <a:prstGeom prst="rect">
            <a:avLst/>
          </a:prstGeom>
          <a:solidFill>
            <a:srgbClr val="FF0000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三</a:t>
            </a:r>
            <a:r>
              <a:rPr lang="zh-CN" altLang="en-US" sz="1200" b="1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观：时代新人</a:t>
            </a:r>
            <a:endParaRPr lang="zh-CN" altLang="en-US" sz="1200" b="1" dirty="0">
              <a:solidFill>
                <a:srgbClr val="FFFF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441" name="Rectangle 28"/>
          <p:cNvSpPr>
            <a:spLocks noChangeArrowheads="1"/>
          </p:cNvSpPr>
          <p:nvPr/>
        </p:nvSpPr>
        <p:spPr bwMode="auto">
          <a:xfrm>
            <a:off x="5132771" y="1176157"/>
            <a:ext cx="1296988" cy="266785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b="1" dirty="0">
                <a:solidFill>
                  <a:srgbClr val="FFFF00"/>
                </a:solidFill>
                <a:latin typeface="黑体" pitchFamily="2" charset="-122"/>
              </a:rPr>
              <a:t>态度：取去推革</a:t>
            </a:r>
          </a:p>
        </p:txBody>
      </p:sp>
      <p:sp>
        <p:nvSpPr>
          <p:cNvPr id="14444" name="Rectangle 28"/>
          <p:cNvSpPr>
            <a:spLocks noChangeArrowheads="1"/>
          </p:cNvSpPr>
          <p:nvPr/>
        </p:nvSpPr>
        <p:spPr bwMode="auto">
          <a:xfrm>
            <a:off x="10228620" y="4013515"/>
            <a:ext cx="647700" cy="419100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b="1" dirty="0">
                <a:solidFill>
                  <a:srgbClr val="FFFF00"/>
                </a:solidFill>
                <a:latin typeface="黑体" pitchFamily="2" charset="-122"/>
              </a:rPr>
              <a:t>实践</a:t>
            </a:r>
          </a:p>
        </p:txBody>
      </p:sp>
      <p:sp>
        <p:nvSpPr>
          <p:cNvPr id="14445" name="Rectangle 28"/>
          <p:cNvSpPr>
            <a:spLocks noChangeArrowheads="1"/>
          </p:cNvSpPr>
          <p:nvPr/>
        </p:nvSpPr>
        <p:spPr bwMode="auto">
          <a:xfrm>
            <a:off x="2279650" y="1183572"/>
            <a:ext cx="647700" cy="419100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b="1" dirty="0">
                <a:solidFill>
                  <a:srgbClr val="FFFF00"/>
                </a:solidFill>
                <a:latin typeface="黑体" pitchFamily="2" charset="-122"/>
              </a:rPr>
              <a:t>时间</a:t>
            </a:r>
          </a:p>
        </p:txBody>
      </p:sp>
      <p:sp>
        <p:nvSpPr>
          <p:cNvPr id="14446" name="Rectangle 28"/>
          <p:cNvSpPr>
            <a:spLocks noChangeArrowheads="1"/>
          </p:cNvSpPr>
          <p:nvPr/>
        </p:nvSpPr>
        <p:spPr bwMode="auto">
          <a:xfrm>
            <a:off x="2279650" y="2696460"/>
            <a:ext cx="647700" cy="419100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b="1" dirty="0">
                <a:solidFill>
                  <a:srgbClr val="FFFF00"/>
                </a:solidFill>
                <a:latin typeface="黑体" pitchFamily="2" charset="-122"/>
              </a:rPr>
              <a:t>空间</a:t>
            </a:r>
          </a:p>
        </p:txBody>
      </p:sp>
      <p:sp>
        <p:nvSpPr>
          <p:cNvPr id="14447" name="Rectangle 28"/>
          <p:cNvSpPr>
            <a:spLocks noChangeArrowheads="1"/>
          </p:cNvSpPr>
          <p:nvPr/>
        </p:nvSpPr>
        <p:spPr bwMode="auto">
          <a:xfrm>
            <a:off x="4286991" y="312498"/>
            <a:ext cx="561810" cy="279158"/>
          </a:xfrm>
          <a:prstGeom prst="rect">
            <a:avLst/>
          </a:prstGeom>
          <a:solidFill>
            <a:schemeClr val="bg1"/>
          </a:solidFill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b="1" dirty="0">
                <a:solidFill>
                  <a:srgbClr val="CC3300"/>
                </a:solidFill>
                <a:latin typeface="黑体" pitchFamily="2" charset="-122"/>
              </a:rPr>
              <a:t>包容性</a:t>
            </a:r>
          </a:p>
        </p:txBody>
      </p:sp>
      <p:sp>
        <p:nvSpPr>
          <p:cNvPr id="130" name="Text Box 3"/>
          <p:cNvSpPr txBox="1">
            <a:spLocks noChangeArrowheads="1"/>
          </p:cNvSpPr>
          <p:nvPr/>
        </p:nvSpPr>
        <p:spPr bwMode="auto">
          <a:xfrm>
            <a:off x="10290861" y="1724117"/>
            <a:ext cx="315300" cy="2246769"/>
          </a:xfrm>
          <a:prstGeom prst="rect">
            <a:avLst/>
          </a:prstGeom>
          <a:solidFill>
            <a:srgbClr val="FFC000"/>
          </a:solidFill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70C0"/>
                </a:solidFill>
                <a:latin typeface="黑体" pitchFamily="2" charset="-122"/>
                <a:ea typeface="黑体" pitchFamily="2" charset="-122"/>
              </a:rPr>
              <a:t>凝魂聚魄的基础性工程</a:t>
            </a:r>
          </a:p>
        </p:txBody>
      </p:sp>
      <p:sp>
        <p:nvSpPr>
          <p:cNvPr id="131" name="Text Box 3">
            <a:extLst>
              <a:ext uri="{FF2B5EF4-FFF2-40B4-BE49-F238E27FC236}">
                <a16:creationId xmlns:a16="http://schemas.microsoft.com/office/drawing/2014/main" id="{9E1EC72C-2537-44AA-B9E1-E07B4585EF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8796" y="25661"/>
            <a:ext cx="1539096" cy="307777"/>
          </a:xfrm>
          <a:prstGeom prst="rect">
            <a:avLst/>
          </a:prstGeom>
          <a:solidFill>
            <a:srgbClr val="00B050"/>
          </a:solidFill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源远流长</a:t>
            </a:r>
            <a:r>
              <a:rPr lang="en-US" altLang="zh-CN" sz="14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-</a:t>
            </a:r>
            <a:r>
              <a:rPr lang="zh-CN" altLang="en-US" sz="14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连续性</a:t>
            </a:r>
          </a:p>
        </p:txBody>
      </p:sp>
      <p:sp>
        <p:nvSpPr>
          <p:cNvPr id="132" name="Text Box 3">
            <a:extLst>
              <a:ext uri="{FF2B5EF4-FFF2-40B4-BE49-F238E27FC236}">
                <a16:creationId xmlns:a16="http://schemas.microsoft.com/office/drawing/2014/main" id="{98DC8F6B-886B-4305-979C-9C35690DE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7201" y="594767"/>
            <a:ext cx="1775712" cy="307777"/>
          </a:xfrm>
          <a:prstGeom prst="rect">
            <a:avLst/>
          </a:prstGeom>
          <a:solidFill>
            <a:srgbClr val="00B050"/>
          </a:solidFill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博大精深</a:t>
            </a:r>
            <a:r>
              <a:rPr lang="en-US" altLang="zh-CN" sz="14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—</a:t>
            </a:r>
            <a:r>
              <a:rPr lang="zh-CN" altLang="en-US" sz="14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凝聚力</a:t>
            </a:r>
          </a:p>
        </p:txBody>
      </p:sp>
      <p:sp>
        <p:nvSpPr>
          <p:cNvPr id="14345" name="Text Box 3"/>
          <p:cNvSpPr txBox="1">
            <a:spLocks noChangeArrowheads="1"/>
          </p:cNvSpPr>
          <p:nvPr/>
        </p:nvSpPr>
        <p:spPr bwMode="auto">
          <a:xfrm>
            <a:off x="2914786" y="1143549"/>
            <a:ext cx="2019847" cy="46166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B050"/>
                </a:solidFill>
                <a:latin typeface="黑体" pitchFamily="2" charset="-122"/>
                <a:ea typeface="黑体" pitchFamily="2" charset="-122"/>
              </a:rPr>
              <a:t>中华传统文化</a:t>
            </a:r>
            <a:endParaRPr lang="en-US" altLang="zh-CN" sz="1400" dirty="0">
              <a:solidFill>
                <a:srgbClr val="00B050"/>
              </a:solidFill>
              <a:latin typeface="黑体" pitchFamily="2" charset="-122"/>
              <a:ea typeface="黑体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>
                <a:solidFill>
                  <a:srgbClr val="00B050"/>
                </a:solidFill>
                <a:latin typeface="黑体" pitchFamily="2" charset="-122"/>
                <a:ea typeface="黑体" pitchFamily="2" charset="-122"/>
              </a:rPr>
              <a:t>核心思想、传统美德、人文精神</a:t>
            </a:r>
          </a:p>
        </p:txBody>
      </p:sp>
      <p:sp>
        <p:nvSpPr>
          <p:cNvPr id="133" name="Text Box 3">
            <a:extLst>
              <a:ext uri="{FF2B5EF4-FFF2-40B4-BE49-F238E27FC236}">
                <a16:creationId xmlns:a16="http://schemas.microsoft.com/office/drawing/2014/main" id="{3D04A008-5426-46AE-A2C9-D8A748B4B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4222" y="661670"/>
            <a:ext cx="2159163" cy="307777"/>
          </a:xfrm>
          <a:prstGeom prst="rect">
            <a:avLst/>
          </a:prstGeom>
          <a:solidFill>
            <a:schemeClr val="bg1"/>
          </a:solidFill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70C0"/>
                </a:solidFill>
                <a:latin typeface="黑体" pitchFamily="2" charset="-122"/>
                <a:ea typeface="黑体" pitchFamily="2" charset="-122"/>
              </a:rPr>
              <a:t>奋斗 创造 梦想 团结</a:t>
            </a:r>
          </a:p>
        </p:txBody>
      </p:sp>
      <p:sp>
        <p:nvSpPr>
          <p:cNvPr id="14346" name="Text Box 3"/>
          <p:cNvSpPr txBox="1">
            <a:spLocks noChangeArrowheads="1"/>
          </p:cNvSpPr>
          <p:nvPr/>
        </p:nvSpPr>
        <p:spPr bwMode="auto">
          <a:xfrm>
            <a:off x="3057551" y="2722340"/>
            <a:ext cx="1789414" cy="33855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C00000"/>
                </a:solidFill>
                <a:highlight>
                  <a:srgbClr val="00FF00"/>
                </a:highlight>
                <a:latin typeface="黑体" pitchFamily="2" charset="-122"/>
                <a:ea typeface="黑体" pitchFamily="2" charset="-122"/>
              </a:rPr>
              <a:t>※</a:t>
            </a:r>
            <a:r>
              <a:rPr lang="zh-CN" altLang="en-US" sz="1600" dirty="0">
                <a:solidFill>
                  <a:srgbClr val="953735"/>
                </a:solidFill>
                <a:latin typeface="黑体" pitchFamily="2" charset="-122"/>
                <a:ea typeface="黑体" pitchFamily="2" charset="-122"/>
              </a:rPr>
              <a:t>民族性和</a:t>
            </a:r>
            <a:r>
              <a:rPr lang="zh-CN" altLang="en-US" sz="1600" dirty="0">
                <a:solidFill>
                  <a:srgbClr val="953735"/>
                </a:solidFill>
                <a:highlight>
                  <a:srgbClr val="FFFF00"/>
                </a:highlight>
                <a:latin typeface="黑体" pitchFamily="2" charset="-122"/>
                <a:ea typeface="黑体" pitchFamily="2" charset="-122"/>
              </a:rPr>
              <a:t>多样性</a:t>
            </a:r>
            <a:endParaRPr lang="en-US" altLang="zh-CN" sz="1400" dirty="0">
              <a:solidFill>
                <a:srgbClr val="953735"/>
              </a:solidFill>
              <a:highlight>
                <a:srgbClr val="FFFF00"/>
              </a:highlight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34" name="Text Box 3">
            <a:extLst>
              <a:ext uri="{FF2B5EF4-FFF2-40B4-BE49-F238E27FC236}">
                <a16:creationId xmlns:a16="http://schemas.microsoft.com/office/drawing/2014/main" id="{AC52110F-E847-4903-957B-3CC48A268E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6105" y="4474712"/>
            <a:ext cx="647698" cy="1815882"/>
          </a:xfrm>
          <a:prstGeom prst="rect">
            <a:avLst/>
          </a:prstGeom>
          <a:solidFill>
            <a:srgbClr val="FFC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70C0"/>
                </a:solidFill>
                <a:latin typeface="黑体" pitchFamily="2" charset="-122"/>
                <a:ea typeface="黑体" pitchFamily="2" charset="-122"/>
              </a:rPr>
              <a:t>坚定理想信念</a:t>
            </a:r>
            <a:endParaRPr lang="en-US" altLang="zh-CN" sz="1400" dirty="0">
              <a:solidFill>
                <a:srgbClr val="0070C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400" dirty="0">
              <a:solidFill>
                <a:srgbClr val="0070C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70C0"/>
                </a:solidFill>
                <a:latin typeface="黑体" pitchFamily="2" charset="-122"/>
                <a:ea typeface="黑体" pitchFamily="2" charset="-122"/>
              </a:rPr>
              <a:t>坚持以人民为中心</a:t>
            </a:r>
          </a:p>
        </p:txBody>
      </p:sp>
      <p:sp>
        <p:nvSpPr>
          <p:cNvPr id="9" name="Line 25">
            <a:extLst>
              <a:ext uri="{FF2B5EF4-FFF2-40B4-BE49-F238E27FC236}">
                <a16:creationId xmlns:a16="http://schemas.microsoft.com/office/drawing/2014/main" id="{66637750-5444-6570-7CA1-D7BF53DBCA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50140" y="4928489"/>
            <a:ext cx="2889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0" name="Line 25">
            <a:extLst>
              <a:ext uri="{FF2B5EF4-FFF2-40B4-BE49-F238E27FC236}">
                <a16:creationId xmlns:a16="http://schemas.microsoft.com/office/drawing/2014/main" id="{510CE18B-1CF2-1F66-8671-4EF6D6E769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91805" y="6392855"/>
            <a:ext cx="2889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1" name="Text Box 3">
            <a:extLst>
              <a:ext uri="{FF2B5EF4-FFF2-40B4-BE49-F238E27FC236}">
                <a16:creationId xmlns:a16="http://schemas.microsoft.com/office/drawing/2014/main" id="{E8AC2FD5-D329-DD71-34F1-E6C4C2E49F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9270" y="5717181"/>
            <a:ext cx="916831" cy="95410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引领风尚</a:t>
            </a:r>
            <a:endParaRPr lang="en-US" altLang="zh-CN" sz="1400" dirty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推动发展</a:t>
            </a:r>
            <a:endParaRPr lang="en-US" altLang="zh-CN" sz="1400" dirty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服务社会</a:t>
            </a:r>
            <a:endParaRPr lang="en-US" altLang="zh-CN" sz="1400" dirty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教育人民</a:t>
            </a:r>
          </a:p>
        </p:txBody>
      </p:sp>
      <p:sp>
        <p:nvSpPr>
          <p:cNvPr id="12" name="Line 15">
            <a:extLst>
              <a:ext uri="{FF2B5EF4-FFF2-40B4-BE49-F238E27FC236}">
                <a16:creationId xmlns:a16="http://schemas.microsoft.com/office/drawing/2014/main" id="{AA792BB7-1E0A-2015-4A0F-7F4553072AA0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18" y="5096233"/>
            <a:ext cx="12897" cy="84031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3" name="Line 25">
            <a:extLst>
              <a:ext uri="{FF2B5EF4-FFF2-40B4-BE49-F238E27FC236}">
                <a16:creationId xmlns:a16="http://schemas.microsoft.com/office/drawing/2014/main" id="{C2F2C2E9-7EBD-FD2F-9599-99AF349671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1820" y="3905467"/>
            <a:ext cx="9126" cy="800167"/>
          </a:xfrm>
          <a:prstGeom prst="line">
            <a:avLst/>
          </a:prstGeom>
          <a:noFill/>
          <a:ln w="25400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1EAA836B-436D-6B52-8835-6CA87118F3A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58178" y="3890481"/>
            <a:ext cx="7248" cy="815154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58A08378-3F60-731C-AB50-210540C6A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9517" y="5522239"/>
            <a:ext cx="943814" cy="26161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文化软实力</a:t>
            </a:r>
          </a:p>
        </p:txBody>
      </p:sp>
      <p:sp>
        <p:nvSpPr>
          <p:cNvPr id="16" name="Line 25">
            <a:extLst>
              <a:ext uri="{FF2B5EF4-FFF2-40B4-BE49-F238E27FC236}">
                <a16:creationId xmlns:a16="http://schemas.microsoft.com/office/drawing/2014/main" id="{F2D522B7-9D82-8EB3-E5F3-9365227369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66151" y="5226220"/>
            <a:ext cx="1802" cy="418269"/>
          </a:xfrm>
          <a:prstGeom prst="line">
            <a:avLst/>
          </a:prstGeom>
          <a:noFill/>
          <a:ln w="25400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7" name="Line 15">
            <a:extLst>
              <a:ext uri="{FF2B5EF4-FFF2-40B4-BE49-F238E27FC236}">
                <a16:creationId xmlns:a16="http://schemas.microsoft.com/office/drawing/2014/main" id="{98A6C208-BCBF-B965-876C-872F250151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55749" y="5211234"/>
            <a:ext cx="6683" cy="433256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8" name="Text Box 3">
            <a:extLst>
              <a:ext uri="{FF2B5EF4-FFF2-40B4-BE49-F238E27FC236}">
                <a16:creationId xmlns:a16="http://schemas.microsoft.com/office/drawing/2014/main" id="{D7EA548E-A485-F5C0-36E9-AC8BB40E22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088" y="5051728"/>
            <a:ext cx="1268277" cy="8309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国家：文化是民族的血脉和灵魂</a:t>
            </a:r>
          </a:p>
        </p:txBody>
      </p:sp>
      <p:sp>
        <p:nvSpPr>
          <p:cNvPr id="19" name="左大括号 18">
            <a:extLst>
              <a:ext uri="{FF2B5EF4-FFF2-40B4-BE49-F238E27FC236}">
                <a16:creationId xmlns:a16="http://schemas.microsoft.com/office/drawing/2014/main" id="{C3D38549-0D4F-F317-976A-5D257F29656E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933105" y="1379464"/>
            <a:ext cx="283107" cy="1533034"/>
          </a:xfrm>
          <a:prstGeom prst="leftBrace">
            <a:avLst>
              <a:gd name="adj1" fmla="val 11011"/>
              <a:gd name="adj2" fmla="val 50000"/>
            </a:avLst>
          </a:prstGeom>
          <a:noFill/>
          <a:ln w="9525" cmpd="sng" algn="ctr">
            <a:solidFill>
              <a:srgbClr val="00206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lIns="86555" tIns="43278" rIns="86555" bIns="43278" anchor="ctr"/>
          <a:lstStyle/>
          <a:p>
            <a:pPr algn="ctr"/>
            <a:endParaRPr lang="zh-CN" altLang="en-US" sz="1200" dirty="0">
              <a:solidFill>
                <a:srgbClr val="00206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4442" name="Rectangle 28"/>
          <p:cNvSpPr>
            <a:spLocks noChangeArrowheads="1"/>
          </p:cNvSpPr>
          <p:nvPr/>
        </p:nvSpPr>
        <p:spPr bwMode="auto">
          <a:xfrm>
            <a:off x="4870065" y="2964498"/>
            <a:ext cx="2658514" cy="270169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b="1" dirty="0">
                <a:solidFill>
                  <a:srgbClr val="FFFF00"/>
                </a:solidFill>
                <a:latin typeface="黑体" pitchFamily="2" charset="-122"/>
              </a:rPr>
              <a:t>尊重文化多样性：面向世界、博采众长</a:t>
            </a:r>
          </a:p>
        </p:txBody>
      </p:sp>
      <p:sp>
        <p:nvSpPr>
          <p:cNvPr id="20" name="Line 25">
            <a:extLst>
              <a:ext uri="{FF2B5EF4-FFF2-40B4-BE49-F238E27FC236}">
                <a16:creationId xmlns:a16="http://schemas.microsoft.com/office/drawing/2014/main" id="{1BAFEB0D-8D8A-5ED8-85AC-89C7A35D1B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428672" y="2345305"/>
            <a:ext cx="341374" cy="24736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21" name="Line 25">
            <a:extLst>
              <a:ext uri="{FF2B5EF4-FFF2-40B4-BE49-F238E27FC236}">
                <a16:creationId xmlns:a16="http://schemas.microsoft.com/office/drawing/2014/main" id="{64225A8C-4257-EE6B-AEC6-424666EE37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491665" y="5623641"/>
            <a:ext cx="297762" cy="44288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3BE36666-31E7-2721-A129-D954E5EFF1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9382" y="1817465"/>
            <a:ext cx="1151963" cy="461665"/>
          </a:xfrm>
          <a:prstGeom prst="rect">
            <a:avLst/>
          </a:prstGeom>
          <a:solidFill>
            <a:srgbClr val="00B0F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立足时代之基</a:t>
            </a:r>
            <a:endParaRPr lang="en-US" altLang="zh-CN" sz="1200" dirty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回答时代问题</a:t>
            </a:r>
          </a:p>
        </p:txBody>
      </p:sp>
      <p:sp>
        <p:nvSpPr>
          <p:cNvPr id="3" name="Line 25">
            <a:extLst>
              <a:ext uri="{FF2B5EF4-FFF2-40B4-BE49-F238E27FC236}">
                <a16:creationId xmlns:a16="http://schemas.microsoft.com/office/drawing/2014/main" id="{CA3731C7-4EED-4173-A098-9AAD1340790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080709" y="6163257"/>
            <a:ext cx="172385" cy="163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5" name="Line 25">
            <a:extLst>
              <a:ext uri="{FF2B5EF4-FFF2-40B4-BE49-F238E27FC236}">
                <a16:creationId xmlns:a16="http://schemas.microsoft.com/office/drawing/2014/main" id="{B6F0632E-0D29-F028-FC4B-D6688968C6B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3083" y="2755406"/>
            <a:ext cx="6314" cy="234082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>
              <a:solidFill>
                <a:srgbClr val="000000"/>
              </a:solidFill>
            </a:endParaRPr>
          </a:p>
        </p:txBody>
      </p:sp>
      <p:sp>
        <p:nvSpPr>
          <p:cNvPr id="15" name="Text Box 3">
            <a:extLst>
              <a:ext uri="{FF2B5EF4-FFF2-40B4-BE49-F238E27FC236}">
                <a16:creationId xmlns:a16="http://schemas.microsoft.com/office/drawing/2014/main" id="{6485A01A-1FC1-A3F4-E23E-023612DE8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2188" y="4072776"/>
            <a:ext cx="2148389" cy="307777"/>
          </a:xfrm>
          <a:prstGeom prst="rect">
            <a:avLst/>
          </a:prstGeom>
          <a:solidFill>
            <a:srgbClr val="FDCD5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道德修养和科学文化修养</a:t>
            </a:r>
          </a:p>
        </p:txBody>
      </p:sp>
      <p:sp>
        <p:nvSpPr>
          <p:cNvPr id="22" name="Text Box 3">
            <a:extLst>
              <a:ext uri="{FF2B5EF4-FFF2-40B4-BE49-F238E27FC236}">
                <a16:creationId xmlns:a16="http://schemas.microsoft.com/office/drawing/2014/main" id="{03F5B346-92D4-0FD3-A4A8-F09CF6DC5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7902" y="5717181"/>
            <a:ext cx="387311" cy="954107"/>
          </a:xfrm>
          <a:prstGeom prst="rect">
            <a:avLst/>
          </a:prstGeom>
          <a:solidFill>
            <a:srgbClr val="FDCD5F"/>
          </a:solidFill>
          <a:ln w="9525">
            <a:solidFill>
              <a:srgbClr val="FFC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latin typeface="黑体" pitchFamily="2" charset="-122"/>
                <a:ea typeface="黑体" pitchFamily="2" charset="-122"/>
              </a:rPr>
              <a:t>文化产业</a:t>
            </a:r>
          </a:p>
        </p:txBody>
      </p:sp>
      <p:sp>
        <p:nvSpPr>
          <p:cNvPr id="23" name="星形: 五角 22">
            <a:extLst>
              <a:ext uri="{FF2B5EF4-FFF2-40B4-BE49-F238E27FC236}">
                <a16:creationId xmlns:a16="http://schemas.microsoft.com/office/drawing/2014/main" id="{9053CA98-422E-1167-0FE6-DE8E4644BD80}"/>
              </a:ext>
            </a:extLst>
          </p:cNvPr>
          <p:cNvSpPr/>
          <p:nvPr/>
        </p:nvSpPr>
        <p:spPr>
          <a:xfrm>
            <a:off x="2515577" y="1959881"/>
            <a:ext cx="207036" cy="222550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24" name="星形: 五角 23">
            <a:extLst>
              <a:ext uri="{FF2B5EF4-FFF2-40B4-BE49-F238E27FC236}">
                <a16:creationId xmlns:a16="http://schemas.microsoft.com/office/drawing/2014/main" id="{19F144ED-3B83-255B-FF63-84D051842F63}"/>
              </a:ext>
            </a:extLst>
          </p:cNvPr>
          <p:cNvSpPr/>
          <p:nvPr/>
        </p:nvSpPr>
        <p:spPr>
          <a:xfrm>
            <a:off x="9460974" y="4408906"/>
            <a:ext cx="306733" cy="276319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25" name="Text Box 3">
            <a:extLst>
              <a:ext uri="{FF2B5EF4-FFF2-40B4-BE49-F238E27FC236}">
                <a16:creationId xmlns:a16="http://schemas.microsoft.com/office/drawing/2014/main" id="{84CDFC3C-4354-DAA7-9EC3-86194EFFB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2796" y="2249339"/>
            <a:ext cx="792688" cy="461665"/>
          </a:xfrm>
          <a:prstGeom prst="rect">
            <a:avLst/>
          </a:prstGeom>
          <a:solidFill>
            <a:srgbClr val="00B0F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立足国情</a:t>
            </a:r>
            <a:endParaRPr lang="en-US" altLang="zh-CN" sz="1200" dirty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交流互鉴</a:t>
            </a:r>
          </a:p>
        </p:txBody>
      </p:sp>
      <p:sp>
        <p:nvSpPr>
          <p:cNvPr id="26" name="Text Box 3">
            <a:extLst>
              <a:ext uri="{FF2B5EF4-FFF2-40B4-BE49-F238E27FC236}">
                <a16:creationId xmlns:a16="http://schemas.microsoft.com/office/drawing/2014/main" id="{BD3AD22F-DD8E-CDA8-FE31-0D828D6174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1254" y="71218"/>
            <a:ext cx="4700240" cy="7386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增强民族自信心和自豪感，筑牢中华民族共同体意识</a:t>
            </a:r>
            <a:endParaRPr lang="en-US" altLang="zh-CN" sz="14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解决当代中国是世界问题提供有益的借鉴</a:t>
            </a:r>
            <a:endParaRPr lang="en-US" altLang="zh-CN" sz="14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建立合作共赢的新型国际关系，推动人民命运共同体建设</a:t>
            </a:r>
          </a:p>
        </p:txBody>
      </p:sp>
    </p:spTree>
    <p:extLst>
      <p:ext uri="{BB962C8B-B14F-4D97-AF65-F5344CB8AC3E}">
        <p14:creationId xmlns:p14="http://schemas.microsoft.com/office/powerpoint/2010/main" val="6236980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TEMPLATE_CATEGORY" val="custom"/>
  <p:tag name="KSO_WM_TEMPLATE_INDEX" val="20187428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TEMPLATE_CATEGORY" val="custom"/>
  <p:tag name="KSO_WM_TEMPLATE_INDEX" val="20187428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TEMPLATE_CATEGORY" val="custom"/>
  <p:tag name="KSO_WM_TEMPLATE_COLOR_TYPE" val="1"/>
  <p:tag name="KSO_WM_TEMPLATE_INDEX" val="20187428"/>
  <p:tag name="KSO_WM_TEMPLATE_MASTER_THUMB_INDEX" val="18"/>
  <p:tag name="KSO_WM_TEMPLATE_MASTER_TYPE" val="1"/>
  <p:tag name="KSO_WM_TEMPLATE_SUBCATEGORY" val="0"/>
  <p:tag name="KSO_WM_TEMPLATE_THUMBS_INDEX" val="1、5、6、7、8、11、13、14、16、17、18、1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y*1"/>
  <p:tag name="KSO_WM_UNIT_INDEX" val="1"/>
  <p:tag name="KSO_WM_UNIT_LAYERLEVEL" val="1"/>
  <p:tag name="KSO_WM_UNIT_TYPE" val="y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  <p:tag name="KSO_WM_UNIT_SUBTYPE" val="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y*2"/>
  <p:tag name="KSO_WM_UNIT_INDEX" val="2"/>
  <p:tag name="KSO_WM_UNIT_LAYERLEVEL" val="1"/>
  <p:tag name="KSO_WM_UNIT_TYPE" val="y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frame"/>
  <p:tag name="KSO_WM_SLIDE_BK_DARK_LIGHT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  <p:tag name="KSO_WM_UNIT_SUBTYPE" val="h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frame"/>
  <p:tag name="KSO_WM_SLIDE_BK_DARK_LIGHT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  <p:tag name="KSO_WM_UNIT_SUBTYPE" val="h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i*1"/>
  <p:tag name="KSO_WM_UNIT_INDEX" val="1"/>
  <p:tag name="KSO_WM_UNIT_LAYERLEVEL" val="1"/>
  <p:tag name="KSO_WM_UNIT_TYPE" val="i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i*3"/>
  <p:tag name="KSO_WM_UNIT_INDEX" val="3"/>
  <p:tag name="KSO_WM_UNIT_LAYERLEVEL" val="1"/>
  <p:tag name="KSO_WM_UNIT_TYPE" val="i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i*2"/>
  <p:tag name="KSO_WM_UNIT_INDEX" val="2"/>
  <p:tag name="KSO_WM_UNIT_LAYERLEVEL" val="1"/>
  <p:tag name="KSO_WM_UNIT_TYPE" val="i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i*1"/>
  <p:tag name="KSO_WM_UNIT_INDEX" val="1"/>
  <p:tag name="KSO_WM_UNIT_LAYERLEVEL" val="1"/>
  <p:tag name="KSO_WM_UNIT_TYPE" val="i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3*i*1"/>
  <p:tag name="KSO_WM_UNIT_INDEX" val="1"/>
  <p:tag name="KSO_WM_UNIT_LAYERLEVEL" val="1"/>
  <p:tag name="KSO_WM_UNIT_SUBTYPE" val="h"/>
  <p:tag name="KSO_WM_UNIT_TYPE" val="i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i*4"/>
  <p:tag name="KSO_WM_UNIT_INDEX" val="4"/>
  <p:tag name="KSO_WM_UNIT_LAYERLEVEL" val="1"/>
  <p:tag name="KSO_WM_UNIT_TYPE" val="i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i*5"/>
  <p:tag name="KSO_WM_UNIT_INDEX" val="5"/>
  <p:tag name="KSO_WM_UNIT_LAYERLEVEL" val="1"/>
  <p:tag name="KSO_WM_UNIT_TYPE" val="i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i*2"/>
  <p:tag name="KSO_WM_UNIT_INDEX" val="2"/>
  <p:tag name="KSO_WM_UNIT_LAYERLEVEL" val="1"/>
  <p:tag name="KSO_WM_UNIT_TYPE" val="i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i*3"/>
  <p:tag name="KSO_WM_UNIT_INDEX" val="3"/>
  <p:tag name="KSO_WM_UNIT_LAYERLEVEL" val="1"/>
  <p:tag name="KSO_WM_UNIT_TYPE" val="i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i*1"/>
  <p:tag name="KSO_WM_UNIT_INDEX" val="1"/>
  <p:tag name="KSO_WM_UNIT_LAYERLEVEL" val="1"/>
  <p:tag name="KSO_WM_UNIT_TYPE" val="i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4*i*1"/>
  <p:tag name="KSO_WM_UNIT_INDEX" val="1"/>
  <p:tag name="KSO_WM_UNIT_LAYERLEVEL" val="1"/>
  <p:tag name="KSO_WM_UNIT_SUBTYPE" val="h"/>
  <p:tag name="KSO_WM_UNIT_TYPE" val="i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i*1"/>
  <p:tag name="KSO_WM_UNIT_INDEX" val="1"/>
  <p:tag name="KSO_WM_UNIT_LAYERLEVEL" val="1"/>
  <p:tag name="KSO_WM_UNIT_TYPE" val="i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5*i*1"/>
  <p:tag name="KSO_WM_UNIT_INDEX" val="1"/>
  <p:tag name="KSO_WM_UNIT_LAYERLEVEL" val="1"/>
  <p:tag name="KSO_WM_UNIT_SUBTYPE" val="h"/>
  <p:tag name="KSO_WM_UNIT_TYPE" val="i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i*2"/>
  <p:tag name="KSO_WM_UNIT_INDEX" val="2"/>
  <p:tag name="KSO_WM_UNIT_LAYERLEVEL" val="1"/>
  <p:tag name="KSO_WM_UNIT_TYPE" val="i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i*3"/>
  <p:tag name="KSO_WM_UNIT_INDEX" val="3"/>
  <p:tag name="KSO_WM_UNIT_LAYERLEVEL" val="1"/>
  <p:tag name="KSO_WM_UNIT_TYPE" val="i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i*1"/>
  <p:tag name="KSO_WM_UNIT_INDEX" val="1"/>
  <p:tag name="KSO_WM_UNIT_LAYERLEVEL" val="1"/>
  <p:tag name="KSO_WM_UNIT_TYPE" val="i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6*i*1"/>
  <p:tag name="KSO_WM_UNIT_INDEX" val="1"/>
  <p:tag name="KSO_WM_UNIT_LAYERLEVEL" val="1"/>
  <p:tag name="KSO_WM_UNIT_SUBTYPE" val="h"/>
  <p:tag name="KSO_WM_UNIT_TYPE" val="i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i*2"/>
  <p:tag name="KSO_WM_UNIT_INDEX" val="2"/>
  <p:tag name="KSO_WM_UNIT_LAYERLEVEL" val="1"/>
  <p:tag name="KSO_WM_UNIT_TYPE" val="i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i*3"/>
  <p:tag name="KSO_WM_UNIT_INDEX" val="3"/>
  <p:tag name="KSO_WM_UNIT_LAYERLEVEL" val="1"/>
  <p:tag name="KSO_WM_UNIT_TYPE" val="i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i*1"/>
  <p:tag name="KSO_WM_UNIT_INDEX" val="1"/>
  <p:tag name="KSO_WM_UNIT_LAYERLEVEL" val="1"/>
  <p:tag name="KSO_WM_UNIT_TYPE" val="i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7*i*1"/>
  <p:tag name="KSO_WM_UNIT_INDEX" val="1"/>
  <p:tag name="KSO_WM_UNIT_LAYERLEVEL" val="1"/>
  <p:tag name="KSO_WM_UNIT_SUBTYPE" val="h"/>
  <p:tag name="KSO_WM_UNIT_TYPE" val="i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i*2"/>
  <p:tag name="KSO_WM_UNIT_INDEX" val="2"/>
  <p:tag name="KSO_WM_UNIT_LAYERLEVEL" val="1"/>
  <p:tag name="KSO_WM_UNIT_TYPE" val="i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i*3"/>
  <p:tag name="KSO_WM_UNIT_INDEX" val="3"/>
  <p:tag name="KSO_WM_UNIT_LAYERLEVEL" val="1"/>
  <p:tag name="KSO_WM_UNIT_TYPE" val="i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8*i*1"/>
  <p:tag name="KSO_WM_UNIT_INDEX" val="1"/>
  <p:tag name="KSO_WM_UNIT_LAYERLEVEL" val="1"/>
  <p:tag name="KSO_WM_UNIT_SUBTYPE" val="h"/>
  <p:tag name="KSO_WM_UNIT_TYPE" val="i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i*1"/>
  <p:tag name="KSO_WM_UNIT_INDEX" val="1"/>
  <p:tag name="KSO_WM_UNIT_LAYERLEVEL" val="1"/>
  <p:tag name="KSO_WM_UNIT_TYPE" val="i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i*5"/>
  <p:tag name="KSO_WM_UNIT_INDEX" val="5"/>
  <p:tag name="KSO_WM_UNIT_LAYERLEVEL" val="1"/>
  <p:tag name="KSO_WM_UNIT_TYPE" val="i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i*4"/>
  <p:tag name="KSO_WM_UNIT_INDEX" val="4"/>
  <p:tag name="KSO_WM_UNIT_LAYERLEVEL" val="1"/>
  <p:tag name="KSO_WM_UNIT_TYPE" val="i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i*2"/>
  <p:tag name="KSO_WM_UNIT_INDEX" val="2"/>
  <p:tag name="KSO_WM_UNIT_LAYERLEVEL" val="1"/>
  <p:tag name="KSO_WM_UNIT_TYPE" val="i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i*3"/>
  <p:tag name="KSO_WM_UNIT_INDEX" val="3"/>
  <p:tag name="KSO_WM_UNIT_LAYERLEVEL" val="1"/>
  <p:tag name="KSO_WM_UNIT_TYPE" val="i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49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50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5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52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54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56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85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54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54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54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52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5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55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8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8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19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0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31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1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2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3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4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5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6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7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8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9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30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19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0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31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1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2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3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4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5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6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7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8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9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30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19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0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31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1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2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3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4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5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6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7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8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9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30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247db46-f91f-4d96-aff9-dba413daeac0}"/>
  <p:tag name="TABLE_ENDDRAG_ORIGIN_RECT" val="886*587"/>
  <p:tag name="TABLE_ENDDRAG_RECT" val="35*46*886*587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19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0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31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1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2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3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4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5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6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7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8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9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30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19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0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31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1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2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3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4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5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6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7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8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9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30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19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0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31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1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2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3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4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5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6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7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8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9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30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8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8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EEACA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7428">
      <a:dk1>
        <a:srgbClr val="000000"/>
      </a:dk1>
      <a:lt1>
        <a:srgbClr val="FFFFFF"/>
      </a:lt1>
      <a:dk2>
        <a:srgbClr val="EBF7F5"/>
      </a:dk2>
      <a:lt2>
        <a:srgbClr val="FFFFFF"/>
      </a:lt2>
      <a:accent1>
        <a:srgbClr val="9BE3DA"/>
      </a:accent1>
      <a:accent2>
        <a:srgbClr val="CBE889"/>
      </a:accent2>
      <a:accent3>
        <a:srgbClr val="E8DE89"/>
      </a:accent3>
      <a:accent4>
        <a:srgbClr val="E8B889"/>
      </a:accent4>
      <a:accent5>
        <a:srgbClr val="E89289"/>
      </a:accent5>
      <a:accent6>
        <a:srgbClr val="E889A6"/>
      </a:accent6>
      <a:hlink>
        <a:srgbClr val="658BD5"/>
      </a:hlink>
      <a:folHlink>
        <a:srgbClr val="9F67A3"/>
      </a:folHlink>
    </a:clrScheme>
    <a:fontScheme name="自定义 1">
      <a:majorFont>
        <a:latin typeface="微软雅黑"/>
        <a:ea typeface="汉仪旗黑-85S"/>
        <a:cs typeface="Arial"/>
      </a:majorFont>
      <a:minorFont>
        <a:latin typeface="微软雅黑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  <a:ln>
          <a:noFill/>
        </a:ln>
      </a:spPr>
      <a:bodyPr wrap="square" rtlCol="0">
        <a:spAutoFit/>
      </a:bodyPr>
      <a:lstStyle>
        <a:defPPr>
          <a:defRPr lang="en-US" altLang="zh-CN" sz="320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EEACA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1079</TotalTime>
  <Words>6025</Words>
  <Application>Microsoft Office PowerPoint</Application>
  <PresentationFormat>宽屏</PresentationFormat>
  <Paragraphs>1029</Paragraphs>
  <Slides>67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67</vt:i4>
      </vt:variant>
    </vt:vector>
  </HeadingPairs>
  <TitlesOfParts>
    <vt:vector size="83" baseType="lpstr">
      <vt:lpstr>等线</vt:lpstr>
      <vt:lpstr>等线 Light</vt:lpstr>
      <vt:lpstr>仿宋</vt:lpstr>
      <vt:lpstr>黑体</vt:lpstr>
      <vt:lpstr>华文细黑</vt:lpstr>
      <vt:lpstr>楷体_GB2312</vt:lpstr>
      <vt:lpstr>隶书</vt:lpstr>
      <vt:lpstr>SimSun</vt:lpstr>
      <vt:lpstr>SimSun</vt:lpstr>
      <vt:lpstr>微软雅黑</vt:lpstr>
      <vt:lpstr>Arial</vt:lpstr>
      <vt:lpstr>Calibri</vt:lpstr>
      <vt:lpstr>Times New Roman</vt:lpstr>
      <vt:lpstr>Wingdings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第三单元   文化框架图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第三单元   文化框架图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第三单元   文化框架图</vt:lpstr>
      <vt:lpstr>PowerPoint 演示文稿</vt:lpstr>
      <vt:lpstr>PowerPoint 演示文稿</vt:lpstr>
      <vt:lpstr>PowerPoint 演示文稿</vt:lpstr>
      <vt:lpstr>第三单元   文化框架图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静水流深</cp:lastModifiedBy>
  <cp:revision>79</cp:revision>
  <dcterms:created xsi:type="dcterms:W3CDTF">2024-01-15T00:03:10Z</dcterms:created>
  <dcterms:modified xsi:type="dcterms:W3CDTF">2024-04-05T13:31:54Z</dcterms:modified>
</cp:coreProperties>
</file>